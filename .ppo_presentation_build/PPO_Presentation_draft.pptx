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charts/chart3.xml" ContentType="application/vnd.openxmlformats-officedocument.drawingml.chart+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charts/chart4.xml" ContentType="application/vnd.openxmlformats-officedocument.drawingml.chart+xml"/>
  <Override PartName="/ppt/slides/slide11.xml" ContentType="application/vnd.openxmlformats-officedocument.presentationml.slide+xml"/>
  <Override PartName="/ppt/notesSlides/notesSlide11.xml" ContentType="application/vnd.openxmlformats-officedocument.presentationml.notesSlide+xml"/>
  <Override PartName="/ppt/charts/chart5.xml" ContentType="application/vnd.openxmlformats-officedocument.drawingml.chart+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charts/chart6.xml" ContentType="application/vnd.openxmlformats-officedocument.drawingml.chart+xml"/>
  <Override PartName="/ppt/slides/slide14.xml" ContentType="application/vnd.openxmlformats-officedocument.presentationml.slide+xml"/>
  <Override PartName="/ppt/notesSlides/notesSlide14.xml" ContentType="application/vnd.openxmlformats-officedocument.presentationml.notesSlide+xml"/>
  <Override PartName="/ppt/charts/chart7.xml" ContentType="application/vnd.openxmlformats-officedocument.drawingml.chart+xml"/>
  <Override PartName="/ppt/slides/slide15.xml" ContentType="application/vnd.openxmlformats-officedocument.presentationml.slide+xml"/>
  <Override PartName="/ppt/notesSlides/notesSlide15.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slides/slide16.xml" ContentType="application/vnd.openxmlformats-officedocument.presentationml.slide+xml"/>
  <Override PartName="/ppt/notesSlides/notesSlide16.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slides/slide17.xml" ContentType="application/vnd.openxmlformats-officedocument.presentationml.slide+xml"/>
  <Override PartName="/ppt/notesSlides/notesSlide17.xml" ContentType="application/vnd.openxmlformats-officedocument.presentationml.notesSlide+xml"/>
  <Override PartName="/ppt/charts/chart12.xml" ContentType="application/vnd.openxmlformats-officedocument.drawingml.chart+xml"/>
  <Override PartName="/ppt/slides/slide18.xml" ContentType="application/vnd.openxmlformats-officedocument.presentationml.slide+xml"/>
  <Override PartName="/ppt/notesSlides/notesSlide18.xml" ContentType="application/vnd.openxmlformats-officedocument.presentationml.notesSlide+xml"/>
  <Override PartName="/ppt/charts/chart13.xml" ContentType="application/vnd.openxmlformats-officedocument.drawingml.chart+xml"/>
  <Override PartName="/ppt/slides/slide19.xml" ContentType="application/vnd.openxmlformats-officedocument.presentationml.slide+xml"/>
  <Override PartName="/ppt/notesSlides/notesSlide19.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presentation.xml" ContentType="application/vnd.openxmlformats-officedocument.presentationml.presentation.main+xml"/>
</Types>
</file>

<file path=_rels/.rels><?xml version='1.0' encoding='utf-8'?>
<ns0:Relationships xmlns:ns0="http://schemas.openxmlformats.org/package/2006/relationships"><ns0:Relationship Id="rId1" Type="http://schemas.openxmlformats.org/officeDocument/2006/relationships/officeDocument" Target="ppt/presentation.xml" /></ns0:Relationships>
</file>

<file path=ppt/presentation.xml><?xml version="1.0" encoding="utf-8"?>
<p:presentation xmlns:p="http://schemas.openxmlformats.org/presentationml/2006/main" xmlns:r="http://schemas.openxmlformats.org/officeDocument/2006/relationships">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type="screen16x9"/>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notesMaster" Target="notesMasters/notesMaster1.xml" /><ns0:Relationship Id="rId3" Type="http://schemas.openxmlformats.org/officeDocument/2006/relationships/slide" Target="slides/slide1.xml" /><ns0:Relationship Id="rId4" Type="http://schemas.openxmlformats.org/officeDocument/2006/relationships/slide" Target="slides/slide2.xml" /><ns0:Relationship Id="rId5" Type="http://schemas.openxmlformats.org/officeDocument/2006/relationships/slide" Target="slides/slide3.xml" /><ns0:Relationship Id="rId6" Type="http://schemas.openxmlformats.org/officeDocument/2006/relationships/slide" Target="slides/slide4.xml" /><ns0:Relationship Id="rId7" Type="http://schemas.openxmlformats.org/officeDocument/2006/relationships/slide" Target="slides/slide5.xml" /><ns0:Relationship Id="rId8" Type="http://schemas.openxmlformats.org/officeDocument/2006/relationships/slide" Target="slides/slide6.xml" /><ns0:Relationship Id="rId9" Type="http://schemas.openxmlformats.org/officeDocument/2006/relationships/slide" Target="slides/slide7.xml" /><ns0:Relationship Id="rId10" Type="http://schemas.openxmlformats.org/officeDocument/2006/relationships/slide" Target="slides/slide8.xml" /><ns0:Relationship Id="rId11" Type="http://schemas.openxmlformats.org/officeDocument/2006/relationships/slide" Target="slides/slide9.xml" /><ns0:Relationship Id="rId12" Type="http://schemas.openxmlformats.org/officeDocument/2006/relationships/slide" Target="slides/slide10.xml" /><ns0:Relationship Id="rId13" Type="http://schemas.openxmlformats.org/officeDocument/2006/relationships/slide" Target="slides/slide11.xml" /><ns0:Relationship Id="rId14" Type="http://schemas.openxmlformats.org/officeDocument/2006/relationships/slide" Target="slides/slide12.xml" /><ns0:Relationship Id="rId15" Type="http://schemas.openxmlformats.org/officeDocument/2006/relationships/slide" Target="slides/slide13.xml" /><ns0:Relationship Id="rId16" Type="http://schemas.openxmlformats.org/officeDocument/2006/relationships/slide" Target="slides/slide14.xml" /><ns0:Relationship Id="rId17" Type="http://schemas.openxmlformats.org/officeDocument/2006/relationships/slide" Target="slides/slide15.xml" /><ns0:Relationship Id="rId18" Type="http://schemas.openxmlformats.org/officeDocument/2006/relationships/slide" Target="slides/slide16.xml" /><ns0:Relationship Id="rId19" Type="http://schemas.openxmlformats.org/officeDocument/2006/relationships/slide" Target="slides/slide17.xml" /><ns0:Relationship Id="rId20" Type="http://schemas.openxmlformats.org/officeDocument/2006/relationships/slide" Target="slides/slide18.xml" /><ns0:Relationship Id="rId21" Type="http://schemas.openxmlformats.org/officeDocument/2006/relationships/slide" Target="slides/slide19.xml" /><ns0:Relationship Id="rId22" Type="http://schemas.openxmlformats.org/officeDocument/2006/relationships/slide" Target="slides/slide20.xml" /><ns0:Relationship Id="rId23" Type="http://schemas.openxmlformats.org/officeDocument/2006/relationships/slide" Target="slides/slide21.xml" /><ns0:Relationship Id="rId24" Type="http://schemas.openxmlformats.org/officeDocument/2006/relationships/slide" Target="slides/slide22.xml" /><ns0:Relationship Id="rId25" Type="http://schemas.openxmlformats.org/officeDocument/2006/relationships/slide" Target="slides/slide23.xml" /><ns0:Relationship Id="rId26" Type="http://schemas.openxmlformats.org/officeDocument/2006/relationships/slide" Target="slides/slide24.xml" /></ns0:Relationships>
</file>

<file path=ppt/charts/_rels/chart1.xml.rels><?xml version='1.0' encoding='utf-8'?>
<ns0:Relationships xmlns:ns0="http://schemas.openxmlformats.org/package/2006/relationships"><ns0:Relationship Id="rId1" Type="http://schemas.openxmlformats.org/officeDocument/2006/relationships/package" Target="../embeddings/chart1.xlsx" /></ns0:Relationships>
</file>

<file path=ppt/charts/_rels/chart2.xml.rels><?xml version='1.0' encoding='utf-8'?>
<ns0:Relationships xmlns:ns0="http://schemas.openxmlformats.org/package/2006/relationships"><ns0:Relationship Id="rId1" Type="http://schemas.openxmlformats.org/officeDocument/2006/relationships/package" Target="../embeddings/chart2.xlsx" /></ns0:Relationships>
</file>

<file path=ppt/charts/_rels/chart3.xml.rels><?xml version='1.0' encoding='utf-8'?>
<ns0:Relationships xmlns:ns0="http://schemas.openxmlformats.org/package/2006/relationships"><ns0:Relationship Id="rId1" Type="http://schemas.openxmlformats.org/officeDocument/2006/relationships/package" Target="../embeddings/chart3.xlsx" /></ns0:Relationships>
</file>

<file path=ppt/charts/_rels/chart4.xml.rels><?xml version='1.0' encoding='utf-8'?>
<ns0:Relationships xmlns:ns0="http://schemas.openxmlformats.org/package/2006/relationships"><ns0:Relationship Id="rId1" Type="http://schemas.openxmlformats.org/officeDocument/2006/relationships/package" Target="../embeddings/chart4.xlsx" /></ns0:Relationships>
</file>

<file path=ppt/charts/_rels/chart5.xml.rels><?xml version='1.0' encoding='utf-8'?>
<ns0:Relationships xmlns:ns0="http://schemas.openxmlformats.org/package/2006/relationships"><ns0:Relationship Id="rId1" Type="http://schemas.openxmlformats.org/officeDocument/2006/relationships/package" Target="../embeddings/chart5.xlsx" /></ns0:Relationships>
</file>

<file path=ppt/charts/_rels/chart6.xml.rels><?xml version='1.0' encoding='utf-8'?>
<ns0:Relationships xmlns:ns0="http://schemas.openxmlformats.org/package/2006/relationships"><ns0:Relationship Id="rId1" Type="http://schemas.openxmlformats.org/officeDocument/2006/relationships/package" Target="../embeddings/chart6.xlsx" /></ns0:Relationships>
</file>

<file path=ppt/charts/_rels/chart7.xml.rels><?xml version='1.0' encoding='utf-8'?>
<ns0:Relationships xmlns:ns0="http://schemas.openxmlformats.org/package/2006/relationships"><ns0:Relationship Id="rId1" Type="http://schemas.openxmlformats.org/officeDocument/2006/relationships/package" Target="../embeddings/chart7.xlsx" /></ns0:Relationships>
</file>

<file path=ppt/charts/_rels/chart8.xml.rels><?xml version='1.0' encoding='utf-8'?>
<ns0:Relationships xmlns:ns0="http://schemas.openxmlformats.org/package/2006/relationships"><ns0:Relationship Id="rId1" Type="http://schemas.openxmlformats.org/officeDocument/2006/relationships/package" Target="../embeddings/chart8.xlsx" /></ns0:Relationships>
</file>

<file path=ppt/charts/_rels/chart9.xml.rels><?xml version='1.0' encoding='utf-8'?>
<ns0:Relationships xmlns:ns0="http://schemas.openxmlformats.org/package/2006/relationships"><ns0:Relationship Id="rId1" Type="http://schemas.openxmlformats.org/officeDocument/2006/relationships/package" Target="../embeddings/chart9.xlsx" /></ns0:Relationships>
</file>

<file path=ppt/charts/_rels/chart10.xml.rels><?xml version='1.0' encoding='utf-8'?>
<ns0:Relationships xmlns:ns0="http://schemas.openxmlformats.org/package/2006/relationships"><ns0:Relationship Id="rId1" Type="http://schemas.openxmlformats.org/officeDocument/2006/relationships/package" Target="../embeddings/chart10.xlsx" /></ns0:Relationships>
</file>

<file path=ppt/charts/_rels/chart11.xml.rels><?xml version='1.0' encoding='utf-8'?>
<ns0:Relationships xmlns:ns0="http://schemas.openxmlformats.org/package/2006/relationships"><ns0:Relationship Id="rId1" Type="http://schemas.openxmlformats.org/officeDocument/2006/relationships/package" Target="../embeddings/chart11.xlsx" /></ns0:Relationships>
</file>

<file path=ppt/charts/_rels/chart12.xml.rels><?xml version='1.0' encoding='utf-8'?>
<ns0:Relationships xmlns:ns0="http://schemas.openxmlformats.org/package/2006/relationships"><ns0:Relationship Id="rId1" Type="http://schemas.openxmlformats.org/officeDocument/2006/relationships/package" Target="../embeddings/chart12.xlsx" /></ns0:Relationships>
</file>

<file path=ppt/charts/_rels/chart13.xml.rels><?xml version='1.0' encoding='utf-8'?>
<ns0:Relationships xmlns:ns0="http://schemas.openxmlformats.org/package/2006/relationships"><ns0:Relationship Id="rId1" Type="http://schemas.openxmlformats.org/officeDocument/2006/relationships/package" Target="../embeddings/chart13.xlsx" /></ns0:Relationships>
</file>

<file path=ppt/charts/_rels/chart14.xml.rels><?xml version='1.0' encoding='utf-8'?>
<ns0:Relationships xmlns:ns0="http://schemas.openxmlformats.org/package/2006/relationships"><ns0:Relationship Id="rId1" Type="http://schemas.openxmlformats.org/officeDocument/2006/relationships/package" Target="../embeddings/chart14.xlsx" /></ns0:Relationships>
</file>

<file path=ppt/charts/_rels/chart15.xml.rels><?xml version='1.0' encoding='utf-8'?>
<ns0:Relationships xmlns:ns0="http://schemas.openxmlformats.org/package/2006/relationships"><ns0:Relationship Id="rId1" Type="http://schemas.openxmlformats.org/officeDocument/2006/relationships/package" Target="../embeddings/chart15.xlsx" /></ns0:Relationships>
</file>

<file path=ppt/charts/_rels/chart16.xml.rels><?xml version='1.0' encoding='utf-8'?>
<ns0:Relationships xmlns:ns0="http://schemas.openxmlformats.org/package/2006/relationships"><ns0:Relationship Id="rId1" Type="http://schemas.openxmlformats.org/officeDocument/2006/relationships/package" Target="../embeddings/chart16.xlsx" /></ns0:Relationships>
</file>

<file path=ppt/charts/_rels/chart17.xml.rels><?xml version='1.0' encoding='utf-8'?>
<ns0:Relationships xmlns:ns0="http://schemas.openxmlformats.org/package/2006/relationships"><ns0:Relationship Id="rId1" Type="http://schemas.openxmlformats.org/officeDocument/2006/relationships/package" Target="../embeddings/chart17.xlsx" /></ns0:Relationships>
</file>

<file path=ppt/charts/chart1.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Daily BTC/USDT close (USDT)</a:t>
            </a:r>
            <a:endParaRPr lang="en-US" sz="1400"/>
          </a:p>
        </c:rich>
      </c:tx>
      <c:overlay val="0"/>
    </c:title>
    <c:autoTitleDeleted val="0"/>
    <c:plotArea>
      <c:layout/>
      <c:lineChart>
        <c:grouping val="standard"/>
        <c:varyColors val="0"/>
        <c:ser>
          <c:idx val="0"/>
          <c:order val="0"/>
          <c:tx>
            <c:strRef>
              <c:f>Data!$B$1</c:f>
              <c:strCache>
                <c:ptCount val="1"/>
                <c:pt idx="0">
                  <c:v>BTC/USDT</c:v>
                </c:pt>
              </c:strCache>
            </c:strRef>
          </c:tx>
          <c:spPr>
            <a:ln w="16510">
              <a:solidFill>
                <a:srgbClr val="2166AC"/>
              </a:solidFill>
            </a:ln>
          </c:spPr>
          <c:marker>
            <c:symbol val="none"/>
          </c:marker>
          <c:cat>
            <c:strRef>
              <c:f>Data!$A$2:$A$2368</c:f>
              <c:strCache>
                <c:ptCount val="2367"/>
                <c:pt idx="0">
                  <c:v>Mar 2020</c:v>
                </c:pt>
                <c:pt idx="1">
                  <c:v>Mar 2020</c:v>
                </c:pt>
                <c:pt idx="2">
                  <c:v>Mar 2020</c:v>
                </c:pt>
                <c:pt idx="3">
                  <c:v>Mar 2020</c:v>
                </c:pt>
                <c:pt idx="4">
                  <c:v>Mar 2020</c:v>
                </c:pt>
                <c:pt idx="5">
                  <c:v>Mar 2020</c:v>
                </c:pt>
                <c:pt idx="6">
                  <c:v>Mar 2020</c:v>
                </c:pt>
                <c:pt idx="7">
                  <c:v>Apr 2020</c:v>
                </c:pt>
                <c:pt idx="8">
                  <c:v>Apr 2020</c:v>
                </c:pt>
                <c:pt idx="9">
                  <c:v>Apr 2020</c:v>
                </c:pt>
                <c:pt idx="10">
                  <c:v>Apr 2020</c:v>
                </c:pt>
                <c:pt idx="11">
                  <c:v>Apr 2020</c:v>
                </c:pt>
                <c:pt idx="12">
                  <c:v>Apr 2020</c:v>
                </c:pt>
                <c:pt idx="13">
                  <c:v>Apr 2020</c:v>
                </c:pt>
                <c:pt idx="14">
                  <c:v>Apr 2020</c:v>
                </c:pt>
                <c:pt idx="15">
                  <c:v>Apr 2020</c:v>
                </c:pt>
                <c:pt idx="16">
                  <c:v>Apr 2020</c:v>
                </c:pt>
                <c:pt idx="17">
                  <c:v>Apr 2020</c:v>
                </c:pt>
                <c:pt idx="18">
                  <c:v>Apr 2020</c:v>
                </c:pt>
                <c:pt idx="19">
                  <c:v>Apr 2020</c:v>
                </c:pt>
                <c:pt idx="20">
                  <c:v>Apr 2020</c:v>
                </c:pt>
                <c:pt idx="21">
                  <c:v>Apr 2020</c:v>
                </c:pt>
                <c:pt idx="22">
                  <c:v>Apr 2020</c:v>
                </c:pt>
                <c:pt idx="23">
                  <c:v>Apr 2020</c:v>
                </c:pt>
                <c:pt idx="24">
                  <c:v>Apr 2020</c:v>
                </c:pt>
                <c:pt idx="25">
                  <c:v>Apr 2020</c:v>
                </c:pt>
                <c:pt idx="26">
                  <c:v>Apr 2020</c:v>
                </c:pt>
                <c:pt idx="27">
                  <c:v>Apr 2020</c:v>
                </c:pt>
                <c:pt idx="28">
                  <c:v>Apr 2020</c:v>
                </c:pt>
                <c:pt idx="29">
                  <c:v>Apr 2020</c:v>
                </c:pt>
                <c:pt idx="30">
                  <c:v>Apr 2020</c:v>
                </c:pt>
                <c:pt idx="31">
                  <c:v>Apr 2020</c:v>
                </c:pt>
                <c:pt idx="32">
                  <c:v>Apr 2020</c:v>
                </c:pt>
                <c:pt idx="33">
                  <c:v>Apr 2020</c:v>
                </c:pt>
                <c:pt idx="34">
                  <c:v>Apr 2020</c:v>
                </c:pt>
                <c:pt idx="35">
                  <c:v>Apr 2020</c:v>
                </c:pt>
                <c:pt idx="36">
                  <c:v>Apr 2020</c:v>
                </c:pt>
                <c:pt idx="37">
                  <c:v>May 2020</c:v>
                </c:pt>
                <c:pt idx="38">
                  <c:v>May 2020</c:v>
                </c:pt>
                <c:pt idx="39">
                  <c:v>May 2020</c:v>
                </c:pt>
                <c:pt idx="40">
                  <c:v>May 2020</c:v>
                </c:pt>
                <c:pt idx="41">
                  <c:v>May 2020</c:v>
                </c:pt>
                <c:pt idx="42">
                  <c:v>May 2020</c:v>
                </c:pt>
                <c:pt idx="43">
                  <c:v>May 2020</c:v>
                </c:pt>
                <c:pt idx="44">
                  <c:v>May 2020</c:v>
                </c:pt>
                <c:pt idx="45">
                  <c:v>May 2020</c:v>
                </c:pt>
                <c:pt idx="46">
                  <c:v>May 2020</c:v>
                </c:pt>
                <c:pt idx="47">
                  <c:v>May 2020</c:v>
                </c:pt>
                <c:pt idx="48">
                  <c:v>May 2020</c:v>
                </c:pt>
                <c:pt idx="49">
                  <c:v>May 2020</c:v>
                </c:pt>
                <c:pt idx="50">
                  <c:v>May 2020</c:v>
                </c:pt>
                <c:pt idx="51">
                  <c:v>May 2020</c:v>
                </c:pt>
                <c:pt idx="52">
                  <c:v>May 2020</c:v>
                </c:pt>
                <c:pt idx="53">
                  <c:v>May 2020</c:v>
                </c:pt>
                <c:pt idx="54">
                  <c:v>May 2020</c:v>
                </c:pt>
                <c:pt idx="55">
                  <c:v>May 2020</c:v>
                </c:pt>
                <c:pt idx="56">
                  <c:v>May 2020</c:v>
                </c:pt>
                <c:pt idx="57">
                  <c:v>May 2020</c:v>
                </c:pt>
                <c:pt idx="58">
                  <c:v>May 2020</c:v>
                </c:pt>
                <c:pt idx="59">
                  <c:v>May 2020</c:v>
                </c:pt>
                <c:pt idx="60">
                  <c:v>May 2020</c:v>
                </c:pt>
                <c:pt idx="61">
                  <c:v>May 2020</c:v>
                </c:pt>
                <c:pt idx="62">
                  <c:v>May 2020</c:v>
                </c:pt>
                <c:pt idx="63">
                  <c:v>May 2020</c:v>
                </c:pt>
                <c:pt idx="64">
                  <c:v>May 2020</c:v>
                </c:pt>
                <c:pt idx="65">
                  <c:v>May 2020</c:v>
                </c:pt>
                <c:pt idx="66">
                  <c:v>May 2020</c:v>
                </c:pt>
                <c:pt idx="67">
                  <c:v>May 2020</c:v>
                </c:pt>
                <c:pt idx="68">
                  <c:v>Jun 2020</c:v>
                </c:pt>
                <c:pt idx="69">
                  <c:v>Jun 2020</c:v>
                </c:pt>
                <c:pt idx="70">
                  <c:v>Jun 2020</c:v>
                </c:pt>
                <c:pt idx="71">
                  <c:v>Jun 2020</c:v>
                </c:pt>
                <c:pt idx="72">
                  <c:v>Jun 2020</c:v>
                </c:pt>
                <c:pt idx="73">
                  <c:v>Jun 2020</c:v>
                </c:pt>
                <c:pt idx="74">
                  <c:v>Jun 2020</c:v>
                </c:pt>
                <c:pt idx="75">
                  <c:v>Jun 2020</c:v>
                </c:pt>
                <c:pt idx="76">
                  <c:v>Jun 2020</c:v>
                </c:pt>
                <c:pt idx="77">
                  <c:v>Jun 2020</c:v>
                </c:pt>
                <c:pt idx="78">
                  <c:v>Jun 2020</c:v>
                </c:pt>
                <c:pt idx="79">
                  <c:v>Jun 2020</c:v>
                </c:pt>
                <c:pt idx="80">
                  <c:v>Jun 2020</c:v>
                </c:pt>
                <c:pt idx="81">
                  <c:v>Jun 2020</c:v>
                </c:pt>
                <c:pt idx="82">
                  <c:v>Jun 2020</c:v>
                </c:pt>
                <c:pt idx="83">
                  <c:v>Jun 2020</c:v>
                </c:pt>
                <c:pt idx="84">
                  <c:v>Jun 2020</c:v>
                </c:pt>
                <c:pt idx="85">
                  <c:v>Jun 2020</c:v>
                </c:pt>
                <c:pt idx="86">
                  <c:v>Jun 2020</c:v>
                </c:pt>
                <c:pt idx="87">
                  <c:v>Jun 2020</c:v>
                </c:pt>
                <c:pt idx="88">
                  <c:v>Jun 2020</c:v>
                </c:pt>
                <c:pt idx="89">
                  <c:v>Jun 2020</c:v>
                </c:pt>
                <c:pt idx="90">
                  <c:v>Jun 2020</c:v>
                </c:pt>
                <c:pt idx="91">
                  <c:v>Jun 2020</c:v>
                </c:pt>
                <c:pt idx="92">
                  <c:v>Jun 2020</c:v>
                </c:pt>
                <c:pt idx="93">
                  <c:v>Jun 2020</c:v>
                </c:pt>
                <c:pt idx="94">
                  <c:v>Jun 2020</c:v>
                </c:pt>
                <c:pt idx="95">
                  <c:v>Jun 2020</c:v>
                </c:pt>
                <c:pt idx="96">
                  <c:v>Jun 2020</c:v>
                </c:pt>
                <c:pt idx="97">
                  <c:v>Jun 2020</c:v>
                </c:pt>
                <c:pt idx="98">
                  <c:v>Jul 2020</c:v>
                </c:pt>
                <c:pt idx="99">
                  <c:v>Jul 2020</c:v>
                </c:pt>
                <c:pt idx="100">
                  <c:v>Jul 2020</c:v>
                </c:pt>
                <c:pt idx="101">
                  <c:v>Jul 2020</c:v>
                </c:pt>
                <c:pt idx="102">
                  <c:v>Jul 2020</c:v>
                </c:pt>
                <c:pt idx="103">
                  <c:v>Jul 2020</c:v>
                </c:pt>
                <c:pt idx="104">
                  <c:v>Jul 2020</c:v>
                </c:pt>
                <c:pt idx="105">
                  <c:v>Jul 2020</c:v>
                </c:pt>
                <c:pt idx="106">
                  <c:v>Jul 2020</c:v>
                </c:pt>
                <c:pt idx="107">
                  <c:v>Jul 2020</c:v>
                </c:pt>
                <c:pt idx="108">
                  <c:v>Jul 2020</c:v>
                </c:pt>
                <c:pt idx="109">
                  <c:v>Jul 2020</c:v>
                </c:pt>
                <c:pt idx="110">
                  <c:v>Jul 2020</c:v>
                </c:pt>
                <c:pt idx="111">
                  <c:v>Jul 2020</c:v>
                </c:pt>
                <c:pt idx="112">
                  <c:v>Jul 2020</c:v>
                </c:pt>
                <c:pt idx="113">
                  <c:v>Jul 2020</c:v>
                </c:pt>
                <c:pt idx="114">
                  <c:v>Jul 2020</c:v>
                </c:pt>
                <c:pt idx="115">
                  <c:v>Jul 2020</c:v>
                </c:pt>
                <c:pt idx="116">
                  <c:v>Jul 2020</c:v>
                </c:pt>
                <c:pt idx="117">
                  <c:v>Jul 2020</c:v>
                </c:pt>
                <c:pt idx="118">
                  <c:v>Jul 2020</c:v>
                </c:pt>
                <c:pt idx="119">
                  <c:v>Jul 2020</c:v>
                </c:pt>
                <c:pt idx="120">
                  <c:v>Jul 2020</c:v>
                </c:pt>
                <c:pt idx="121">
                  <c:v>Jul 2020</c:v>
                </c:pt>
                <c:pt idx="122">
                  <c:v>Jul 2020</c:v>
                </c:pt>
                <c:pt idx="123">
                  <c:v>Jul 2020</c:v>
                </c:pt>
                <c:pt idx="124">
                  <c:v>Jul 2020</c:v>
                </c:pt>
                <c:pt idx="125">
                  <c:v>Jul 2020</c:v>
                </c:pt>
                <c:pt idx="126">
                  <c:v>Jul 2020</c:v>
                </c:pt>
                <c:pt idx="127">
                  <c:v>Jul 2020</c:v>
                </c:pt>
                <c:pt idx="128">
                  <c:v>Jul 2020</c:v>
                </c:pt>
                <c:pt idx="129">
                  <c:v>Aug 2020</c:v>
                </c:pt>
                <c:pt idx="130">
                  <c:v>Aug 2020</c:v>
                </c:pt>
                <c:pt idx="131">
                  <c:v>Aug 2020</c:v>
                </c:pt>
                <c:pt idx="132">
                  <c:v>Aug 2020</c:v>
                </c:pt>
                <c:pt idx="133">
                  <c:v>Aug 2020</c:v>
                </c:pt>
                <c:pt idx="134">
                  <c:v>Aug 2020</c:v>
                </c:pt>
                <c:pt idx="135">
                  <c:v>Aug 2020</c:v>
                </c:pt>
                <c:pt idx="136">
                  <c:v>Aug 2020</c:v>
                </c:pt>
                <c:pt idx="137">
                  <c:v>Aug 2020</c:v>
                </c:pt>
                <c:pt idx="138">
                  <c:v>Aug 2020</c:v>
                </c:pt>
                <c:pt idx="139">
                  <c:v>Aug 2020</c:v>
                </c:pt>
                <c:pt idx="140">
                  <c:v>Aug 2020</c:v>
                </c:pt>
                <c:pt idx="141">
                  <c:v>Aug 2020</c:v>
                </c:pt>
                <c:pt idx="142">
                  <c:v>Aug 2020</c:v>
                </c:pt>
                <c:pt idx="143">
                  <c:v>Aug 2020</c:v>
                </c:pt>
                <c:pt idx="144">
                  <c:v>Aug 2020</c:v>
                </c:pt>
                <c:pt idx="145">
                  <c:v>Aug 2020</c:v>
                </c:pt>
                <c:pt idx="146">
                  <c:v>Aug 2020</c:v>
                </c:pt>
                <c:pt idx="147">
                  <c:v>Aug 2020</c:v>
                </c:pt>
                <c:pt idx="148">
                  <c:v>Aug 2020</c:v>
                </c:pt>
                <c:pt idx="149">
                  <c:v>Aug 2020</c:v>
                </c:pt>
                <c:pt idx="150">
                  <c:v>Aug 2020</c:v>
                </c:pt>
                <c:pt idx="151">
                  <c:v>Aug 2020</c:v>
                </c:pt>
                <c:pt idx="152">
                  <c:v>Aug 2020</c:v>
                </c:pt>
                <c:pt idx="153">
                  <c:v>Aug 2020</c:v>
                </c:pt>
                <c:pt idx="154">
                  <c:v>Aug 2020</c:v>
                </c:pt>
                <c:pt idx="155">
                  <c:v>Aug 2020</c:v>
                </c:pt>
                <c:pt idx="156">
                  <c:v>Aug 2020</c:v>
                </c:pt>
                <c:pt idx="157">
                  <c:v>Aug 2020</c:v>
                </c:pt>
                <c:pt idx="158">
                  <c:v>Aug 2020</c:v>
                </c:pt>
                <c:pt idx="159">
                  <c:v>Aug 2020</c:v>
                </c:pt>
                <c:pt idx="160">
                  <c:v>Sep 2020</c:v>
                </c:pt>
                <c:pt idx="161">
                  <c:v>Sep 2020</c:v>
                </c:pt>
                <c:pt idx="162">
                  <c:v>Sep 2020</c:v>
                </c:pt>
                <c:pt idx="163">
                  <c:v>Sep 2020</c:v>
                </c:pt>
                <c:pt idx="164">
                  <c:v>Sep 2020</c:v>
                </c:pt>
                <c:pt idx="165">
                  <c:v>Sep 2020</c:v>
                </c:pt>
                <c:pt idx="166">
                  <c:v>Sep 2020</c:v>
                </c:pt>
                <c:pt idx="167">
                  <c:v>Sep 2020</c:v>
                </c:pt>
                <c:pt idx="168">
                  <c:v>Sep 2020</c:v>
                </c:pt>
                <c:pt idx="169">
                  <c:v>Sep 2020</c:v>
                </c:pt>
                <c:pt idx="170">
                  <c:v>Sep 2020</c:v>
                </c:pt>
                <c:pt idx="171">
                  <c:v>Sep 2020</c:v>
                </c:pt>
                <c:pt idx="172">
                  <c:v>Sep 2020</c:v>
                </c:pt>
                <c:pt idx="173">
                  <c:v>Sep 2020</c:v>
                </c:pt>
                <c:pt idx="174">
                  <c:v>Sep 2020</c:v>
                </c:pt>
                <c:pt idx="175">
                  <c:v>Sep 2020</c:v>
                </c:pt>
                <c:pt idx="176">
                  <c:v>Sep 2020</c:v>
                </c:pt>
                <c:pt idx="177">
                  <c:v>Sep 2020</c:v>
                </c:pt>
                <c:pt idx="178">
                  <c:v>Sep 2020</c:v>
                </c:pt>
                <c:pt idx="179">
                  <c:v>Sep 2020</c:v>
                </c:pt>
                <c:pt idx="180">
                  <c:v>Sep 2020</c:v>
                </c:pt>
                <c:pt idx="181">
                  <c:v>Sep 2020</c:v>
                </c:pt>
                <c:pt idx="182">
                  <c:v>Sep 2020</c:v>
                </c:pt>
                <c:pt idx="183">
                  <c:v>Sep 2020</c:v>
                </c:pt>
                <c:pt idx="184">
                  <c:v>Sep 2020</c:v>
                </c:pt>
                <c:pt idx="185">
                  <c:v>Sep 2020</c:v>
                </c:pt>
                <c:pt idx="186">
                  <c:v>Sep 2020</c:v>
                </c:pt>
                <c:pt idx="187">
                  <c:v>Sep 2020</c:v>
                </c:pt>
                <c:pt idx="188">
                  <c:v>Sep 2020</c:v>
                </c:pt>
                <c:pt idx="189">
                  <c:v>Sep 2020</c:v>
                </c:pt>
                <c:pt idx="190">
                  <c:v>Oct 2020</c:v>
                </c:pt>
                <c:pt idx="191">
                  <c:v>Oct 2020</c:v>
                </c:pt>
                <c:pt idx="192">
                  <c:v>Oct 2020</c:v>
                </c:pt>
                <c:pt idx="193">
                  <c:v>Oct 2020</c:v>
                </c:pt>
                <c:pt idx="194">
                  <c:v>Oct 2020</c:v>
                </c:pt>
                <c:pt idx="195">
                  <c:v>Oct 2020</c:v>
                </c:pt>
                <c:pt idx="196">
                  <c:v>Oct 2020</c:v>
                </c:pt>
                <c:pt idx="197">
                  <c:v>Oct 2020</c:v>
                </c:pt>
                <c:pt idx="198">
                  <c:v>Oct 2020</c:v>
                </c:pt>
                <c:pt idx="199">
                  <c:v>Oct 2020</c:v>
                </c:pt>
                <c:pt idx="200">
                  <c:v>Oct 2020</c:v>
                </c:pt>
                <c:pt idx="201">
                  <c:v>Oct 2020</c:v>
                </c:pt>
                <c:pt idx="202">
                  <c:v>Oct 2020</c:v>
                </c:pt>
                <c:pt idx="203">
                  <c:v>Oct 2020</c:v>
                </c:pt>
                <c:pt idx="204">
                  <c:v>Oct 2020</c:v>
                </c:pt>
                <c:pt idx="205">
                  <c:v>Oct 2020</c:v>
                </c:pt>
                <c:pt idx="206">
                  <c:v>Oct 2020</c:v>
                </c:pt>
                <c:pt idx="207">
                  <c:v>Oct 2020</c:v>
                </c:pt>
                <c:pt idx="208">
                  <c:v>Oct 2020</c:v>
                </c:pt>
                <c:pt idx="209">
                  <c:v>Oct 2020</c:v>
                </c:pt>
                <c:pt idx="210">
                  <c:v>Oct 2020</c:v>
                </c:pt>
                <c:pt idx="211">
                  <c:v>Oct 2020</c:v>
                </c:pt>
                <c:pt idx="212">
                  <c:v>Oct 2020</c:v>
                </c:pt>
                <c:pt idx="213">
                  <c:v>Oct 2020</c:v>
                </c:pt>
                <c:pt idx="214">
                  <c:v>Oct 2020</c:v>
                </c:pt>
                <c:pt idx="215">
                  <c:v>Oct 2020</c:v>
                </c:pt>
                <c:pt idx="216">
                  <c:v>Oct 2020</c:v>
                </c:pt>
                <c:pt idx="217">
                  <c:v>Oct 2020</c:v>
                </c:pt>
                <c:pt idx="218">
                  <c:v>Oct 2020</c:v>
                </c:pt>
                <c:pt idx="219">
                  <c:v>Oct 2020</c:v>
                </c:pt>
                <c:pt idx="220">
                  <c:v>Oct 2020</c:v>
                </c:pt>
                <c:pt idx="221">
                  <c:v>Nov 2020</c:v>
                </c:pt>
                <c:pt idx="222">
                  <c:v>Nov 2020</c:v>
                </c:pt>
                <c:pt idx="223">
                  <c:v>Nov 2020</c:v>
                </c:pt>
                <c:pt idx="224">
                  <c:v>Nov 2020</c:v>
                </c:pt>
                <c:pt idx="225">
                  <c:v>Nov 2020</c:v>
                </c:pt>
                <c:pt idx="226">
                  <c:v>Nov 2020</c:v>
                </c:pt>
                <c:pt idx="227">
                  <c:v>Nov 2020</c:v>
                </c:pt>
                <c:pt idx="228">
                  <c:v>Nov 2020</c:v>
                </c:pt>
                <c:pt idx="229">
                  <c:v>Nov 2020</c:v>
                </c:pt>
                <c:pt idx="230">
                  <c:v>Nov 2020</c:v>
                </c:pt>
                <c:pt idx="231">
                  <c:v>Nov 2020</c:v>
                </c:pt>
                <c:pt idx="232">
                  <c:v>Nov 2020</c:v>
                </c:pt>
                <c:pt idx="233">
                  <c:v>Nov 2020</c:v>
                </c:pt>
                <c:pt idx="234">
                  <c:v>Nov 2020</c:v>
                </c:pt>
                <c:pt idx="235">
                  <c:v>Nov 2020</c:v>
                </c:pt>
                <c:pt idx="236">
                  <c:v>Nov 2020</c:v>
                </c:pt>
                <c:pt idx="237">
                  <c:v>Nov 2020</c:v>
                </c:pt>
                <c:pt idx="238">
                  <c:v>Nov 2020</c:v>
                </c:pt>
                <c:pt idx="239">
                  <c:v>Nov 2020</c:v>
                </c:pt>
                <c:pt idx="240">
                  <c:v>Nov 2020</c:v>
                </c:pt>
                <c:pt idx="241">
                  <c:v>Nov 2020</c:v>
                </c:pt>
                <c:pt idx="242">
                  <c:v>Nov 2020</c:v>
                </c:pt>
                <c:pt idx="243">
                  <c:v>Nov 2020</c:v>
                </c:pt>
                <c:pt idx="244">
                  <c:v>Nov 2020</c:v>
                </c:pt>
                <c:pt idx="245">
                  <c:v>Nov 2020</c:v>
                </c:pt>
                <c:pt idx="246">
                  <c:v>Nov 2020</c:v>
                </c:pt>
                <c:pt idx="247">
                  <c:v>Nov 2020</c:v>
                </c:pt>
                <c:pt idx="248">
                  <c:v>Nov 2020</c:v>
                </c:pt>
                <c:pt idx="249">
                  <c:v>Nov 2020</c:v>
                </c:pt>
                <c:pt idx="250">
                  <c:v>Nov 2020</c:v>
                </c:pt>
                <c:pt idx="251">
                  <c:v>Dec 2020</c:v>
                </c:pt>
                <c:pt idx="252">
                  <c:v>Dec 2020</c:v>
                </c:pt>
                <c:pt idx="253">
                  <c:v>Dec 2020</c:v>
                </c:pt>
                <c:pt idx="254">
                  <c:v>Dec 2020</c:v>
                </c:pt>
                <c:pt idx="255">
                  <c:v>Dec 2020</c:v>
                </c:pt>
                <c:pt idx="256">
                  <c:v>Dec 2020</c:v>
                </c:pt>
                <c:pt idx="257">
                  <c:v>Dec 2020</c:v>
                </c:pt>
                <c:pt idx="258">
                  <c:v>Dec 2020</c:v>
                </c:pt>
                <c:pt idx="259">
                  <c:v>Dec 2020</c:v>
                </c:pt>
                <c:pt idx="260">
                  <c:v>Dec 2020</c:v>
                </c:pt>
                <c:pt idx="261">
                  <c:v>Dec 2020</c:v>
                </c:pt>
                <c:pt idx="262">
                  <c:v>Dec 2020</c:v>
                </c:pt>
                <c:pt idx="263">
                  <c:v>Dec 2020</c:v>
                </c:pt>
                <c:pt idx="264">
                  <c:v>Dec 2020</c:v>
                </c:pt>
                <c:pt idx="265">
                  <c:v>Dec 2020</c:v>
                </c:pt>
                <c:pt idx="266">
                  <c:v>Dec 2020</c:v>
                </c:pt>
                <c:pt idx="267">
                  <c:v>Dec 2020</c:v>
                </c:pt>
                <c:pt idx="268">
                  <c:v>Dec 2020</c:v>
                </c:pt>
                <c:pt idx="269">
                  <c:v>Dec 2020</c:v>
                </c:pt>
                <c:pt idx="270">
                  <c:v>Dec 2020</c:v>
                </c:pt>
                <c:pt idx="271">
                  <c:v>Dec 2020</c:v>
                </c:pt>
                <c:pt idx="272">
                  <c:v>Dec 2020</c:v>
                </c:pt>
                <c:pt idx="273">
                  <c:v>Dec 2020</c:v>
                </c:pt>
                <c:pt idx="274">
                  <c:v>Dec 2020</c:v>
                </c:pt>
                <c:pt idx="275">
                  <c:v>Dec 2020</c:v>
                </c:pt>
                <c:pt idx="276">
                  <c:v>Dec 2020</c:v>
                </c:pt>
                <c:pt idx="277">
                  <c:v>Dec 2020</c:v>
                </c:pt>
                <c:pt idx="278">
                  <c:v>Dec 2020</c:v>
                </c:pt>
                <c:pt idx="279">
                  <c:v>Dec 2020</c:v>
                </c:pt>
                <c:pt idx="280">
                  <c:v>Dec 2020</c:v>
                </c:pt>
                <c:pt idx="281">
                  <c:v>Dec 2020</c:v>
                </c:pt>
                <c:pt idx="282">
                  <c:v>Jan 2021</c:v>
                </c:pt>
                <c:pt idx="283">
                  <c:v>Jan 2021</c:v>
                </c:pt>
                <c:pt idx="284">
                  <c:v>Jan 2021</c:v>
                </c:pt>
                <c:pt idx="285">
                  <c:v>Jan 2021</c:v>
                </c:pt>
                <c:pt idx="286">
                  <c:v>Jan 2021</c:v>
                </c:pt>
                <c:pt idx="287">
                  <c:v>Jan 2021</c:v>
                </c:pt>
                <c:pt idx="288">
                  <c:v>Jan 2021</c:v>
                </c:pt>
                <c:pt idx="289">
                  <c:v>Jan 2021</c:v>
                </c:pt>
                <c:pt idx="290">
                  <c:v>Jan 2021</c:v>
                </c:pt>
                <c:pt idx="291">
                  <c:v>Jan 2021</c:v>
                </c:pt>
                <c:pt idx="292">
                  <c:v>Jan 2021</c:v>
                </c:pt>
                <c:pt idx="293">
                  <c:v>Jan 2021</c:v>
                </c:pt>
                <c:pt idx="294">
                  <c:v>Jan 2021</c:v>
                </c:pt>
                <c:pt idx="295">
                  <c:v>Jan 2021</c:v>
                </c:pt>
                <c:pt idx="296">
                  <c:v>Jan 2021</c:v>
                </c:pt>
                <c:pt idx="297">
                  <c:v>Jan 2021</c:v>
                </c:pt>
                <c:pt idx="298">
                  <c:v>Jan 2021</c:v>
                </c:pt>
                <c:pt idx="299">
                  <c:v>Jan 2021</c:v>
                </c:pt>
                <c:pt idx="300">
                  <c:v>Jan 2021</c:v>
                </c:pt>
                <c:pt idx="301">
                  <c:v>Jan 2021</c:v>
                </c:pt>
                <c:pt idx="302">
                  <c:v>Jan 2021</c:v>
                </c:pt>
                <c:pt idx="303">
                  <c:v>Jan 2021</c:v>
                </c:pt>
                <c:pt idx="304">
                  <c:v>Jan 2021</c:v>
                </c:pt>
                <c:pt idx="305">
                  <c:v>Jan 2021</c:v>
                </c:pt>
                <c:pt idx="306">
                  <c:v>Jan 2021</c:v>
                </c:pt>
                <c:pt idx="307">
                  <c:v>Jan 2021</c:v>
                </c:pt>
                <c:pt idx="308">
                  <c:v>Jan 2021</c:v>
                </c:pt>
                <c:pt idx="309">
                  <c:v>Jan 2021</c:v>
                </c:pt>
                <c:pt idx="310">
                  <c:v>Jan 2021</c:v>
                </c:pt>
                <c:pt idx="311">
                  <c:v>Jan 2021</c:v>
                </c:pt>
                <c:pt idx="312">
                  <c:v>Jan 2021</c:v>
                </c:pt>
                <c:pt idx="313">
                  <c:v>Feb 2021</c:v>
                </c:pt>
                <c:pt idx="314">
                  <c:v>Feb 2021</c:v>
                </c:pt>
                <c:pt idx="315">
                  <c:v>Feb 2021</c:v>
                </c:pt>
                <c:pt idx="316">
                  <c:v>Feb 2021</c:v>
                </c:pt>
                <c:pt idx="317">
                  <c:v>Feb 2021</c:v>
                </c:pt>
                <c:pt idx="318">
                  <c:v>Feb 2021</c:v>
                </c:pt>
                <c:pt idx="319">
                  <c:v>Feb 2021</c:v>
                </c:pt>
                <c:pt idx="320">
                  <c:v>Feb 2021</c:v>
                </c:pt>
                <c:pt idx="321">
                  <c:v>Feb 2021</c:v>
                </c:pt>
                <c:pt idx="322">
                  <c:v>Feb 2021</c:v>
                </c:pt>
                <c:pt idx="323">
                  <c:v>Feb 2021</c:v>
                </c:pt>
                <c:pt idx="324">
                  <c:v>Feb 2021</c:v>
                </c:pt>
                <c:pt idx="325">
                  <c:v>Feb 2021</c:v>
                </c:pt>
                <c:pt idx="326">
                  <c:v>Feb 2021</c:v>
                </c:pt>
                <c:pt idx="327">
                  <c:v>Feb 2021</c:v>
                </c:pt>
                <c:pt idx="328">
                  <c:v>Feb 2021</c:v>
                </c:pt>
                <c:pt idx="329">
                  <c:v>Feb 2021</c:v>
                </c:pt>
                <c:pt idx="330">
                  <c:v>Feb 2021</c:v>
                </c:pt>
                <c:pt idx="331">
                  <c:v>Feb 2021</c:v>
                </c:pt>
                <c:pt idx="332">
                  <c:v>Feb 2021</c:v>
                </c:pt>
                <c:pt idx="333">
                  <c:v>Feb 2021</c:v>
                </c:pt>
                <c:pt idx="334">
                  <c:v>Feb 2021</c:v>
                </c:pt>
                <c:pt idx="335">
                  <c:v>Feb 2021</c:v>
                </c:pt>
                <c:pt idx="336">
                  <c:v>Feb 2021</c:v>
                </c:pt>
                <c:pt idx="337">
                  <c:v>Feb 2021</c:v>
                </c:pt>
                <c:pt idx="338">
                  <c:v>Feb 2021</c:v>
                </c:pt>
                <c:pt idx="339">
                  <c:v>Feb 2021</c:v>
                </c:pt>
                <c:pt idx="340">
                  <c:v>Feb 2021</c:v>
                </c:pt>
                <c:pt idx="341">
                  <c:v>Mar 2021</c:v>
                </c:pt>
                <c:pt idx="342">
                  <c:v>Mar 2021</c:v>
                </c:pt>
                <c:pt idx="343">
                  <c:v>Mar 2021</c:v>
                </c:pt>
                <c:pt idx="344">
                  <c:v>Mar 2021</c:v>
                </c:pt>
                <c:pt idx="345">
                  <c:v>Mar 2021</c:v>
                </c:pt>
                <c:pt idx="346">
                  <c:v>Mar 2021</c:v>
                </c:pt>
                <c:pt idx="347">
                  <c:v>Mar 2021</c:v>
                </c:pt>
                <c:pt idx="348">
                  <c:v>Mar 2021</c:v>
                </c:pt>
                <c:pt idx="349">
                  <c:v>Mar 2021</c:v>
                </c:pt>
                <c:pt idx="350">
                  <c:v>Mar 2021</c:v>
                </c:pt>
                <c:pt idx="351">
                  <c:v>Mar 2021</c:v>
                </c:pt>
                <c:pt idx="352">
                  <c:v>Mar 2021</c:v>
                </c:pt>
                <c:pt idx="353">
                  <c:v>Mar 2021</c:v>
                </c:pt>
                <c:pt idx="354">
                  <c:v>Mar 2021</c:v>
                </c:pt>
                <c:pt idx="355">
                  <c:v>Mar 2021</c:v>
                </c:pt>
                <c:pt idx="356">
                  <c:v>Mar 2021</c:v>
                </c:pt>
                <c:pt idx="357">
                  <c:v>Mar 2021</c:v>
                </c:pt>
                <c:pt idx="358">
                  <c:v>Mar 2021</c:v>
                </c:pt>
                <c:pt idx="359">
                  <c:v>Mar 2021</c:v>
                </c:pt>
                <c:pt idx="360">
                  <c:v>Mar 2021</c:v>
                </c:pt>
                <c:pt idx="361">
                  <c:v>Mar 2021</c:v>
                </c:pt>
                <c:pt idx="362">
                  <c:v>Mar 2021</c:v>
                </c:pt>
                <c:pt idx="363">
                  <c:v>Mar 2021</c:v>
                </c:pt>
                <c:pt idx="364">
                  <c:v>Mar 2021</c:v>
                </c:pt>
                <c:pt idx="365">
                  <c:v>Mar 2021</c:v>
                </c:pt>
                <c:pt idx="366">
                  <c:v>Mar 2021</c:v>
                </c:pt>
                <c:pt idx="367">
                  <c:v>Mar 2021</c:v>
                </c:pt>
                <c:pt idx="368">
                  <c:v>Mar 2021</c:v>
                </c:pt>
                <c:pt idx="369">
                  <c:v>Mar 2021</c:v>
                </c:pt>
                <c:pt idx="370">
                  <c:v>Mar 2021</c:v>
                </c:pt>
                <c:pt idx="371">
                  <c:v>Mar 2021</c:v>
                </c:pt>
                <c:pt idx="372">
                  <c:v>Apr 2021</c:v>
                </c:pt>
                <c:pt idx="373">
                  <c:v>Apr 2021</c:v>
                </c:pt>
                <c:pt idx="374">
                  <c:v>Apr 2021</c:v>
                </c:pt>
                <c:pt idx="375">
                  <c:v>Apr 2021</c:v>
                </c:pt>
                <c:pt idx="376">
                  <c:v>Apr 2021</c:v>
                </c:pt>
                <c:pt idx="377">
                  <c:v>Apr 2021</c:v>
                </c:pt>
                <c:pt idx="378">
                  <c:v>Apr 2021</c:v>
                </c:pt>
                <c:pt idx="379">
                  <c:v>Apr 2021</c:v>
                </c:pt>
                <c:pt idx="380">
                  <c:v>Apr 2021</c:v>
                </c:pt>
                <c:pt idx="381">
                  <c:v>Apr 2021</c:v>
                </c:pt>
                <c:pt idx="382">
                  <c:v>Apr 2021</c:v>
                </c:pt>
                <c:pt idx="383">
                  <c:v>Apr 2021</c:v>
                </c:pt>
                <c:pt idx="384">
                  <c:v>Apr 2021</c:v>
                </c:pt>
                <c:pt idx="385">
                  <c:v>Apr 2021</c:v>
                </c:pt>
                <c:pt idx="386">
                  <c:v>Apr 2021</c:v>
                </c:pt>
                <c:pt idx="387">
                  <c:v>Apr 2021</c:v>
                </c:pt>
                <c:pt idx="388">
                  <c:v>Apr 2021</c:v>
                </c:pt>
                <c:pt idx="389">
                  <c:v>Apr 2021</c:v>
                </c:pt>
                <c:pt idx="390">
                  <c:v>Apr 2021</c:v>
                </c:pt>
                <c:pt idx="391">
                  <c:v>Apr 2021</c:v>
                </c:pt>
                <c:pt idx="392">
                  <c:v>Apr 2021</c:v>
                </c:pt>
                <c:pt idx="393">
                  <c:v>Apr 2021</c:v>
                </c:pt>
                <c:pt idx="394">
                  <c:v>Apr 2021</c:v>
                </c:pt>
                <c:pt idx="395">
                  <c:v>Apr 2021</c:v>
                </c:pt>
                <c:pt idx="396">
                  <c:v>Apr 2021</c:v>
                </c:pt>
                <c:pt idx="397">
                  <c:v>Apr 2021</c:v>
                </c:pt>
                <c:pt idx="398">
                  <c:v>Apr 2021</c:v>
                </c:pt>
                <c:pt idx="399">
                  <c:v>Apr 2021</c:v>
                </c:pt>
                <c:pt idx="400">
                  <c:v>Apr 2021</c:v>
                </c:pt>
                <c:pt idx="401">
                  <c:v>Apr 2021</c:v>
                </c:pt>
                <c:pt idx="402">
                  <c:v>May 2021</c:v>
                </c:pt>
                <c:pt idx="403">
                  <c:v>May 2021</c:v>
                </c:pt>
                <c:pt idx="404">
                  <c:v>May 2021</c:v>
                </c:pt>
                <c:pt idx="405">
                  <c:v>May 2021</c:v>
                </c:pt>
                <c:pt idx="406">
                  <c:v>May 2021</c:v>
                </c:pt>
                <c:pt idx="407">
                  <c:v>May 2021</c:v>
                </c:pt>
                <c:pt idx="408">
                  <c:v>May 2021</c:v>
                </c:pt>
                <c:pt idx="409">
                  <c:v>May 2021</c:v>
                </c:pt>
                <c:pt idx="410">
                  <c:v>May 2021</c:v>
                </c:pt>
                <c:pt idx="411">
                  <c:v>May 2021</c:v>
                </c:pt>
                <c:pt idx="412">
                  <c:v>May 2021</c:v>
                </c:pt>
                <c:pt idx="413">
                  <c:v>May 2021</c:v>
                </c:pt>
                <c:pt idx="414">
                  <c:v>May 2021</c:v>
                </c:pt>
                <c:pt idx="415">
                  <c:v>May 2021</c:v>
                </c:pt>
                <c:pt idx="416">
                  <c:v>May 2021</c:v>
                </c:pt>
                <c:pt idx="417">
                  <c:v>May 2021</c:v>
                </c:pt>
                <c:pt idx="418">
                  <c:v>May 2021</c:v>
                </c:pt>
                <c:pt idx="419">
                  <c:v>May 2021</c:v>
                </c:pt>
                <c:pt idx="420">
                  <c:v>May 2021</c:v>
                </c:pt>
                <c:pt idx="421">
                  <c:v>May 2021</c:v>
                </c:pt>
                <c:pt idx="422">
                  <c:v>May 2021</c:v>
                </c:pt>
                <c:pt idx="423">
                  <c:v>May 2021</c:v>
                </c:pt>
                <c:pt idx="424">
                  <c:v>May 2021</c:v>
                </c:pt>
                <c:pt idx="425">
                  <c:v>May 2021</c:v>
                </c:pt>
                <c:pt idx="426">
                  <c:v>May 2021</c:v>
                </c:pt>
                <c:pt idx="427">
                  <c:v>May 2021</c:v>
                </c:pt>
                <c:pt idx="428">
                  <c:v>May 2021</c:v>
                </c:pt>
                <c:pt idx="429">
                  <c:v>May 2021</c:v>
                </c:pt>
                <c:pt idx="430">
                  <c:v>May 2021</c:v>
                </c:pt>
                <c:pt idx="431">
                  <c:v>May 2021</c:v>
                </c:pt>
                <c:pt idx="432">
                  <c:v>May 2021</c:v>
                </c:pt>
                <c:pt idx="433">
                  <c:v>Jun 2021</c:v>
                </c:pt>
                <c:pt idx="434">
                  <c:v>Jun 2021</c:v>
                </c:pt>
                <c:pt idx="435">
                  <c:v>Jun 2021</c:v>
                </c:pt>
                <c:pt idx="436">
                  <c:v>Jun 2021</c:v>
                </c:pt>
                <c:pt idx="437">
                  <c:v>Jun 2021</c:v>
                </c:pt>
                <c:pt idx="438">
                  <c:v>Jun 2021</c:v>
                </c:pt>
                <c:pt idx="439">
                  <c:v>Jun 2021</c:v>
                </c:pt>
                <c:pt idx="440">
                  <c:v>Jun 2021</c:v>
                </c:pt>
                <c:pt idx="441">
                  <c:v>Jun 2021</c:v>
                </c:pt>
                <c:pt idx="442">
                  <c:v>Jun 2021</c:v>
                </c:pt>
                <c:pt idx="443">
                  <c:v>Jun 2021</c:v>
                </c:pt>
                <c:pt idx="444">
                  <c:v>Jun 2021</c:v>
                </c:pt>
                <c:pt idx="445">
                  <c:v>Jun 2021</c:v>
                </c:pt>
                <c:pt idx="446">
                  <c:v>Jun 2021</c:v>
                </c:pt>
                <c:pt idx="447">
                  <c:v>Jun 2021</c:v>
                </c:pt>
                <c:pt idx="448">
                  <c:v>Jun 2021</c:v>
                </c:pt>
                <c:pt idx="449">
                  <c:v>Jun 2021</c:v>
                </c:pt>
                <c:pt idx="450">
                  <c:v>Jun 2021</c:v>
                </c:pt>
                <c:pt idx="451">
                  <c:v>Jun 2021</c:v>
                </c:pt>
                <c:pt idx="452">
                  <c:v>Jun 2021</c:v>
                </c:pt>
                <c:pt idx="453">
                  <c:v>Jun 2021</c:v>
                </c:pt>
                <c:pt idx="454">
                  <c:v>Jun 2021</c:v>
                </c:pt>
                <c:pt idx="455">
                  <c:v>Jun 2021</c:v>
                </c:pt>
                <c:pt idx="456">
                  <c:v>Jun 2021</c:v>
                </c:pt>
                <c:pt idx="457">
                  <c:v>Jun 2021</c:v>
                </c:pt>
                <c:pt idx="458">
                  <c:v>Jun 2021</c:v>
                </c:pt>
                <c:pt idx="459">
                  <c:v>Jun 2021</c:v>
                </c:pt>
                <c:pt idx="460">
                  <c:v>Jun 2021</c:v>
                </c:pt>
                <c:pt idx="461">
                  <c:v>Jun 2021</c:v>
                </c:pt>
                <c:pt idx="462">
                  <c:v>Jun 2021</c:v>
                </c:pt>
                <c:pt idx="463">
                  <c:v>Jul 2021</c:v>
                </c:pt>
                <c:pt idx="464">
                  <c:v>Jul 2021</c:v>
                </c:pt>
                <c:pt idx="465">
                  <c:v>Jul 2021</c:v>
                </c:pt>
                <c:pt idx="466">
                  <c:v>Jul 2021</c:v>
                </c:pt>
                <c:pt idx="467">
                  <c:v>Jul 2021</c:v>
                </c:pt>
                <c:pt idx="468">
                  <c:v>Jul 2021</c:v>
                </c:pt>
                <c:pt idx="469">
                  <c:v>Jul 2021</c:v>
                </c:pt>
                <c:pt idx="470">
                  <c:v>Jul 2021</c:v>
                </c:pt>
                <c:pt idx="471">
                  <c:v>Jul 2021</c:v>
                </c:pt>
                <c:pt idx="472">
                  <c:v>Jul 2021</c:v>
                </c:pt>
                <c:pt idx="473">
                  <c:v>Jul 2021</c:v>
                </c:pt>
                <c:pt idx="474">
                  <c:v>Jul 2021</c:v>
                </c:pt>
                <c:pt idx="475">
                  <c:v>Jul 2021</c:v>
                </c:pt>
                <c:pt idx="476">
                  <c:v>Jul 2021</c:v>
                </c:pt>
                <c:pt idx="477">
                  <c:v>Jul 2021</c:v>
                </c:pt>
                <c:pt idx="478">
                  <c:v>Jul 2021</c:v>
                </c:pt>
                <c:pt idx="479">
                  <c:v>Jul 2021</c:v>
                </c:pt>
                <c:pt idx="480">
                  <c:v>Jul 2021</c:v>
                </c:pt>
                <c:pt idx="481">
                  <c:v>Jul 2021</c:v>
                </c:pt>
                <c:pt idx="482">
                  <c:v>Jul 2021</c:v>
                </c:pt>
                <c:pt idx="483">
                  <c:v>Jul 2021</c:v>
                </c:pt>
                <c:pt idx="484">
                  <c:v>Jul 2021</c:v>
                </c:pt>
                <c:pt idx="485">
                  <c:v>Jul 2021</c:v>
                </c:pt>
                <c:pt idx="486">
                  <c:v>Jul 2021</c:v>
                </c:pt>
                <c:pt idx="487">
                  <c:v>Jul 2021</c:v>
                </c:pt>
                <c:pt idx="488">
                  <c:v>Jul 2021</c:v>
                </c:pt>
                <c:pt idx="489">
                  <c:v>Jul 2021</c:v>
                </c:pt>
                <c:pt idx="490">
                  <c:v>Jul 2021</c:v>
                </c:pt>
                <c:pt idx="491">
                  <c:v>Jul 2021</c:v>
                </c:pt>
                <c:pt idx="492">
                  <c:v>Jul 2021</c:v>
                </c:pt>
                <c:pt idx="493">
                  <c:v>Jul 2021</c:v>
                </c:pt>
                <c:pt idx="494">
                  <c:v>Aug 2021</c:v>
                </c:pt>
                <c:pt idx="495">
                  <c:v>Aug 2021</c:v>
                </c:pt>
                <c:pt idx="496">
                  <c:v>Aug 2021</c:v>
                </c:pt>
                <c:pt idx="497">
                  <c:v>Aug 2021</c:v>
                </c:pt>
                <c:pt idx="498">
                  <c:v>Aug 2021</c:v>
                </c:pt>
                <c:pt idx="499">
                  <c:v>Aug 2021</c:v>
                </c:pt>
                <c:pt idx="500">
                  <c:v>Aug 2021</c:v>
                </c:pt>
                <c:pt idx="501">
                  <c:v>Aug 2021</c:v>
                </c:pt>
                <c:pt idx="502">
                  <c:v>Aug 2021</c:v>
                </c:pt>
                <c:pt idx="503">
                  <c:v>Aug 2021</c:v>
                </c:pt>
                <c:pt idx="504">
                  <c:v>Aug 2021</c:v>
                </c:pt>
                <c:pt idx="505">
                  <c:v>Aug 2021</c:v>
                </c:pt>
                <c:pt idx="506">
                  <c:v>Aug 2021</c:v>
                </c:pt>
                <c:pt idx="507">
                  <c:v>Aug 2021</c:v>
                </c:pt>
                <c:pt idx="508">
                  <c:v>Aug 2021</c:v>
                </c:pt>
                <c:pt idx="509">
                  <c:v>Aug 2021</c:v>
                </c:pt>
                <c:pt idx="510">
                  <c:v>Aug 2021</c:v>
                </c:pt>
                <c:pt idx="511">
                  <c:v>Aug 2021</c:v>
                </c:pt>
                <c:pt idx="512">
                  <c:v>Aug 2021</c:v>
                </c:pt>
                <c:pt idx="513">
                  <c:v>Aug 2021</c:v>
                </c:pt>
                <c:pt idx="514">
                  <c:v>Aug 2021</c:v>
                </c:pt>
                <c:pt idx="515">
                  <c:v>Aug 2021</c:v>
                </c:pt>
                <c:pt idx="516">
                  <c:v>Aug 2021</c:v>
                </c:pt>
                <c:pt idx="517">
                  <c:v>Aug 2021</c:v>
                </c:pt>
                <c:pt idx="518">
                  <c:v>Aug 2021</c:v>
                </c:pt>
                <c:pt idx="519">
                  <c:v>Aug 2021</c:v>
                </c:pt>
                <c:pt idx="520">
                  <c:v>Aug 2021</c:v>
                </c:pt>
                <c:pt idx="521">
                  <c:v>Aug 2021</c:v>
                </c:pt>
                <c:pt idx="522">
                  <c:v>Aug 2021</c:v>
                </c:pt>
                <c:pt idx="523">
                  <c:v>Aug 2021</c:v>
                </c:pt>
                <c:pt idx="524">
                  <c:v>Aug 2021</c:v>
                </c:pt>
                <c:pt idx="525">
                  <c:v>Sep 2021</c:v>
                </c:pt>
                <c:pt idx="526">
                  <c:v>Sep 2021</c:v>
                </c:pt>
                <c:pt idx="527">
                  <c:v>Sep 2021</c:v>
                </c:pt>
                <c:pt idx="528">
                  <c:v>Sep 2021</c:v>
                </c:pt>
                <c:pt idx="529">
                  <c:v>Sep 2021</c:v>
                </c:pt>
                <c:pt idx="530">
                  <c:v>Sep 2021</c:v>
                </c:pt>
                <c:pt idx="531">
                  <c:v>Sep 2021</c:v>
                </c:pt>
                <c:pt idx="532">
                  <c:v>Sep 2021</c:v>
                </c:pt>
                <c:pt idx="533">
                  <c:v>Sep 2021</c:v>
                </c:pt>
                <c:pt idx="534">
                  <c:v>Sep 2021</c:v>
                </c:pt>
                <c:pt idx="535">
                  <c:v>Sep 2021</c:v>
                </c:pt>
                <c:pt idx="536">
                  <c:v>Sep 2021</c:v>
                </c:pt>
                <c:pt idx="537">
                  <c:v>Sep 2021</c:v>
                </c:pt>
                <c:pt idx="538">
                  <c:v>Sep 2021</c:v>
                </c:pt>
                <c:pt idx="539">
                  <c:v>Sep 2021</c:v>
                </c:pt>
                <c:pt idx="540">
                  <c:v>Sep 2021</c:v>
                </c:pt>
                <c:pt idx="541">
                  <c:v>Sep 2021</c:v>
                </c:pt>
                <c:pt idx="542">
                  <c:v>Sep 2021</c:v>
                </c:pt>
                <c:pt idx="543">
                  <c:v>Sep 2021</c:v>
                </c:pt>
                <c:pt idx="544">
                  <c:v>Sep 2021</c:v>
                </c:pt>
                <c:pt idx="545">
                  <c:v>Sep 2021</c:v>
                </c:pt>
                <c:pt idx="546">
                  <c:v>Sep 2021</c:v>
                </c:pt>
                <c:pt idx="547">
                  <c:v>Sep 2021</c:v>
                </c:pt>
                <c:pt idx="548">
                  <c:v>Sep 2021</c:v>
                </c:pt>
                <c:pt idx="549">
                  <c:v>Sep 2021</c:v>
                </c:pt>
                <c:pt idx="550">
                  <c:v>Sep 2021</c:v>
                </c:pt>
                <c:pt idx="551">
                  <c:v>Sep 2021</c:v>
                </c:pt>
                <c:pt idx="552">
                  <c:v>Sep 2021</c:v>
                </c:pt>
                <c:pt idx="553">
                  <c:v>Sep 2021</c:v>
                </c:pt>
                <c:pt idx="554">
                  <c:v>Sep 2021</c:v>
                </c:pt>
                <c:pt idx="555">
                  <c:v>Oct 2021</c:v>
                </c:pt>
                <c:pt idx="556">
                  <c:v>Oct 2021</c:v>
                </c:pt>
                <c:pt idx="557">
                  <c:v>Oct 2021</c:v>
                </c:pt>
                <c:pt idx="558">
                  <c:v>Oct 2021</c:v>
                </c:pt>
                <c:pt idx="559">
                  <c:v>Oct 2021</c:v>
                </c:pt>
                <c:pt idx="560">
                  <c:v>Oct 2021</c:v>
                </c:pt>
                <c:pt idx="561">
                  <c:v>Oct 2021</c:v>
                </c:pt>
                <c:pt idx="562">
                  <c:v>Oct 2021</c:v>
                </c:pt>
                <c:pt idx="563">
                  <c:v>Oct 2021</c:v>
                </c:pt>
                <c:pt idx="564">
                  <c:v>Oct 2021</c:v>
                </c:pt>
                <c:pt idx="565">
                  <c:v>Oct 2021</c:v>
                </c:pt>
                <c:pt idx="566">
                  <c:v>Oct 2021</c:v>
                </c:pt>
                <c:pt idx="567">
                  <c:v>Oct 2021</c:v>
                </c:pt>
                <c:pt idx="568">
                  <c:v>Oct 2021</c:v>
                </c:pt>
                <c:pt idx="569">
                  <c:v>Oct 2021</c:v>
                </c:pt>
                <c:pt idx="570">
                  <c:v>Oct 2021</c:v>
                </c:pt>
                <c:pt idx="571">
                  <c:v>Oct 2021</c:v>
                </c:pt>
                <c:pt idx="572">
                  <c:v>Oct 2021</c:v>
                </c:pt>
                <c:pt idx="573">
                  <c:v>Oct 2021</c:v>
                </c:pt>
                <c:pt idx="574">
                  <c:v>Oct 2021</c:v>
                </c:pt>
                <c:pt idx="575">
                  <c:v>Oct 2021</c:v>
                </c:pt>
                <c:pt idx="576">
                  <c:v>Oct 2021</c:v>
                </c:pt>
                <c:pt idx="577">
                  <c:v>Oct 2021</c:v>
                </c:pt>
                <c:pt idx="578">
                  <c:v>Oct 2021</c:v>
                </c:pt>
                <c:pt idx="579">
                  <c:v>Oct 2021</c:v>
                </c:pt>
                <c:pt idx="580">
                  <c:v>Oct 2021</c:v>
                </c:pt>
                <c:pt idx="581">
                  <c:v>Oct 2021</c:v>
                </c:pt>
                <c:pt idx="582">
                  <c:v>Oct 2021</c:v>
                </c:pt>
                <c:pt idx="583">
                  <c:v>Oct 2021</c:v>
                </c:pt>
                <c:pt idx="584">
                  <c:v>Oct 2021</c:v>
                </c:pt>
                <c:pt idx="585">
                  <c:v>Oct 2021</c:v>
                </c:pt>
                <c:pt idx="586">
                  <c:v>Nov 2021</c:v>
                </c:pt>
                <c:pt idx="587">
                  <c:v>Nov 2021</c:v>
                </c:pt>
                <c:pt idx="588">
                  <c:v>Nov 2021</c:v>
                </c:pt>
                <c:pt idx="589">
                  <c:v>Nov 2021</c:v>
                </c:pt>
                <c:pt idx="590">
                  <c:v>Nov 2021</c:v>
                </c:pt>
                <c:pt idx="591">
                  <c:v>Nov 2021</c:v>
                </c:pt>
                <c:pt idx="592">
                  <c:v>Nov 2021</c:v>
                </c:pt>
                <c:pt idx="593">
                  <c:v>Nov 2021</c:v>
                </c:pt>
                <c:pt idx="594">
                  <c:v>Nov 2021</c:v>
                </c:pt>
                <c:pt idx="595">
                  <c:v>Nov 2021</c:v>
                </c:pt>
                <c:pt idx="596">
                  <c:v>Nov 2021</c:v>
                </c:pt>
                <c:pt idx="597">
                  <c:v>Nov 2021</c:v>
                </c:pt>
                <c:pt idx="598">
                  <c:v>Nov 2021</c:v>
                </c:pt>
                <c:pt idx="599">
                  <c:v>Nov 2021</c:v>
                </c:pt>
                <c:pt idx="600">
                  <c:v>Nov 2021</c:v>
                </c:pt>
                <c:pt idx="601">
                  <c:v>Nov 2021</c:v>
                </c:pt>
                <c:pt idx="602">
                  <c:v>Nov 2021</c:v>
                </c:pt>
                <c:pt idx="603">
                  <c:v>Nov 2021</c:v>
                </c:pt>
                <c:pt idx="604">
                  <c:v>Nov 2021</c:v>
                </c:pt>
                <c:pt idx="605">
                  <c:v>Nov 2021</c:v>
                </c:pt>
                <c:pt idx="606">
                  <c:v>Nov 2021</c:v>
                </c:pt>
                <c:pt idx="607">
                  <c:v>Nov 2021</c:v>
                </c:pt>
                <c:pt idx="608">
                  <c:v>Nov 2021</c:v>
                </c:pt>
                <c:pt idx="609">
                  <c:v>Nov 2021</c:v>
                </c:pt>
                <c:pt idx="610">
                  <c:v>Nov 2021</c:v>
                </c:pt>
                <c:pt idx="611">
                  <c:v>Nov 2021</c:v>
                </c:pt>
                <c:pt idx="612">
                  <c:v>Nov 2021</c:v>
                </c:pt>
                <c:pt idx="613">
                  <c:v>Nov 2021</c:v>
                </c:pt>
                <c:pt idx="614">
                  <c:v>Nov 2021</c:v>
                </c:pt>
                <c:pt idx="615">
                  <c:v>Nov 2021</c:v>
                </c:pt>
                <c:pt idx="616">
                  <c:v>Dec 2021</c:v>
                </c:pt>
                <c:pt idx="617">
                  <c:v>Dec 2021</c:v>
                </c:pt>
                <c:pt idx="618">
                  <c:v>Dec 2021</c:v>
                </c:pt>
                <c:pt idx="619">
                  <c:v>Dec 2021</c:v>
                </c:pt>
                <c:pt idx="620">
                  <c:v>Dec 2021</c:v>
                </c:pt>
                <c:pt idx="621">
                  <c:v>Dec 2021</c:v>
                </c:pt>
                <c:pt idx="622">
                  <c:v>Dec 2021</c:v>
                </c:pt>
                <c:pt idx="623">
                  <c:v>Dec 2021</c:v>
                </c:pt>
                <c:pt idx="624">
                  <c:v>Dec 2021</c:v>
                </c:pt>
                <c:pt idx="625">
                  <c:v>Dec 2021</c:v>
                </c:pt>
                <c:pt idx="626">
                  <c:v>Dec 2021</c:v>
                </c:pt>
                <c:pt idx="627">
                  <c:v>Dec 2021</c:v>
                </c:pt>
                <c:pt idx="628">
                  <c:v>Dec 2021</c:v>
                </c:pt>
                <c:pt idx="629">
                  <c:v>Dec 2021</c:v>
                </c:pt>
                <c:pt idx="630">
                  <c:v>Dec 2021</c:v>
                </c:pt>
                <c:pt idx="631">
                  <c:v>Dec 2021</c:v>
                </c:pt>
                <c:pt idx="632">
                  <c:v>Dec 2021</c:v>
                </c:pt>
                <c:pt idx="633">
                  <c:v>Dec 2021</c:v>
                </c:pt>
                <c:pt idx="634">
                  <c:v>Dec 2021</c:v>
                </c:pt>
                <c:pt idx="635">
                  <c:v>Dec 2021</c:v>
                </c:pt>
                <c:pt idx="636">
                  <c:v>Dec 2021</c:v>
                </c:pt>
                <c:pt idx="637">
                  <c:v>Dec 2021</c:v>
                </c:pt>
                <c:pt idx="638">
                  <c:v>Dec 2021</c:v>
                </c:pt>
                <c:pt idx="639">
                  <c:v>Dec 2021</c:v>
                </c:pt>
                <c:pt idx="640">
                  <c:v>Dec 2021</c:v>
                </c:pt>
                <c:pt idx="641">
                  <c:v>Dec 2021</c:v>
                </c:pt>
                <c:pt idx="642">
                  <c:v>Dec 2021</c:v>
                </c:pt>
                <c:pt idx="643">
                  <c:v>Dec 2021</c:v>
                </c:pt>
                <c:pt idx="644">
                  <c:v>Dec 2021</c:v>
                </c:pt>
                <c:pt idx="645">
                  <c:v>Dec 2021</c:v>
                </c:pt>
                <c:pt idx="646">
                  <c:v>Dec 2021</c:v>
                </c:pt>
                <c:pt idx="647">
                  <c:v>Jan 2022</c:v>
                </c:pt>
                <c:pt idx="648">
                  <c:v>Jan 2022</c:v>
                </c:pt>
                <c:pt idx="649">
                  <c:v>Jan 2022</c:v>
                </c:pt>
                <c:pt idx="650">
                  <c:v>Jan 2022</c:v>
                </c:pt>
                <c:pt idx="651">
                  <c:v>Jan 2022</c:v>
                </c:pt>
                <c:pt idx="652">
                  <c:v>Jan 2022</c:v>
                </c:pt>
                <c:pt idx="653">
                  <c:v>Jan 2022</c:v>
                </c:pt>
                <c:pt idx="654">
                  <c:v>Jan 2022</c:v>
                </c:pt>
                <c:pt idx="655">
                  <c:v>Jan 2022</c:v>
                </c:pt>
                <c:pt idx="656">
                  <c:v>Jan 2022</c:v>
                </c:pt>
                <c:pt idx="657">
                  <c:v>Jan 2022</c:v>
                </c:pt>
                <c:pt idx="658">
                  <c:v>Jan 2022</c:v>
                </c:pt>
                <c:pt idx="659">
                  <c:v>Jan 2022</c:v>
                </c:pt>
                <c:pt idx="660">
                  <c:v>Jan 2022</c:v>
                </c:pt>
                <c:pt idx="661">
                  <c:v>Jan 2022</c:v>
                </c:pt>
                <c:pt idx="662">
                  <c:v>Jan 2022</c:v>
                </c:pt>
                <c:pt idx="663">
                  <c:v>Jan 2022</c:v>
                </c:pt>
                <c:pt idx="664">
                  <c:v>Jan 2022</c:v>
                </c:pt>
                <c:pt idx="665">
                  <c:v>Jan 2022</c:v>
                </c:pt>
                <c:pt idx="666">
                  <c:v>Jan 2022</c:v>
                </c:pt>
                <c:pt idx="667">
                  <c:v>Jan 2022</c:v>
                </c:pt>
                <c:pt idx="668">
                  <c:v>Jan 2022</c:v>
                </c:pt>
                <c:pt idx="669">
                  <c:v>Jan 2022</c:v>
                </c:pt>
                <c:pt idx="670">
                  <c:v>Jan 2022</c:v>
                </c:pt>
                <c:pt idx="671">
                  <c:v>Jan 2022</c:v>
                </c:pt>
                <c:pt idx="672">
                  <c:v>Jan 2022</c:v>
                </c:pt>
                <c:pt idx="673">
                  <c:v>Jan 2022</c:v>
                </c:pt>
                <c:pt idx="674">
                  <c:v>Jan 2022</c:v>
                </c:pt>
                <c:pt idx="675">
                  <c:v>Jan 2022</c:v>
                </c:pt>
                <c:pt idx="676">
                  <c:v>Jan 2022</c:v>
                </c:pt>
                <c:pt idx="677">
                  <c:v>Jan 2022</c:v>
                </c:pt>
                <c:pt idx="678">
                  <c:v>Feb 2022</c:v>
                </c:pt>
                <c:pt idx="679">
                  <c:v>Feb 2022</c:v>
                </c:pt>
                <c:pt idx="680">
                  <c:v>Feb 2022</c:v>
                </c:pt>
                <c:pt idx="681">
                  <c:v>Feb 2022</c:v>
                </c:pt>
                <c:pt idx="682">
                  <c:v>Feb 2022</c:v>
                </c:pt>
                <c:pt idx="683">
                  <c:v>Feb 2022</c:v>
                </c:pt>
                <c:pt idx="684">
                  <c:v>Feb 2022</c:v>
                </c:pt>
                <c:pt idx="685">
                  <c:v>Feb 2022</c:v>
                </c:pt>
                <c:pt idx="686">
                  <c:v>Feb 2022</c:v>
                </c:pt>
                <c:pt idx="687">
                  <c:v>Feb 2022</c:v>
                </c:pt>
                <c:pt idx="688">
                  <c:v>Feb 2022</c:v>
                </c:pt>
                <c:pt idx="689">
                  <c:v>Feb 2022</c:v>
                </c:pt>
                <c:pt idx="690">
                  <c:v>Feb 2022</c:v>
                </c:pt>
                <c:pt idx="691">
                  <c:v>Feb 2022</c:v>
                </c:pt>
                <c:pt idx="692">
                  <c:v>Feb 2022</c:v>
                </c:pt>
                <c:pt idx="693">
                  <c:v>Feb 2022</c:v>
                </c:pt>
                <c:pt idx="694">
                  <c:v>Feb 2022</c:v>
                </c:pt>
                <c:pt idx="695">
                  <c:v>Feb 2022</c:v>
                </c:pt>
                <c:pt idx="696">
                  <c:v>Feb 2022</c:v>
                </c:pt>
                <c:pt idx="697">
                  <c:v>Feb 2022</c:v>
                </c:pt>
                <c:pt idx="698">
                  <c:v>Feb 2022</c:v>
                </c:pt>
                <c:pt idx="699">
                  <c:v>Feb 2022</c:v>
                </c:pt>
                <c:pt idx="700">
                  <c:v>Feb 2022</c:v>
                </c:pt>
                <c:pt idx="701">
                  <c:v>Feb 2022</c:v>
                </c:pt>
                <c:pt idx="702">
                  <c:v>Feb 2022</c:v>
                </c:pt>
                <c:pt idx="703">
                  <c:v>Feb 2022</c:v>
                </c:pt>
                <c:pt idx="704">
                  <c:v>Feb 2022</c:v>
                </c:pt>
                <c:pt idx="705">
                  <c:v>Feb 2022</c:v>
                </c:pt>
                <c:pt idx="706">
                  <c:v>Mar 2022</c:v>
                </c:pt>
                <c:pt idx="707">
                  <c:v>Mar 2022</c:v>
                </c:pt>
                <c:pt idx="708">
                  <c:v>Mar 2022</c:v>
                </c:pt>
                <c:pt idx="709">
                  <c:v>Mar 2022</c:v>
                </c:pt>
                <c:pt idx="710">
                  <c:v>Mar 2022</c:v>
                </c:pt>
                <c:pt idx="711">
                  <c:v>Mar 2022</c:v>
                </c:pt>
                <c:pt idx="712">
                  <c:v>Mar 2022</c:v>
                </c:pt>
                <c:pt idx="713">
                  <c:v>Mar 2022</c:v>
                </c:pt>
                <c:pt idx="714">
                  <c:v>Mar 2022</c:v>
                </c:pt>
                <c:pt idx="715">
                  <c:v>Mar 2022</c:v>
                </c:pt>
                <c:pt idx="716">
                  <c:v>Mar 2022</c:v>
                </c:pt>
                <c:pt idx="717">
                  <c:v>Mar 2022</c:v>
                </c:pt>
                <c:pt idx="718">
                  <c:v>Mar 2022</c:v>
                </c:pt>
                <c:pt idx="719">
                  <c:v>Mar 2022</c:v>
                </c:pt>
                <c:pt idx="720">
                  <c:v>Mar 2022</c:v>
                </c:pt>
                <c:pt idx="721">
                  <c:v>Mar 2022</c:v>
                </c:pt>
                <c:pt idx="722">
                  <c:v>Mar 2022</c:v>
                </c:pt>
                <c:pt idx="723">
                  <c:v>Mar 2022</c:v>
                </c:pt>
                <c:pt idx="724">
                  <c:v>Mar 2022</c:v>
                </c:pt>
                <c:pt idx="725">
                  <c:v>Mar 2022</c:v>
                </c:pt>
                <c:pt idx="726">
                  <c:v>Mar 2022</c:v>
                </c:pt>
                <c:pt idx="727">
                  <c:v>Mar 2022</c:v>
                </c:pt>
                <c:pt idx="728">
                  <c:v>Mar 2022</c:v>
                </c:pt>
                <c:pt idx="729">
                  <c:v>Mar 2022</c:v>
                </c:pt>
                <c:pt idx="730">
                  <c:v>Mar 2022</c:v>
                </c:pt>
                <c:pt idx="731">
                  <c:v>Mar 2022</c:v>
                </c:pt>
                <c:pt idx="732">
                  <c:v>Mar 2022</c:v>
                </c:pt>
                <c:pt idx="733">
                  <c:v>Mar 2022</c:v>
                </c:pt>
                <c:pt idx="734">
                  <c:v>Mar 2022</c:v>
                </c:pt>
                <c:pt idx="735">
                  <c:v>Mar 2022</c:v>
                </c:pt>
                <c:pt idx="736">
                  <c:v>Mar 2022</c:v>
                </c:pt>
                <c:pt idx="737">
                  <c:v>Apr 2022</c:v>
                </c:pt>
                <c:pt idx="738">
                  <c:v>Apr 2022</c:v>
                </c:pt>
                <c:pt idx="739">
                  <c:v>Apr 2022</c:v>
                </c:pt>
                <c:pt idx="740">
                  <c:v>Apr 2022</c:v>
                </c:pt>
                <c:pt idx="741">
                  <c:v>Apr 2022</c:v>
                </c:pt>
                <c:pt idx="742">
                  <c:v>Apr 2022</c:v>
                </c:pt>
                <c:pt idx="743">
                  <c:v>Apr 2022</c:v>
                </c:pt>
                <c:pt idx="744">
                  <c:v>Apr 2022</c:v>
                </c:pt>
                <c:pt idx="745">
                  <c:v>Apr 2022</c:v>
                </c:pt>
                <c:pt idx="746">
                  <c:v>Apr 2022</c:v>
                </c:pt>
                <c:pt idx="747">
                  <c:v>Apr 2022</c:v>
                </c:pt>
                <c:pt idx="748">
                  <c:v>Apr 2022</c:v>
                </c:pt>
                <c:pt idx="749">
                  <c:v>Apr 2022</c:v>
                </c:pt>
                <c:pt idx="750">
                  <c:v>Apr 2022</c:v>
                </c:pt>
                <c:pt idx="751">
                  <c:v>Apr 2022</c:v>
                </c:pt>
                <c:pt idx="752">
                  <c:v>Apr 2022</c:v>
                </c:pt>
                <c:pt idx="753">
                  <c:v>Apr 2022</c:v>
                </c:pt>
                <c:pt idx="754">
                  <c:v>Apr 2022</c:v>
                </c:pt>
                <c:pt idx="755">
                  <c:v>Apr 2022</c:v>
                </c:pt>
                <c:pt idx="756">
                  <c:v>Apr 2022</c:v>
                </c:pt>
                <c:pt idx="757">
                  <c:v>Apr 2022</c:v>
                </c:pt>
                <c:pt idx="758">
                  <c:v>Apr 2022</c:v>
                </c:pt>
                <c:pt idx="759">
                  <c:v>Apr 2022</c:v>
                </c:pt>
                <c:pt idx="760">
                  <c:v>Apr 2022</c:v>
                </c:pt>
                <c:pt idx="761">
                  <c:v>Apr 2022</c:v>
                </c:pt>
                <c:pt idx="762">
                  <c:v>Apr 2022</c:v>
                </c:pt>
                <c:pt idx="763">
                  <c:v>Apr 2022</c:v>
                </c:pt>
                <c:pt idx="764">
                  <c:v>Apr 2022</c:v>
                </c:pt>
                <c:pt idx="765">
                  <c:v>Apr 2022</c:v>
                </c:pt>
                <c:pt idx="766">
                  <c:v>Apr 2022</c:v>
                </c:pt>
                <c:pt idx="767">
                  <c:v>May 2022</c:v>
                </c:pt>
                <c:pt idx="768">
                  <c:v>May 2022</c:v>
                </c:pt>
                <c:pt idx="769">
                  <c:v>May 2022</c:v>
                </c:pt>
                <c:pt idx="770">
                  <c:v>May 2022</c:v>
                </c:pt>
                <c:pt idx="771">
                  <c:v>May 2022</c:v>
                </c:pt>
                <c:pt idx="772">
                  <c:v>May 2022</c:v>
                </c:pt>
                <c:pt idx="773">
                  <c:v>May 2022</c:v>
                </c:pt>
                <c:pt idx="774">
                  <c:v>May 2022</c:v>
                </c:pt>
                <c:pt idx="775">
                  <c:v>May 2022</c:v>
                </c:pt>
                <c:pt idx="776">
                  <c:v>May 2022</c:v>
                </c:pt>
                <c:pt idx="777">
                  <c:v>May 2022</c:v>
                </c:pt>
                <c:pt idx="778">
                  <c:v>May 2022</c:v>
                </c:pt>
                <c:pt idx="779">
                  <c:v>May 2022</c:v>
                </c:pt>
                <c:pt idx="780">
                  <c:v>May 2022</c:v>
                </c:pt>
                <c:pt idx="781">
                  <c:v>May 2022</c:v>
                </c:pt>
                <c:pt idx="782">
                  <c:v>May 2022</c:v>
                </c:pt>
                <c:pt idx="783">
                  <c:v>May 2022</c:v>
                </c:pt>
                <c:pt idx="784">
                  <c:v>May 2022</c:v>
                </c:pt>
                <c:pt idx="785">
                  <c:v>May 2022</c:v>
                </c:pt>
                <c:pt idx="786">
                  <c:v>May 2022</c:v>
                </c:pt>
                <c:pt idx="787">
                  <c:v>May 2022</c:v>
                </c:pt>
                <c:pt idx="788">
                  <c:v>May 2022</c:v>
                </c:pt>
                <c:pt idx="789">
                  <c:v>May 2022</c:v>
                </c:pt>
                <c:pt idx="790">
                  <c:v>May 2022</c:v>
                </c:pt>
                <c:pt idx="791">
                  <c:v>May 2022</c:v>
                </c:pt>
                <c:pt idx="792">
                  <c:v>May 2022</c:v>
                </c:pt>
                <c:pt idx="793">
                  <c:v>May 2022</c:v>
                </c:pt>
                <c:pt idx="794">
                  <c:v>May 2022</c:v>
                </c:pt>
                <c:pt idx="795">
                  <c:v>May 2022</c:v>
                </c:pt>
                <c:pt idx="796">
                  <c:v>May 2022</c:v>
                </c:pt>
                <c:pt idx="797">
                  <c:v>May 2022</c:v>
                </c:pt>
                <c:pt idx="798">
                  <c:v>Jun 2022</c:v>
                </c:pt>
                <c:pt idx="799">
                  <c:v>Jun 2022</c:v>
                </c:pt>
                <c:pt idx="800">
                  <c:v>Jun 2022</c:v>
                </c:pt>
                <c:pt idx="801">
                  <c:v>Jun 2022</c:v>
                </c:pt>
                <c:pt idx="802">
                  <c:v>Jun 2022</c:v>
                </c:pt>
                <c:pt idx="803">
                  <c:v>Jun 2022</c:v>
                </c:pt>
                <c:pt idx="804">
                  <c:v>Jun 2022</c:v>
                </c:pt>
                <c:pt idx="805">
                  <c:v>Jun 2022</c:v>
                </c:pt>
                <c:pt idx="806">
                  <c:v>Jun 2022</c:v>
                </c:pt>
                <c:pt idx="807">
                  <c:v>Jun 2022</c:v>
                </c:pt>
                <c:pt idx="808">
                  <c:v>Jun 2022</c:v>
                </c:pt>
                <c:pt idx="809">
                  <c:v>Jun 2022</c:v>
                </c:pt>
                <c:pt idx="810">
                  <c:v>Jun 2022</c:v>
                </c:pt>
                <c:pt idx="811">
                  <c:v>Jun 2022</c:v>
                </c:pt>
                <c:pt idx="812">
                  <c:v>Jun 2022</c:v>
                </c:pt>
                <c:pt idx="813">
                  <c:v>Jun 2022</c:v>
                </c:pt>
                <c:pt idx="814">
                  <c:v>Jun 2022</c:v>
                </c:pt>
                <c:pt idx="815">
                  <c:v>Jun 2022</c:v>
                </c:pt>
                <c:pt idx="816">
                  <c:v>Jun 2022</c:v>
                </c:pt>
                <c:pt idx="817">
                  <c:v>Jun 2022</c:v>
                </c:pt>
                <c:pt idx="818">
                  <c:v>Jun 2022</c:v>
                </c:pt>
                <c:pt idx="819">
                  <c:v>Jun 2022</c:v>
                </c:pt>
                <c:pt idx="820">
                  <c:v>Jun 2022</c:v>
                </c:pt>
                <c:pt idx="821">
                  <c:v>Jun 2022</c:v>
                </c:pt>
                <c:pt idx="822">
                  <c:v>Jun 2022</c:v>
                </c:pt>
                <c:pt idx="823">
                  <c:v>Jun 2022</c:v>
                </c:pt>
                <c:pt idx="824">
                  <c:v>Jun 2022</c:v>
                </c:pt>
                <c:pt idx="825">
                  <c:v>Jun 2022</c:v>
                </c:pt>
                <c:pt idx="826">
                  <c:v>Jun 2022</c:v>
                </c:pt>
                <c:pt idx="827">
                  <c:v>Jun 2022</c:v>
                </c:pt>
                <c:pt idx="828">
                  <c:v>Jul 2022</c:v>
                </c:pt>
                <c:pt idx="829">
                  <c:v>Jul 2022</c:v>
                </c:pt>
                <c:pt idx="830">
                  <c:v>Jul 2022</c:v>
                </c:pt>
                <c:pt idx="831">
                  <c:v>Jul 2022</c:v>
                </c:pt>
                <c:pt idx="832">
                  <c:v>Jul 2022</c:v>
                </c:pt>
                <c:pt idx="833">
                  <c:v>Jul 2022</c:v>
                </c:pt>
                <c:pt idx="834">
                  <c:v>Jul 2022</c:v>
                </c:pt>
                <c:pt idx="835">
                  <c:v>Jul 2022</c:v>
                </c:pt>
                <c:pt idx="836">
                  <c:v>Jul 2022</c:v>
                </c:pt>
                <c:pt idx="837">
                  <c:v>Jul 2022</c:v>
                </c:pt>
                <c:pt idx="838">
                  <c:v>Jul 2022</c:v>
                </c:pt>
                <c:pt idx="839">
                  <c:v>Jul 2022</c:v>
                </c:pt>
                <c:pt idx="840">
                  <c:v>Jul 2022</c:v>
                </c:pt>
                <c:pt idx="841">
                  <c:v>Jul 2022</c:v>
                </c:pt>
                <c:pt idx="842">
                  <c:v>Jul 2022</c:v>
                </c:pt>
                <c:pt idx="843">
                  <c:v>Jul 2022</c:v>
                </c:pt>
                <c:pt idx="844">
                  <c:v>Jul 2022</c:v>
                </c:pt>
                <c:pt idx="845">
                  <c:v>Jul 2022</c:v>
                </c:pt>
                <c:pt idx="846">
                  <c:v>Jul 2022</c:v>
                </c:pt>
                <c:pt idx="847">
                  <c:v>Jul 2022</c:v>
                </c:pt>
                <c:pt idx="848">
                  <c:v>Jul 2022</c:v>
                </c:pt>
                <c:pt idx="849">
                  <c:v>Jul 2022</c:v>
                </c:pt>
                <c:pt idx="850">
                  <c:v>Jul 2022</c:v>
                </c:pt>
                <c:pt idx="851">
                  <c:v>Jul 2022</c:v>
                </c:pt>
                <c:pt idx="852">
                  <c:v>Jul 2022</c:v>
                </c:pt>
                <c:pt idx="853">
                  <c:v>Jul 2022</c:v>
                </c:pt>
                <c:pt idx="854">
                  <c:v>Jul 2022</c:v>
                </c:pt>
                <c:pt idx="855">
                  <c:v>Jul 2022</c:v>
                </c:pt>
                <c:pt idx="856">
                  <c:v>Jul 2022</c:v>
                </c:pt>
                <c:pt idx="857">
                  <c:v>Jul 2022</c:v>
                </c:pt>
                <c:pt idx="858">
                  <c:v>Jul 2022</c:v>
                </c:pt>
                <c:pt idx="859">
                  <c:v>Aug 2022</c:v>
                </c:pt>
                <c:pt idx="860">
                  <c:v>Aug 2022</c:v>
                </c:pt>
                <c:pt idx="861">
                  <c:v>Aug 2022</c:v>
                </c:pt>
                <c:pt idx="862">
                  <c:v>Aug 2022</c:v>
                </c:pt>
                <c:pt idx="863">
                  <c:v>Aug 2022</c:v>
                </c:pt>
                <c:pt idx="864">
                  <c:v>Aug 2022</c:v>
                </c:pt>
                <c:pt idx="865">
                  <c:v>Aug 2022</c:v>
                </c:pt>
                <c:pt idx="866">
                  <c:v>Aug 2022</c:v>
                </c:pt>
                <c:pt idx="867">
                  <c:v>Aug 2022</c:v>
                </c:pt>
                <c:pt idx="868">
                  <c:v>Aug 2022</c:v>
                </c:pt>
                <c:pt idx="869">
                  <c:v>Aug 2022</c:v>
                </c:pt>
                <c:pt idx="870">
                  <c:v>Aug 2022</c:v>
                </c:pt>
                <c:pt idx="871">
                  <c:v>Aug 2022</c:v>
                </c:pt>
                <c:pt idx="872">
                  <c:v>Aug 2022</c:v>
                </c:pt>
                <c:pt idx="873">
                  <c:v>Aug 2022</c:v>
                </c:pt>
                <c:pt idx="874">
                  <c:v>Aug 2022</c:v>
                </c:pt>
                <c:pt idx="875">
                  <c:v>Aug 2022</c:v>
                </c:pt>
                <c:pt idx="876">
                  <c:v>Aug 2022</c:v>
                </c:pt>
                <c:pt idx="877">
                  <c:v>Aug 2022</c:v>
                </c:pt>
                <c:pt idx="878">
                  <c:v>Aug 2022</c:v>
                </c:pt>
                <c:pt idx="879">
                  <c:v>Aug 2022</c:v>
                </c:pt>
                <c:pt idx="880">
                  <c:v>Aug 2022</c:v>
                </c:pt>
                <c:pt idx="881">
                  <c:v>Aug 2022</c:v>
                </c:pt>
                <c:pt idx="882">
                  <c:v>Aug 2022</c:v>
                </c:pt>
                <c:pt idx="883">
                  <c:v>Aug 2022</c:v>
                </c:pt>
                <c:pt idx="884">
                  <c:v>Aug 2022</c:v>
                </c:pt>
                <c:pt idx="885">
                  <c:v>Aug 2022</c:v>
                </c:pt>
                <c:pt idx="886">
                  <c:v>Aug 2022</c:v>
                </c:pt>
                <c:pt idx="887">
                  <c:v>Aug 2022</c:v>
                </c:pt>
                <c:pt idx="888">
                  <c:v>Aug 2022</c:v>
                </c:pt>
                <c:pt idx="889">
                  <c:v>Aug 2022</c:v>
                </c:pt>
                <c:pt idx="890">
                  <c:v>Sep 2022</c:v>
                </c:pt>
                <c:pt idx="891">
                  <c:v>Sep 2022</c:v>
                </c:pt>
                <c:pt idx="892">
                  <c:v>Sep 2022</c:v>
                </c:pt>
                <c:pt idx="893">
                  <c:v>Sep 2022</c:v>
                </c:pt>
                <c:pt idx="894">
                  <c:v>Sep 2022</c:v>
                </c:pt>
                <c:pt idx="895">
                  <c:v>Sep 2022</c:v>
                </c:pt>
                <c:pt idx="896">
                  <c:v>Sep 2022</c:v>
                </c:pt>
                <c:pt idx="897">
                  <c:v>Sep 2022</c:v>
                </c:pt>
                <c:pt idx="898">
                  <c:v>Sep 2022</c:v>
                </c:pt>
                <c:pt idx="899">
                  <c:v>Sep 2022</c:v>
                </c:pt>
                <c:pt idx="900">
                  <c:v>Sep 2022</c:v>
                </c:pt>
                <c:pt idx="901">
                  <c:v>Sep 2022</c:v>
                </c:pt>
                <c:pt idx="902">
                  <c:v>Sep 2022</c:v>
                </c:pt>
                <c:pt idx="903">
                  <c:v>Sep 2022</c:v>
                </c:pt>
                <c:pt idx="904">
                  <c:v>Sep 2022</c:v>
                </c:pt>
                <c:pt idx="905">
                  <c:v>Sep 2022</c:v>
                </c:pt>
                <c:pt idx="906">
                  <c:v>Sep 2022</c:v>
                </c:pt>
                <c:pt idx="907">
                  <c:v>Sep 2022</c:v>
                </c:pt>
                <c:pt idx="908">
                  <c:v>Sep 2022</c:v>
                </c:pt>
                <c:pt idx="909">
                  <c:v>Sep 2022</c:v>
                </c:pt>
                <c:pt idx="910">
                  <c:v>Sep 2022</c:v>
                </c:pt>
                <c:pt idx="911">
                  <c:v>Sep 2022</c:v>
                </c:pt>
                <c:pt idx="912">
                  <c:v>Sep 2022</c:v>
                </c:pt>
                <c:pt idx="913">
                  <c:v>Sep 2022</c:v>
                </c:pt>
                <c:pt idx="914">
                  <c:v>Sep 2022</c:v>
                </c:pt>
                <c:pt idx="915">
                  <c:v>Sep 2022</c:v>
                </c:pt>
                <c:pt idx="916">
                  <c:v>Sep 2022</c:v>
                </c:pt>
                <c:pt idx="917">
                  <c:v>Sep 2022</c:v>
                </c:pt>
                <c:pt idx="918">
                  <c:v>Sep 2022</c:v>
                </c:pt>
                <c:pt idx="919">
                  <c:v>Sep 2022</c:v>
                </c:pt>
                <c:pt idx="920">
                  <c:v>Oct 2022</c:v>
                </c:pt>
                <c:pt idx="921">
                  <c:v>Oct 2022</c:v>
                </c:pt>
                <c:pt idx="922">
                  <c:v>Oct 2022</c:v>
                </c:pt>
                <c:pt idx="923">
                  <c:v>Oct 2022</c:v>
                </c:pt>
                <c:pt idx="924">
                  <c:v>Oct 2022</c:v>
                </c:pt>
                <c:pt idx="925">
                  <c:v>Oct 2022</c:v>
                </c:pt>
                <c:pt idx="926">
                  <c:v>Oct 2022</c:v>
                </c:pt>
                <c:pt idx="927">
                  <c:v>Oct 2022</c:v>
                </c:pt>
                <c:pt idx="928">
                  <c:v>Oct 2022</c:v>
                </c:pt>
                <c:pt idx="929">
                  <c:v>Oct 2022</c:v>
                </c:pt>
                <c:pt idx="930">
                  <c:v>Oct 2022</c:v>
                </c:pt>
                <c:pt idx="931">
                  <c:v>Oct 2022</c:v>
                </c:pt>
                <c:pt idx="932">
                  <c:v>Oct 2022</c:v>
                </c:pt>
                <c:pt idx="933">
                  <c:v>Oct 2022</c:v>
                </c:pt>
                <c:pt idx="934">
                  <c:v>Oct 2022</c:v>
                </c:pt>
                <c:pt idx="935">
                  <c:v>Oct 2022</c:v>
                </c:pt>
                <c:pt idx="936">
                  <c:v>Oct 2022</c:v>
                </c:pt>
                <c:pt idx="937">
                  <c:v>Oct 2022</c:v>
                </c:pt>
                <c:pt idx="938">
                  <c:v>Oct 2022</c:v>
                </c:pt>
                <c:pt idx="939">
                  <c:v>Oct 2022</c:v>
                </c:pt>
                <c:pt idx="940">
                  <c:v>Oct 2022</c:v>
                </c:pt>
                <c:pt idx="941">
                  <c:v>Oct 2022</c:v>
                </c:pt>
                <c:pt idx="942">
                  <c:v>Oct 2022</c:v>
                </c:pt>
                <c:pt idx="943">
                  <c:v>Oct 2022</c:v>
                </c:pt>
                <c:pt idx="944">
                  <c:v>Oct 2022</c:v>
                </c:pt>
                <c:pt idx="945">
                  <c:v>Oct 2022</c:v>
                </c:pt>
                <c:pt idx="946">
                  <c:v>Oct 2022</c:v>
                </c:pt>
                <c:pt idx="947">
                  <c:v>Oct 2022</c:v>
                </c:pt>
                <c:pt idx="948">
                  <c:v>Oct 2022</c:v>
                </c:pt>
                <c:pt idx="949">
                  <c:v>Oct 2022</c:v>
                </c:pt>
                <c:pt idx="950">
                  <c:v>Oct 2022</c:v>
                </c:pt>
                <c:pt idx="951">
                  <c:v>Nov 2022</c:v>
                </c:pt>
                <c:pt idx="952">
                  <c:v>Nov 2022</c:v>
                </c:pt>
                <c:pt idx="953">
                  <c:v>Nov 2022</c:v>
                </c:pt>
                <c:pt idx="954">
                  <c:v>Nov 2022</c:v>
                </c:pt>
                <c:pt idx="955">
                  <c:v>Nov 2022</c:v>
                </c:pt>
                <c:pt idx="956">
                  <c:v>Nov 2022</c:v>
                </c:pt>
                <c:pt idx="957">
                  <c:v>Nov 2022</c:v>
                </c:pt>
                <c:pt idx="958">
                  <c:v>Nov 2022</c:v>
                </c:pt>
                <c:pt idx="959">
                  <c:v>Nov 2022</c:v>
                </c:pt>
                <c:pt idx="960">
                  <c:v>Nov 2022</c:v>
                </c:pt>
                <c:pt idx="961">
                  <c:v>Nov 2022</c:v>
                </c:pt>
                <c:pt idx="962">
                  <c:v>Nov 2022</c:v>
                </c:pt>
                <c:pt idx="963">
                  <c:v>Nov 2022</c:v>
                </c:pt>
                <c:pt idx="964">
                  <c:v>Nov 2022</c:v>
                </c:pt>
                <c:pt idx="965">
                  <c:v>Nov 2022</c:v>
                </c:pt>
                <c:pt idx="966">
                  <c:v>Nov 2022</c:v>
                </c:pt>
                <c:pt idx="967">
                  <c:v>Nov 2022</c:v>
                </c:pt>
                <c:pt idx="968">
                  <c:v>Nov 2022</c:v>
                </c:pt>
                <c:pt idx="969">
                  <c:v>Nov 2022</c:v>
                </c:pt>
                <c:pt idx="970">
                  <c:v>Nov 2022</c:v>
                </c:pt>
                <c:pt idx="971">
                  <c:v>Nov 2022</c:v>
                </c:pt>
                <c:pt idx="972">
                  <c:v>Nov 2022</c:v>
                </c:pt>
                <c:pt idx="973">
                  <c:v>Nov 2022</c:v>
                </c:pt>
                <c:pt idx="974">
                  <c:v>Nov 2022</c:v>
                </c:pt>
                <c:pt idx="975">
                  <c:v>Nov 2022</c:v>
                </c:pt>
                <c:pt idx="976">
                  <c:v>Nov 2022</c:v>
                </c:pt>
                <c:pt idx="977">
                  <c:v>Nov 2022</c:v>
                </c:pt>
                <c:pt idx="978">
                  <c:v>Nov 2022</c:v>
                </c:pt>
                <c:pt idx="979">
                  <c:v>Nov 2022</c:v>
                </c:pt>
                <c:pt idx="980">
                  <c:v>Nov 2022</c:v>
                </c:pt>
                <c:pt idx="981">
                  <c:v>Dec 2022</c:v>
                </c:pt>
                <c:pt idx="982">
                  <c:v>Dec 2022</c:v>
                </c:pt>
                <c:pt idx="983">
                  <c:v>Dec 2022</c:v>
                </c:pt>
                <c:pt idx="984">
                  <c:v>Dec 2022</c:v>
                </c:pt>
                <c:pt idx="985">
                  <c:v>Dec 2022</c:v>
                </c:pt>
                <c:pt idx="986">
                  <c:v>Dec 2022</c:v>
                </c:pt>
                <c:pt idx="987">
                  <c:v>Dec 2022</c:v>
                </c:pt>
                <c:pt idx="988">
                  <c:v>Dec 2022</c:v>
                </c:pt>
                <c:pt idx="989">
                  <c:v>Dec 2022</c:v>
                </c:pt>
                <c:pt idx="990">
                  <c:v>Dec 2022</c:v>
                </c:pt>
                <c:pt idx="991">
                  <c:v>Dec 2022</c:v>
                </c:pt>
                <c:pt idx="992">
                  <c:v>Dec 2022</c:v>
                </c:pt>
                <c:pt idx="993">
                  <c:v>Dec 2022</c:v>
                </c:pt>
                <c:pt idx="994">
                  <c:v>Dec 2022</c:v>
                </c:pt>
                <c:pt idx="995">
                  <c:v>Dec 2022</c:v>
                </c:pt>
                <c:pt idx="996">
                  <c:v>Dec 2022</c:v>
                </c:pt>
                <c:pt idx="997">
                  <c:v>Dec 2022</c:v>
                </c:pt>
                <c:pt idx="998">
                  <c:v>Dec 2022</c:v>
                </c:pt>
                <c:pt idx="999">
                  <c:v>Dec 2022</c:v>
                </c:pt>
                <c:pt idx="1000">
                  <c:v>Dec 2022</c:v>
                </c:pt>
                <c:pt idx="1001">
                  <c:v>Dec 2022</c:v>
                </c:pt>
                <c:pt idx="1002">
                  <c:v>Dec 2022</c:v>
                </c:pt>
                <c:pt idx="1003">
                  <c:v>Dec 2022</c:v>
                </c:pt>
                <c:pt idx="1004">
                  <c:v>Dec 2022</c:v>
                </c:pt>
                <c:pt idx="1005">
                  <c:v>Dec 2022</c:v>
                </c:pt>
                <c:pt idx="1006">
                  <c:v>Dec 2022</c:v>
                </c:pt>
                <c:pt idx="1007">
                  <c:v>Dec 2022</c:v>
                </c:pt>
                <c:pt idx="1008">
                  <c:v>Dec 2022</c:v>
                </c:pt>
                <c:pt idx="1009">
                  <c:v>Dec 2022</c:v>
                </c:pt>
                <c:pt idx="1010">
                  <c:v>Dec 2022</c:v>
                </c:pt>
                <c:pt idx="1011">
                  <c:v>Dec 2022</c:v>
                </c:pt>
                <c:pt idx="1012">
                  <c:v>Jan 2023</c:v>
                </c:pt>
                <c:pt idx="1013">
                  <c:v>Jan 2023</c:v>
                </c:pt>
                <c:pt idx="1014">
                  <c:v>Jan 2023</c:v>
                </c:pt>
                <c:pt idx="1015">
                  <c:v>Jan 2023</c:v>
                </c:pt>
                <c:pt idx="1016">
                  <c:v>Jan 2023</c:v>
                </c:pt>
                <c:pt idx="1017">
                  <c:v>Jan 2023</c:v>
                </c:pt>
                <c:pt idx="1018">
                  <c:v>Jan 2023</c:v>
                </c:pt>
                <c:pt idx="1019">
                  <c:v>Jan 2023</c:v>
                </c:pt>
                <c:pt idx="1020">
                  <c:v>Jan 2023</c:v>
                </c:pt>
                <c:pt idx="1021">
                  <c:v>Jan 2023</c:v>
                </c:pt>
                <c:pt idx="1022">
                  <c:v>Jan 2023</c:v>
                </c:pt>
                <c:pt idx="1023">
                  <c:v>Jan 2023</c:v>
                </c:pt>
                <c:pt idx="1024">
                  <c:v>Jan 2023</c:v>
                </c:pt>
                <c:pt idx="1025">
                  <c:v>Jan 2023</c:v>
                </c:pt>
                <c:pt idx="1026">
                  <c:v>Jan 2023</c:v>
                </c:pt>
                <c:pt idx="1027">
                  <c:v>Jan 2023</c:v>
                </c:pt>
                <c:pt idx="1028">
                  <c:v>Jan 2023</c:v>
                </c:pt>
                <c:pt idx="1029">
                  <c:v>Jan 2023</c:v>
                </c:pt>
                <c:pt idx="1030">
                  <c:v>Jan 2023</c:v>
                </c:pt>
                <c:pt idx="1031">
                  <c:v>Jan 2023</c:v>
                </c:pt>
                <c:pt idx="1032">
                  <c:v>Jan 2023</c:v>
                </c:pt>
                <c:pt idx="1033">
                  <c:v>Jan 2023</c:v>
                </c:pt>
                <c:pt idx="1034">
                  <c:v>Jan 2023</c:v>
                </c:pt>
                <c:pt idx="1035">
                  <c:v>Jan 2023</c:v>
                </c:pt>
                <c:pt idx="1036">
                  <c:v>Jan 2023</c:v>
                </c:pt>
                <c:pt idx="1037">
                  <c:v>Jan 2023</c:v>
                </c:pt>
                <c:pt idx="1038">
                  <c:v>Jan 2023</c:v>
                </c:pt>
                <c:pt idx="1039">
                  <c:v>Jan 2023</c:v>
                </c:pt>
                <c:pt idx="1040">
                  <c:v>Jan 2023</c:v>
                </c:pt>
                <c:pt idx="1041">
                  <c:v>Jan 2023</c:v>
                </c:pt>
                <c:pt idx="1042">
                  <c:v>Jan 2023</c:v>
                </c:pt>
                <c:pt idx="1043">
                  <c:v>Feb 2023</c:v>
                </c:pt>
                <c:pt idx="1044">
                  <c:v>Feb 2023</c:v>
                </c:pt>
                <c:pt idx="1045">
                  <c:v>Feb 2023</c:v>
                </c:pt>
                <c:pt idx="1046">
                  <c:v>Feb 2023</c:v>
                </c:pt>
                <c:pt idx="1047">
                  <c:v>Feb 2023</c:v>
                </c:pt>
                <c:pt idx="1048">
                  <c:v>Feb 2023</c:v>
                </c:pt>
                <c:pt idx="1049">
                  <c:v>Feb 2023</c:v>
                </c:pt>
                <c:pt idx="1050">
                  <c:v>Feb 2023</c:v>
                </c:pt>
                <c:pt idx="1051">
                  <c:v>Feb 2023</c:v>
                </c:pt>
                <c:pt idx="1052">
                  <c:v>Feb 2023</c:v>
                </c:pt>
                <c:pt idx="1053">
                  <c:v>Feb 2023</c:v>
                </c:pt>
                <c:pt idx="1054">
                  <c:v>Feb 2023</c:v>
                </c:pt>
                <c:pt idx="1055">
                  <c:v>Feb 2023</c:v>
                </c:pt>
                <c:pt idx="1056">
                  <c:v>Feb 2023</c:v>
                </c:pt>
                <c:pt idx="1057">
                  <c:v>Feb 2023</c:v>
                </c:pt>
                <c:pt idx="1058">
                  <c:v>Feb 2023</c:v>
                </c:pt>
                <c:pt idx="1059">
                  <c:v>Feb 2023</c:v>
                </c:pt>
                <c:pt idx="1060">
                  <c:v>Feb 2023</c:v>
                </c:pt>
                <c:pt idx="1061">
                  <c:v>Feb 2023</c:v>
                </c:pt>
                <c:pt idx="1062">
                  <c:v>Feb 2023</c:v>
                </c:pt>
                <c:pt idx="1063">
                  <c:v>Feb 2023</c:v>
                </c:pt>
                <c:pt idx="1064">
                  <c:v>Feb 2023</c:v>
                </c:pt>
                <c:pt idx="1065">
                  <c:v>Feb 2023</c:v>
                </c:pt>
                <c:pt idx="1066">
                  <c:v>Feb 2023</c:v>
                </c:pt>
                <c:pt idx="1067">
                  <c:v>Feb 2023</c:v>
                </c:pt>
                <c:pt idx="1068">
                  <c:v>Feb 2023</c:v>
                </c:pt>
                <c:pt idx="1069">
                  <c:v>Feb 2023</c:v>
                </c:pt>
                <c:pt idx="1070">
                  <c:v>Feb 2023</c:v>
                </c:pt>
                <c:pt idx="1071">
                  <c:v>Mar 2023</c:v>
                </c:pt>
                <c:pt idx="1072">
                  <c:v>Mar 2023</c:v>
                </c:pt>
                <c:pt idx="1073">
                  <c:v>Mar 2023</c:v>
                </c:pt>
                <c:pt idx="1074">
                  <c:v>Mar 2023</c:v>
                </c:pt>
                <c:pt idx="1075">
                  <c:v>Mar 2023</c:v>
                </c:pt>
                <c:pt idx="1076">
                  <c:v>Mar 2023</c:v>
                </c:pt>
                <c:pt idx="1077">
                  <c:v>Mar 2023</c:v>
                </c:pt>
                <c:pt idx="1078">
                  <c:v>Mar 2023</c:v>
                </c:pt>
                <c:pt idx="1079">
                  <c:v>Mar 2023</c:v>
                </c:pt>
                <c:pt idx="1080">
                  <c:v>Mar 2023</c:v>
                </c:pt>
                <c:pt idx="1081">
                  <c:v>Mar 2023</c:v>
                </c:pt>
                <c:pt idx="1082">
                  <c:v>Mar 2023</c:v>
                </c:pt>
                <c:pt idx="1083">
                  <c:v>Mar 2023</c:v>
                </c:pt>
                <c:pt idx="1084">
                  <c:v>Mar 2023</c:v>
                </c:pt>
                <c:pt idx="1085">
                  <c:v>Mar 2023</c:v>
                </c:pt>
                <c:pt idx="1086">
                  <c:v>Mar 2023</c:v>
                </c:pt>
                <c:pt idx="1087">
                  <c:v>Mar 2023</c:v>
                </c:pt>
                <c:pt idx="1088">
                  <c:v>Mar 2023</c:v>
                </c:pt>
                <c:pt idx="1089">
                  <c:v>Mar 2023</c:v>
                </c:pt>
                <c:pt idx="1090">
                  <c:v>Mar 2023</c:v>
                </c:pt>
                <c:pt idx="1091">
                  <c:v>Mar 2023</c:v>
                </c:pt>
                <c:pt idx="1092">
                  <c:v>Mar 2023</c:v>
                </c:pt>
                <c:pt idx="1093">
                  <c:v>Mar 2023</c:v>
                </c:pt>
                <c:pt idx="1094">
                  <c:v>Mar 2023</c:v>
                </c:pt>
                <c:pt idx="1095">
                  <c:v>Mar 2023</c:v>
                </c:pt>
                <c:pt idx="1096">
                  <c:v>Mar 2023</c:v>
                </c:pt>
                <c:pt idx="1097">
                  <c:v>Mar 2023</c:v>
                </c:pt>
                <c:pt idx="1098">
                  <c:v>Mar 2023</c:v>
                </c:pt>
                <c:pt idx="1099">
                  <c:v>Mar 2023</c:v>
                </c:pt>
                <c:pt idx="1100">
                  <c:v>Mar 2023</c:v>
                </c:pt>
                <c:pt idx="1101">
                  <c:v>Mar 2023</c:v>
                </c:pt>
                <c:pt idx="1102">
                  <c:v>Apr 2023</c:v>
                </c:pt>
                <c:pt idx="1103">
                  <c:v>Apr 2023</c:v>
                </c:pt>
                <c:pt idx="1104">
                  <c:v>Apr 2023</c:v>
                </c:pt>
                <c:pt idx="1105">
                  <c:v>Apr 2023</c:v>
                </c:pt>
                <c:pt idx="1106">
                  <c:v>Apr 2023</c:v>
                </c:pt>
                <c:pt idx="1107">
                  <c:v>Apr 2023</c:v>
                </c:pt>
                <c:pt idx="1108">
                  <c:v>Apr 2023</c:v>
                </c:pt>
                <c:pt idx="1109">
                  <c:v>Apr 2023</c:v>
                </c:pt>
                <c:pt idx="1110">
                  <c:v>Apr 2023</c:v>
                </c:pt>
                <c:pt idx="1111">
                  <c:v>Apr 2023</c:v>
                </c:pt>
                <c:pt idx="1112">
                  <c:v>Apr 2023</c:v>
                </c:pt>
                <c:pt idx="1113">
                  <c:v>Apr 2023</c:v>
                </c:pt>
                <c:pt idx="1114">
                  <c:v>Apr 2023</c:v>
                </c:pt>
                <c:pt idx="1115">
                  <c:v>Apr 2023</c:v>
                </c:pt>
                <c:pt idx="1116">
                  <c:v>Apr 2023</c:v>
                </c:pt>
                <c:pt idx="1117">
                  <c:v>Apr 2023</c:v>
                </c:pt>
                <c:pt idx="1118">
                  <c:v>Apr 2023</c:v>
                </c:pt>
                <c:pt idx="1119">
                  <c:v>Apr 2023</c:v>
                </c:pt>
                <c:pt idx="1120">
                  <c:v>Apr 2023</c:v>
                </c:pt>
                <c:pt idx="1121">
                  <c:v>Apr 2023</c:v>
                </c:pt>
                <c:pt idx="1122">
                  <c:v>Apr 2023</c:v>
                </c:pt>
                <c:pt idx="1123">
                  <c:v>Apr 2023</c:v>
                </c:pt>
                <c:pt idx="1124">
                  <c:v>Apr 2023</c:v>
                </c:pt>
                <c:pt idx="1125">
                  <c:v>Apr 2023</c:v>
                </c:pt>
                <c:pt idx="1126">
                  <c:v>Apr 2023</c:v>
                </c:pt>
                <c:pt idx="1127">
                  <c:v>Apr 2023</c:v>
                </c:pt>
                <c:pt idx="1128">
                  <c:v>Apr 2023</c:v>
                </c:pt>
                <c:pt idx="1129">
                  <c:v>Apr 2023</c:v>
                </c:pt>
                <c:pt idx="1130">
                  <c:v>Apr 2023</c:v>
                </c:pt>
                <c:pt idx="1131">
                  <c:v>Apr 2023</c:v>
                </c:pt>
                <c:pt idx="1132">
                  <c:v>May 2023</c:v>
                </c:pt>
                <c:pt idx="1133">
                  <c:v>May 2023</c:v>
                </c:pt>
                <c:pt idx="1134">
                  <c:v>May 2023</c:v>
                </c:pt>
                <c:pt idx="1135">
                  <c:v>May 2023</c:v>
                </c:pt>
                <c:pt idx="1136">
                  <c:v>May 2023</c:v>
                </c:pt>
                <c:pt idx="1137">
                  <c:v>May 2023</c:v>
                </c:pt>
                <c:pt idx="1138">
                  <c:v>May 2023</c:v>
                </c:pt>
                <c:pt idx="1139">
                  <c:v>May 2023</c:v>
                </c:pt>
                <c:pt idx="1140">
                  <c:v>May 2023</c:v>
                </c:pt>
                <c:pt idx="1141">
                  <c:v>May 2023</c:v>
                </c:pt>
                <c:pt idx="1142">
                  <c:v>May 2023</c:v>
                </c:pt>
                <c:pt idx="1143">
                  <c:v>May 2023</c:v>
                </c:pt>
                <c:pt idx="1144">
                  <c:v>May 2023</c:v>
                </c:pt>
                <c:pt idx="1145">
                  <c:v>May 2023</c:v>
                </c:pt>
                <c:pt idx="1146">
                  <c:v>May 2023</c:v>
                </c:pt>
                <c:pt idx="1147">
                  <c:v>May 2023</c:v>
                </c:pt>
                <c:pt idx="1148">
                  <c:v>May 2023</c:v>
                </c:pt>
                <c:pt idx="1149">
                  <c:v>May 2023</c:v>
                </c:pt>
                <c:pt idx="1150">
                  <c:v>May 2023</c:v>
                </c:pt>
                <c:pt idx="1151">
                  <c:v>May 2023</c:v>
                </c:pt>
                <c:pt idx="1152">
                  <c:v>May 2023</c:v>
                </c:pt>
                <c:pt idx="1153">
                  <c:v>May 2023</c:v>
                </c:pt>
                <c:pt idx="1154">
                  <c:v>May 2023</c:v>
                </c:pt>
                <c:pt idx="1155">
                  <c:v>May 2023</c:v>
                </c:pt>
                <c:pt idx="1156">
                  <c:v>May 2023</c:v>
                </c:pt>
                <c:pt idx="1157">
                  <c:v>May 2023</c:v>
                </c:pt>
                <c:pt idx="1158">
                  <c:v>May 2023</c:v>
                </c:pt>
                <c:pt idx="1159">
                  <c:v>May 2023</c:v>
                </c:pt>
                <c:pt idx="1160">
                  <c:v>May 2023</c:v>
                </c:pt>
                <c:pt idx="1161">
                  <c:v>May 2023</c:v>
                </c:pt>
                <c:pt idx="1162">
                  <c:v>May 2023</c:v>
                </c:pt>
                <c:pt idx="1163">
                  <c:v>Jun 2023</c:v>
                </c:pt>
                <c:pt idx="1164">
                  <c:v>Jun 2023</c:v>
                </c:pt>
                <c:pt idx="1165">
                  <c:v>Jun 2023</c:v>
                </c:pt>
                <c:pt idx="1166">
                  <c:v>Jun 2023</c:v>
                </c:pt>
                <c:pt idx="1167">
                  <c:v>Jun 2023</c:v>
                </c:pt>
                <c:pt idx="1168">
                  <c:v>Jun 2023</c:v>
                </c:pt>
                <c:pt idx="1169">
                  <c:v>Jun 2023</c:v>
                </c:pt>
                <c:pt idx="1170">
                  <c:v>Jun 2023</c:v>
                </c:pt>
                <c:pt idx="1171">
                  <c:v>Jun 2023</c:v>
                </c:pt>
                <c:pt idx="1172">
                  <c:v>Jun 2023</c:v>
                </c:pt>
                <c:pt idx="1173">
                  <c:v>Jun 2023</c:v>
                </c:pt>
                <c:pt idx="1174">
                  <c:v>Jun 2023</c:v>
                </c:pt>
                <c:pt idx="1175">
                  <c:v>Jun 2023</c:v>
                </c:pt>
                <c:pt idx="1176">
                  <c:v>Jun 2023</c:v>
                </c:pt>
                <c:pt idx="1177">
                  <c:v>Jun 2023</c:v>
                </c:pt>
                <c:pt idx="1178">
                  <c:v>Jun 2023</c:v>
                </c:pt>
                <c:pt idx="1179">
                  <c:v>Jun 2023</c:v>
                </c:pt>
                <c:pt idx="1180">
                  <c:v>Jun 2023</c:v>
                </c:pt>
                <c:pt idx="1181">
                  <c:v>Jun 2023</c:v>
                </c:pt>
                <c:pt idx="1182">
                  <c:v>Jun 2023</c:v>
                </c:pt>
                <c:pt idx="1183">
                  <c:v>Jun 2023</c:v>
                </c:pt>
                <c:pt idx="1184">
                  <c:v>Jun 2023</c:v>
                </c:pt>
                <c:pt idx="1185">
                  <c:v>Jun 2023</c:v>
                </c:pt>
                <c:pt idx="1186">
                  <c:v>Jun 2023</c:v>
                </c:pt>
                <c:pt idx="1187">
                  <c:v>Jun 2023</c:v>
                </c:pt>
                <c:pt idx="1188">
                  <c:v>Jun 2023</c:v>
                </c:pt>
                <c:pt idx="1189">
                  <c:v>Jun 2023</c:v>
                </c:pt>
                <c:pt idx="1190">
                  <c:v>Jun 2023</c:v>
                </c:pt>
                <c:pt idx="1191">
                  <c:v>Jun 2023</c:v>
                </c:pt>
                <c:pt idx="1192">
                  <c:v>Jun 2023</c:v>
                </c:pt>
                <c:pt idx="1193">
                  <c:v>Jul 2023</c:v>
                </c:pt>
                <c:pt idx="1194">
                  <c:v>Jul 2023</c:v>
                </c:pt>
                <c:pt idx="1195">
                  <c:v>Jul 2023</c:v>
                </c:pt>
                <c:pt idx="1196">
                  <c:v>Jul 2023</c:v>
                </c:pt>
                <c:pt idx="1197">
                  <c:v>Jul 2023</c:v>
                </c:pt>
                <c:pt idx="1198">
                  <c:v>Jul 2023</c:v>
                </c:pt>
                <c:pt idx="1199">
                  <c:v>Jul 2023</c:v>
                </c:pt>
                <c:pt idx="1200">
                  <c:v>Jul 2023</c:v>
                </c:pt>
                <c:pt idx="1201">
                  <c:v>Jul 2023</c:v>
                </c:pt>
                <c:pt idx="1202">
                  <c:v>Jul 2023</c:v>
                </c:pt>
                <c:pt idx="1203">
                  <c:v>Jul 2023</c:v>
                </c:pt>
                <c:pt idx="1204">
                  <c:v>Jul 2023</c:v>
                </c:pt>
                <c:pt idx="1205">
                  <c:v>Jul 2023</c:v>
                </c:pt>
                <c:pt idx="1206">
                  <c:v>Jul 2023</c:v>
                </c:pt>
                <c:pt idx="1207">
                  <c:v>Jul 2023</c:v>
                </c:pt>
                <c:pt idx="1208">
                  <c:v>Jul 2023</c:v>
                </c:pt>
                <c:pt idx="1209">
                  <c:v>Jul 2023</c:v>
                </c:pt>
                <c:pt idx="1210">
                  <c:v>Jul 2023</c:v>
                </c:pt>
                <c:pt idx="1211">
                  <c:v>Jul 2023</c:v>
                </c:pt>
                <c:pt idx="1212">
                  <c:v>Jul 2023</c:v>
                </c:pt>
                <c:pt idx="1213">
                  <c:v>Jul 2023</c:v>
                </c:pt>
                <c:pt idx="1214">
                  <c:v>Jul 2023</c:v>
                </c:pt>
                <c:pt idx="1215">
                  <c:v>Jul 2023</c:v>
                </c:pt>
                <c:pt idx="1216">
                  <c:v>Jul 2023</c:v>
                </c:pt>
                <c:pt idx="1217">
                  <c:v>Jul 2023</c:v>
                </c:pt>
                <c:pt idx="1218">
                  <c:v>Jul 2023</c:v>
                </c:pt>
                <c:pt idx="1219">
                  <c:v>Jul 2023</c:v>
                </c:pt>
                <c:pt idx="1220">
                  <c:v>Jul 2023</c:v>
                </c:pt>
                <c:pt idx="1221">
                  <c:v>Jul 2023</c:v>
                </c:pt>
                <c:pt idx="1222">
                  <c:v>Jul 2023</c:v>
                </c:pt>
                <c:pt idx="1223">
                  <c:v>Jul 2023</c:v>
                </c:pt>
                <c:pt idx="1224">
                  <c:v>Aug 2023</c:v>
                </c:pt>
                <c:pt idx="1225">
                  <c:v>Aug 2023</c:v>
                </c:pt>
                <c:pt idx="1226">
                  <c:v>Aug 2023</c:v>
                </c:pt>
                <c:pt idx="1227">
                  <c:v>Aug 2023</c:v>
                </c:pt>
                <c:pt idx="1228">
                  <c:v>Aug 2023</c:v>
                </c:pt>
                <c:pt idx="1229">
                  <c:v>Aug 2023</c:v>
                </c:pt>
                <c:pt idx="1230">
                  <c:v>Aug 2023</c:v>
                </c:pt>
                <c:pt idx="1231">
                  <c:v>Aug 2023</c:v>
                </c:pt>
                <c:pt idx="1232">
                  <c:v>Aug 2023</c:v>
                </c:pt>
                <c:pt idx="1233">
                  <c:v>Aug 2023</c:v>
                </c:pt>
                <c:pt idx="1234">
                  <c:v>Aug 2023</c:v>
                </c:pt>
                <c:pt idx="1235">
                  <c:v>Aug 2023</c:v>
                </c:pt>
                <c:pt idx="1236">
                  <c:v>Aug 2023</c:v>
                </c:pt>
                <c:pt idx="1237">
                  <c:v>Aug 2023</c:v>
                </c:pt>
                <c:pt idx="1238">
                  <c:v>Aug 2023</c:v>
                </c:pt>
                <c:pt idx="1239">
                  <c:v>Aug 2023</c:v>
                </c:pt>
                <c:pt idx="1240">
                  <c:v>Aug 2023</c:v>
                </c:pt>
                <c:pt idx="1241">
                  <c:v>Aug 2023</c:v>
                </c:pt>
                <c:pt idx="1242">
                  <c:v>Aug 2023</c:v>
                </c:pt>
                <c:pt idx="1243">
                  <c:v>Aug 2023</c:v>
                </c:pt>
                <c:pt idx="1244">
                  <c:v>Aug 2023</c:v>
                </c:pt>
                <c:pt idx="1245">
                  <c:v>Aug 2023</c:v>
                </c:pt>
                <c:pt idx="1246">
                  <c:v>Aug 2023</c:v>
                </c:pt>
                <c:pt idx="1247">
                  <c:v>Aug 2023</c:v>
                </c:pt>
                <c:pt idx="1248">
                  <c:v>Aug 2023</c:v>
                </c:pt>
                <c:pt idx="1249">
                  <c:v>Aug 2023</c:v>
                </c:pt>
                <c:pt idx="1250">
                  <c:v>Aug 2023</c:v>
                </c:pt>
                <c:pt idx="1251">
                  <c:v>Aug 2023</c:v>
                </c:pt>
                <c:pt idx="1252">
                  <c:v>Aug 2023</c:v>
                </c:pt>
                <c:pt idx="1253">
                  <c:v>Aug 2023</c:v>
                </c:pt>
                <c:pt idx="1254">
                  <c:v>Aug 2023</c:v>
                </c:pt>
                <c:pt idx="1255">
                  <c:v>Sep 2023</c:v>
                </c:pt>
                <c:pt idx="1256">
                  <c:v>Sep 2023</c:v>
                </c:pt>
                <c:pt idx="1257">
                  <c:v>Sep 2023</c:v>
                </c:pt>
                <c:pt idx="1258">
                  <c:v>Sep 2023</c:v>
                </c:pt>
                <c:pt idx="1259">
                  <c:v>Sep 2023</c:v>
                </c:pt>
                <c:pt idx="1260">
                  <c:v>Sep 2023</c:v>
                </c:pt>
                <c:pt idx="1261">
                  <c:v>Sep 2023</c:v>
                </c:pt>
                <c:pt idx="1262">
                  <c:v>Sep 2023</c:v>
                </c:pt>
                <c:pt idx="1263">
                  <c:v>Sep 2023</c:v>
                </c:pt>
                <c:pt idx="1264">
                  <c:v>Sep 2023</c:v>
                </c:pt>
                <c:pt idx="1265">
                  <c:v>Sep 2023</c:v>
                </c:pt>
                <c:pt idx="1266">
                  <c:v>Sep 2023</c:v>
                </c:pt>
                <c:pt idx="1267">
                  <c:v>Sep 2023</c:v>
                </c:pt>
                <c:pt idx="1268">
                  <c:v>Sep 2023</c:v>
                </c:pt>
                <c:pt idx="1269">
                  <c:v>Sep 2023</c:v>
                </c:pt>
                <c:pt idx="1270">
                  <c:v>Sep 2023</c:v>
                </c:pt>
                <c:pt idx="1271">
                  <c:v>Sep 2023</c:v>
                </c:pt>
                <c:pt idx="1272">
                  <c:v>Sep 2023</c:v>
                </c:pt>
                <c:pt idx="1273">
                  <c:v>Sep 2023</c:v>
                </c:pt>
                <c:pt idx="1274">
                  <c:v>Sep 2023</c:v>
                </c:pt>
                <c:pt idx="1275">
                  <c:v>Sep 2023</c:v>
                </c:pt>
                <c:pt idx="1276">
                  <c:v>Sep 2023</c:v>
                </c:pt>
                <c:pt idx="1277">
                  <c:v>Sep 2023</c:v>
                </c:pt>
                <c:pt idx="1278">
                  <c:v>Sep 2023</c:v>
                </c:pt>
                <c:pt idx="1279">
                  <c:v>Sep 2023</c:v>
                </c:pt>
                <c:pt idx="1280">
                  <c:v>Sep 2023</c:v>
                </c:pt>
                <c:pt idx="1281">
                  <c:v>Sep 2023</c:v>
                </c:pt>
                <c:pt idx="1282">
                  <c:v>Sep 2023</c:v>
                </c:pt>
                <c:pt idx="1283">
                  <c:v>Sep 2023</c:v>
                </c:pt>
                <c:pt idx="1284">
                  <c:v>Sep 2023</c:v>
                </c:pt>
                <c:pt idx="1285">
                  <c:v>Oct 2023</c:v>
                </c:pt>
                <c:pt idx="1286">
                  <c:v>Oct 2023</c:v>
                </c:pt>
                <c:pt idx="1287">
                  <c:v>Oct 2023</c:v>
                </c:pt>
                <c:pt idx="1288">
                  <c:v>Oct 2023</c:v>
                </c:pt>
                <c:pt idx="1289">
                  <c:v>Oct 2023</c:v>
                </c:pt>
                <c:pt idx="1290">
                  <c:v>Oct 2023</c:v>
                </c:pt>
                <c:pt idx="1291">
                  <c:v>Oct 2023</c:v>
                </c:pt>
                <c:pt idx="1292">
                  <c:v>Oct 2023</c:v>
                </c:pt>
                <c:pt idx="1293">
                  <c:v>Oct 2023</c:v>
                </c:pt>
                <c:pt idx="1294">
                  <c:v>Oct 2023</c:v>
                </c:pt>
                <c:pt idx="1295">
                  <c:v>Oct 2023</c:v>
                </c:pt>
                <c:pt idx="1296">
                  <c:v>Oct 2023</c:v>
                </c:pt>
                <c:pt idx="1297">
                  <c:v>Oct 2023</c:v>
                </c:pt>
                <c:pt idx="1298">
                  <c:v>Oct 2023</c:v>
                </c:pt>
                <c:pt idx="1299">
                  <c:v>Oct 2023</c:v>
                </c:pt>
                <c:pt idx="1300">
                  <c:v>Oct 2023</c:v>
                </c:pt>
                <c:pt idx="1301">
                  <c:v>Oct 2023</c:v>
                </c:pt>
                <c:pt idx="1302">
                  <c:v>Oct 2023</c:v>
                </c:pt>
                <c:pt idx="1303">
                  <c:v>Oct 2023</c:v>
                </c:pt>
                <c:pt idx="1304">
                  <c:v>Oct 2023</c:v>
                </c:pt>
                <c:pt idx="1305">
                  <c:v>Oct 2023</c:v>
                </c:pt>
                <c:pt idx="1306">
                  <c:v>Oct 2023</c:v>
                </c:pt>
                <c:pt idx="1307">
                  <c:v>Oct 2023</c:v>
                </c:pt>
                <c:pt idx="1308">
                  <c:v>Oct 2023</c:v>
                </c:pt>
                <c:pt idx="1309">
                  <c:v>Oct 2023</c:v>
                </c:pt>
                <c:pt idx="1310">
                  <c:v>Oct 2023</c:v>
                </c:pt>
                <c:pt idx="1311">
                  <c:v>Oct 2023</c:v>
                </c:pt>
                <c:pt idx="1312">
                  <c:v>Oct 2023</c:v>
                </c:pt>
                <c:pt idx="1313">
                  <c:v>Oct 2023</c:v>
                </c:pt>
                <c:pt idx="1314">
                  <c:v>Oct 2023</c:v>
                </c:pt>
                <c:pt idx="1315">
                  <c:v>Oct 2023</c:v>
                </c:pt>
                <c:pt idx="1316">
                  <c:v>Nov 2023</c:v>
                </c:pt>
                <c:pt idx="1317">
                  <c:v>Nov 2023</c:v>
                </c:pt>
                <c:pt idx="1318">
                  <c:v>Nov 2023</c:v>
                </c:pt>
                <c:pt idx="1319">
                  <c:v>Nov 2023</c:v>
                </c:pt>
                <c:pt idx="1320">
                  <c:v>Nov 2023</c:v>
                </c:pt>
                <c:pt idx="1321">
                  <c:v>Nov 2023</c:v>
                </c:pt>
                <c:pt idx="1322">
                  <c:v>Nov 2023</c:v>
                </c:pt>
                <c:pt idx="1323">
                  <c:v>Nov 2023</c:v>
                </c:pt>
                <c:pt idx="1324">
                  <c:v>Nov 2023</c:v>
                </c:pt>
                <c:pt idx="1325">
                  <c:v>Nov 2023</c:v>
                </c:pt>
                <c:pt idx="1326">
                  <c:v>Nov 2023</c:v>
                </c:pt>
                <c:pt idx="1327">
                  <c:v>Nov 2023</c:v>
                </c:pt>
                <c:pt idx="1328">
                  <c:v>Nov 2023</c:v>
                </c:pt>
                <c:pt idx="1329">
                  <c:v>Nov 2023</c:v>
                </c:pt>
                <c:pt idx="1330">
                  <c:v>Nov 2023</c:v>
                </c:pt>
                <c:pt idx="1331">
                  <c:v>Nov 2023</c:v>
                </c:pt>
                <c:pt idx="1332">
                  <c:v>Nov 2023</c:v>
                </c:pt>
                <c:pt idx="1333">
                  <c:v>Nov 2023</c:v>
                </c:pt>
                <c:pt idx="1334">
                  <c:v>Nov 2023</c:v>
                </c:pt>
                <c:pt idx="1335">
                  <c:v>Nov 2023</c:v>
                </c:pt>
                <c:pt idx="1336">
                  <c:v>Nov 2023</c:v>
                </c:pt>
                <c:pt idx="1337">
                  <c:v>Nov 2023</c:v>
                </c:pt>
                <c:pt idx="1338">
                  <c:v>Nov 2023</c:v>
                </c:pt>
                <c:pt idx="1339">
                  <c:v>Nov 2023</c:v>
                </c:pt>
                <c:pt idx="1340">
                  <c:v>Nov 2023</c:v>
                </c:pt>
                <c:pt idx="1341">
                  <c:v>Nov 2023</c:v>
                </c:pt>
                <c:pt idx="1342">
                  <c:v>Nov 2023</c:v>
                </c:pt>
                <c:pt idx="1343">
                  <c:v>Nov 2023</c:v>
                </c:pt>
                <c:pt idx="1344">
                  <c:v>Nov 2023</c:v>
                </c:pt>
                <c:pt idx="1345">
                  <c:v>Nov 2023</c:v>
                </c:pt>
                <c:pt idx="1346">
                  <c:v>Dec 2023</c:v>
                </c:pt>
                <c:pt idx="1347">
                  <c:v>Dec 2023</c:v>
                </c:pt>
                <c:pt idx="1348">
                  <c:v>Dec 2023</c:v>
                </c:pt>
                <c:pt idx="1349">
                  <c:v>Dec 2023</c:v>
                </c:pt>
                <c:pt idx="1350">
                  <c:v>Dec 2023</c:v>
                </c:pt>
                <c:pt idx="1351">
                  <c:v>Dec 2023</c:v>
                </c:pt>
                <c:pt idx="1352">
                  <c:v>Dec 2023</c:v>
                </c:pt>
                <c:pt idx="1353">
                  <c:v>Dec 2023</c:v>
                </c:pt>
                <c:pt idx="1354">
                  <c:v>Dec 2023</c:v>
                </c:pt>
                <c:pt idx="1355">
                  <c:v>Dec 2023</c:v>
                </c:pt>
                <c:pt idx="1356">
                  <c:v>Dec 2023</c:v>
                </c:pt>
                <c:pt idx="1357">
                  <c:v>Dec 2023</c:v>
                </c:pt>
                <c:pt idx="1358">
                  <c:v>Dec 2023</c:v>
                </c:pt>
                <c:pt idx="1359">
                  <c:v>Dec 2023</c:v>
                </c:pt>
                <c:pt idx="1360">
                  <c:v>Dec 2023</c:v>
                </c:pt>
                <c:pt idx="1361">
                  <c:v>Dec 2023</c:v>
                </c:pt>
                <c:pt idx="1362">
                  <c:v>Dec 2023</c:v>
                </c:pt>
                <c:pt idx="1363">
                  <c:v>Dec 2023</c:v>
                </c:pt>
                <c:pt idx="1364">
                  <c:v>Dec 2023</c:v>
                </c:pt>
                <c:pt idx="1365">
                  <c:v>Dec 2023</c:v>
                </c:pt>
                <c:pt idx="1366">
                  <c:v>Dec 2023</c:v>
                </c:pt>
                <c:pt idx="1367">
                  <c:v>Dec 2023</c:v>
                </c:pt>
                <c:pt idx="1368">
                  <c:v>Dec 2023</c:v>
                </c:pt>
                <c:pt idx="1369">
                  <c:v>Dec 2023</c:v>
                </c:pt>
                <c:pt idx="1370">
                  <c:v>Dec 2023</c:v>
                </c:pt>
                <c:pt idx="1371">
                  <c:v>Dec 2023</c:v>
                </c:pt>
                <c:pt idx="1372">
                  <c:v>Dec 2023</c:v>
                </c:pt>
                <c:pt idx="1373">
                  <c:v>Dec 2023</c:v>
                </c:pt>
                <c:pt idx="1374">
                  <c:v>Dec 2023</c:v>
                </c:pt>
                <c:pt idx="1375">
                  <c:v>Dec 2023</c:v>
                </c:pt>
                <c:pt idx="1376">
                  <c:v>Dec 2023</c:v>
                </c:pt>
                <c:pt idx="1377">
                  <c:v>Jan 2024</c:v>
                </c:pt>
                <c:pt idx="1378">
                  <c:v>Jan 2024</c:v>
                </c:pt>
                <c:pt idx="1379">
                  <c:v>Jan 2024</c:v>
                </c:pt>
                <c:pt idx="1380">
                  <c:v>Jan 2024</c:v>
                </c:pt>
                <c:pt idx="1381">
                  <c:v>Jan 2024</c:v>
                </c:pt>
                <c:pt idx="1382">
                  <c:v>Jan 2024</c:v>
                </c:pt>
                <c:pt idx="1383">
                  <c:v>Jan 2024</c:v>
                </c:pt>
                <c:pt idx="1384">
                  <c:v>Jan 2024</c:v>
                </c:pt>
                <c:pt idx="1385">
                  <c:v>Jan 2024</c:v>
                </c:pt>
                <c:pt idx="1386">
                  <c:v>Jan 2024</c:v>
                </c:pt>
                <c:pt idx="1387">
                  <c:v>Jan 2024</c:v>
                </c:pt>
                <c:pt idx="1388">
                  <c:v>Jan 2024</c:v>
                </c:pt>
                <c:pt idx="1389">
                  <c:v>Jan 2024</c:v>
                </c:pt>
                <c:pt idx="1390">
                  <c:v>Jan 2024</c:v>
                </c:pt>
                <c:pt idx="1391">
                  <c:v>Jan 2024</c:v>
                </c:pt>
                <c:pt idx="1392">
                  <c:v>Jan 2024</c:v>
                </c:pt>
                <c:pt idx="1393">
                  <c:v>Jan 2024</c:v>
                </c:pt>
                <c:pt idx="1394">
                  <c:v>Jan 2024</c:v>
                </c:pt>
                <c:pt idx="1395">
                  <c:v>Jan 2024</c:v>
                </c:pt>
                <c:pt idx="1396">
                  <c:v>Jan 2024</c:v>
                </c:pt>
                <c:pt idx="1397">
                  <c:v>Jan 2024</c:v>
                </c:pt>
                <c:pt idx="1398">
                  <c:v>Jan 2024</c:v>
                </c:pt>
                <c:pt idx="1399">
                  <c:v>Jan 2024</c:v>
                </c:pt>
                <c:pt idx="1400">
                  <c:v>Jan 2024</c:v>
                </c:pt>
                <c:pt idx="1401">
                  <c:v>Jan 2024</c:v>
                </c:pt>
                <c:pt idx="1402">
                  <c:v>Jan 2024</c:v>
                </c:pt>
                <c:pt idx="1403">
                  <c:v>Jan 2024</c:v>
                </c:pt>
                <c:pt idx="1404">
                  <c:v>Jan 2024</c:v>
                </c:pt>
                <c:pt idx="1405">
                  <c:v>Jan 2024</c:v>
                </c:pt>
                <c:pt idx="1406">
                  <c:v>Jan 2024</c:v>
                </c:pt>
                <c:pt idx="1407">
                  <c:v>Jan 2024</c:v>
                </c:pt>
                <c:pt idx="1408">
                  <c:v>Feb 2024</c:v>
                </c:pt>
                <c:pt idx="1409">
                  <c:v>Feb 2024</c:v>
                </c:pt>
                <c:pt idx="1410">
                  <c:v>Feb 2024</c:v>
                </c:pt>
                <c:pt idx="1411">
                  <c:v>Feb 2024</c:v>
                </c:pt>
                <c:pt idx="1412">
                  <c:v>Feb 2024</c:v>
                </c:pt>
                <c:pt idx="1413">
                  <c:v>Feb 2024</c:v>
                </c:pt>
                <c:pt idx="1414">
                  <c:v>Feb 2024</c:v>
                </c:pt>
                <c:pt idx="1415">
                  <c:v>Feb 2024</c:v>
                </c:pt>
                <c:pt idx="1416">
                  <c:v>Feb 2024</c:v>
                </c:pt>
                <c:pt idx="1417">
                  <c:v>Feb 2024</c:v>
                </c:pt>
                <c:pt idx="1418">
                  <c:v>Feb 2024</c:v>
                </c:pt>
                <c:pt idx="1419">
                  <c:v>Feb 2024</c:v>
                </c:pt>
                <c:pt idx="1420">
                  <c:v>Feb 2024</c:v>
                </c:pt>
                <c:pt idx="1421">
                  <c:v>Feb 2024</c:v>
                </c:pt>
                <c:pt idx="1422">
                  <c:v>Feb 2024</c:v>
                </c:pt>
                <c:pt idx="1423">
                  <c:v>Feb 2024</c:v>
                </c:pt>
                <c:pt idx="1424">
                  <c:v>Feb 2024</c:v>
                </c:pt>
                <c:pt idx="1425">
                  <c:v>Feb 2024</c:v>
                </c:pt>
                <c:pt idx="1426">
                  <c:v>Feb 2024</c:v>
                </c:pt>
                <c:pt idx="1427">
                  <c:v>Feb 2024</c:v>
                </c:pt>
                <c:pt idx="1428">
                  <c:v>Feb 2024</c:v>
                </c:pt>
                <c:pt idx="1429">
                  <c:v>Feb 2024</c:v>
                </c:pt>
                <c:pt idx="1430">
                  <c:v>Feb 2024</c:v>
                </c:pt>
                <c:pt idx="1431">
                  <c:v>Feb 2024</c:v>
                </c:pt>
                <c:pt idx="1432">
                  <c:v>Feb 2024</c:v>
                </c:pt>
                <c:pt idx="1433">
                  <c:v>Feb 2024</c:v>
                </c:pt>
                <c:pt idx="1434">
                  <c:v>Feb 2024</c:v>
                </c:pt>
                <c:pt idx="1435">
                  <c:v>Feb 2024</c:v>
                </c:pt>
                <c:pt idx="1436">
                  <c:v>Feb 2024</c:v>
                </c:pt>
                <c:pt idx="1437">
                  <c:v>Mar 2024</c:v>
                </c:pt>
                <c:pt idx="1438">
                  <c:v>Mar 2024</c:v>
                </c:pt>
                <c:pt idx="1439">
                  <c:v>Mar 2024</c:v>
                </c:pt>
                <c:pt idx="1440">
                  <c:v>Mar 2024</c:v>
                </c:pt>
                <c:pt idx="1441">
                  <c:v>Mar 2024</c:v>
                </c:pt>
                <c:pt idx="1442">
                  <c:v>Mar 2024</c:v>
                </c:pt>
                <c:pt idx="1443">
                  <c:v>Mar 2024</c:v>
                </c:pt>
                <c:pt idx="1444">
                  <c:v>Mar 2024</c:v>
                </c:pt>
                <c:pt idx="1445">
                  <c:v>Mar 2024</c:v>
                </c:pt>
                <c:pt idx="1446">
                  <c:v>Mar 2024</c:v>
                </c:pt>
                <c:pt idx="1447">
                  <c:v>Mar 2024</c:v>
                </c:pt>
                <c:pt idx="1448">
                  <c:v>Mar 2024</c:v>
                </c:pt>
                <c:pt idx="1449">
                  <c:v>Mar 2024</c:v>
                </c:pt>
                <c:pt idx="1450">
                  <c:v>Mar 2024</c:v>
                </c:pt>
                <c:pt idx="1451">
                  <c:v>Mar 2024</c:v>
                </c:pt>
                <c:pt idx="1452">
                  <c:v>Mar 2024</c:v>
                </c:pt>
                <c:pt idx="1453">
                  <c:v>Mar 2024</c:v>
                </c:pt>
                <c:pt idx="1454">
                  <c:v>Mar 2024</c:v>
                </c:pt>
                <c:pt idx="1455">
                  <c:v>Mar 2024</c:v>
                </c:pt>
                <c:pt idx="1456">
                  <c:v>Mar 2024</c:v>
                </c:pt>
                <c:pt idx="1457">
                  <c:v>Mar 2024</c:v>
                </c:pt>
                <c:pt idx="1458">
                  <c:v>Mar 2024</c:v>
                </c:pt>
                <c:pt idx="1459">
                  <c:v>Mar 2024</c:v>
                </c:pt>
                <c:pt idx="1460">
                  <c:v>Mar 2024</c:v>
                </c:pt>
                <c:pt idx="1461">
                  <c:v>Mar 2024</c:v>
                </c:pt>
                <c:pt idx="1462">
                  <c:v>Mar 2024</c:v>
                </c:pt>
                <c:pt idx="1463">
                  <c:v>Mar 2024</c:v>
                </c:pt>
                <c:pt idx="1464">
                  <c:v>Mar 2024</c:v>
                </c:pt>
                <c:pt idx="1465">
                  <c:v>Mar 2024</c:v>
                </c:pt>
                <c:pt idx="1466">
                  <c:v>Mar 2024</c:v>
                </c:pt>
                <c:pt idx="1467">
                  <c:v>Mar 2024</c:v>
                </c:pt>
                <c:pt idx="1468">
                  <c:v>Apr 2024</c:v>
                </c:pt>
                <c:pt idx="1469">
                  <c:v>Apr 2024</c:v>
                </c:pt>
                <c:pt idx="1470">
                  <c:v>Apr 2024</c:v>
                </c:pt>
                <c:pt idx="1471">
                  <c:v>Apr 2024</c:v>
                </c:pt>
                <c:pt idx="1472">
                  <c:v>Apr 2024</c:v>
                </c:pt>
                <c:pt idx="1473">
                  <c:v>Apr 2024</c:v>
                </c:pt>
                <c:pt idx="1474">
                  <c:v>Apr 2024</c:v>
                </c:pt>
                <c:pt idx="1475">
                  <c:v>Apr 2024</c:v>
                </c:pt>
                <c:pt idx="1476">
                  <c:v>Apr 2024</c:v>
                </c:pt>
                <c:pt idx="1477">
                  <c:v>Apr 2024</c:v>
                </c:pt>
                <c:pt idx="1478">
                  <c:v>Apr 2024</c:v>
                </c:pt>
                <c:pt idx="1479">
                  <c:v>Apr 2024</c:v>
                </c:pt>
                <c:pt idx="1480">
                  <c:v>Apr 2024</c:v>
                </c:pt>
                <c:pt idx="1481">
                  <c:v>Apr 2024</c:v>
                </c:pt>
                <c:pt idx="1482">
                  <c:v>Apr 2024</c:v>
                </c:pt>
                <c:pt idx="1483">
                  <c:v>Apr 2024</c:v>
                </c:pt>
                <c:pt idx="1484">
                  <c:v>Apr 2024</c:v>
                </c:pt>
                <c:pt idx="1485">
                  <c:v>Apr 2024</c:v>
                </c:pt>
                <c:pt idx="1486">
                  <c:v>Apr 2024</c:v>
                </c:pt>
                <c:pt idx="1487">
                  <c:v>Apr 2024</c:v>
                </c:pt>
                <c:pt idx="1488">
                  <c:v>Apr 2024</c:v>
                </c:pt>
                <c:pt idx="1489">
                  <c:v>Apr 2024</c:v>
                </c:pt>
                <c:pt idx="1490">
                  <c:v>Apr 2024</c:v>
                </c:pt>
                <c:pt idx="1491">
                  <c:v>Apr 2024</c:v>
                </c:pt>
                <c:pt idx="1492">
                  <c:v>Apr 2024</c:v>
                </c:pt>
                <c:pt idx="1493">
                  <c:v>Apr 2024</c:v>
                </c:pt>
                <c:pt idx="1494">
                  <c:v>Apr 2024</c:v>
                </c:pt>
                <c:pt idx="1495">
                  <c:v>Apr 2024</c:v>
                </c:pt>
                <c:pt idx="1496">
                  <c:v>Apr 2024</c:v>
                </c:pt>
                <c:pt idx="1497">
                  <c:v>Apr 2024</c:v>
                </c:pt>
                <c:pt idx="1498">
                  <c:v>May 2024</c:v>
                </c:pt>
                <c:pt idx="1499">
                  <c:v>May 2024</c:v>
                </c:pt>
                <c:pt idx="1500">
                  <c:v>May 2024</c:v>
                </c:pt>
                <c:pt idx="1501">
                  <c:v>May 2024</c:v>
                </c:pt>
                <c:pt idx="1502">
                  <c:v>May 2024</c:v>
                </c:pt>
                <c:pt idx="1503">
                  <c:v>May 2024</c:v>
                </c:pt>
                <c:pt idx="1504">
                  <c:v>May 2024</c:v>
                </c:pt>
                <c:pt idx="1505">
                  <c:v>May 2024</c:v>
                </c:pt>
                <c:pt idx="1506">
                  <c:v>May 2024</c:v>
                </c:pt>
                <c:pt idx="1507">
                  <c:v>May 2024</c:v>
                </c:pt>
                <c:pt idx="1508">
                  <c:v>May 2024</c:v>
                </c:pt>
                <c:pt idx="1509">
                  <c:v>May 2024</c:v>
                </c:pt>
                <c:pt idx="1510">
                  <c:v>May 2024</c:v>
                </c:pt>
                <c:pt idx="1511">
                  <c:v>May 2024</c:v>
                </c:pt>
                <c:pt idx="1512">
                  <c:v>May 2024</c:v>
                </c:pt>
                <c:pt idx="1513">
                  <c:v>May 2024</c:v>
                </c:pt>
                <c:pt idx="1514">
                  <c:v>May 2024</c:v>
                </c:pt>
                <c:pt idx="1515">
                  <c:v>May 2024</c:v>
                </c:pt>
                <c:pt idx="1516">
                  <c:v>May 2024</c:v>
                </c:pt>
                <c:pt idx="1517">
                  <c:v>May 2024</c:v>
                </c:pt>
                <c:pt idx="1518">
                  <c:v>May 2024</c:v>
                </c:pt>
                <c:pt idx="1519">
                  <c:v>May 2024</c:v>
                </c:pt>
                <c:pt idx="1520">
                  <c:v>May 2024</c:v>
                </c:pt>
                <c:pt idx="1521">
                  <c:v>May 2024</c:v>
                </c:pt>
                <c:pt idx="1522">
                  <c:v>May 2024</c:v>
                </c:pt>
                <c:pt idx="1523">
                  <c:v>May 2024</c:v>
                </c:pt>
                <c:pt idx="1524">
                  <c:v>May 2024</c:v>
                </c:pt>
                <c:pt idx="1525">
                  <c:v>May 2024</c:v>
                </c:pt>
                <c:pt idx="1526">
                  <c:v>May 2024</c:v>
                </c:pt>
                <c:pt idx="1527">
                  <c:v>May 2024</c:v>
                </c:pt>
                <c:pt idx="1528">
                  <c:v>May 2024</c:v>
                </c:pt>
                <c:pt idx="1529">
                  <c:v>Jun 2024</c:v>
                </c:pt>
                <c:pt idx="1530">
                  <c:v>Jun 2024</c:v>
                </c:pt>
                <c:pt idx="1531">
                  <c:v>Jun 2024</c:v>
                </c:pt>
                <c:pt idx="1532">
                  <c:v>Jun 2024</c:v>
                </c:pt>
                <c:pt idx="1533">
                  <c:v>Jun 2024</c:v>
                </c:pt>
                <c:pt idx="1534">
                  <c:v>Jun 2024</c:v>
                </c:pt>
                <c:pt idx="1535">
                  <c:v>Jun 2024</c:v>
                </c:pt>
                <c:pt idx="1536">
                  <c:v>Jun 2024</c:v>
                </c:pt>
                <c:pt idx="1537">
                  <c:v>Jun 2024</c:v>
                </c:pt>
                <c:pt idx="1538">
                  <c:v>Jun 2024</c:v>
                </c:pt>
                <c:pt idx="1539">
                  <c:v>Jun 2024</c:v>
                </c:pt>
                <c:pt idx="1540">
                  <c:v>Jun 2024</c:v>
                </c:pt>
                <c:pt idx="1541">
                  <c:v>Jun 2024</c:v>
                </c:pt>
                <c:pt idx="1542">
                  <c:v>Jun 2024</c:v>
                </c:pt>
                <c:pt idx="1543">
                  <c:v>Jun 2024</c:v>
                </c:pt>
                <c:pt idx="1544">
                  <c:v>Jun 2024</c:v>
                </c:pt>
                <c:pt idx="1545">
                  <c:v>Jun 2024</c:v>
                </c:pt>
                <c:pt idx="1546">
                  <c:v>Jun 2024</c:v>
                </c:pt>
                <c:pt idx="1547">
                  <c:v>Jun 2024</c:v>
                </c:pt>
                <c:pt idx="1548">
                  <c:v>Jun 2024</c:v>
                </c:pt>
                <c:pt idx="1549">
                  <c:v>Jun 2024</c:v>
                </c:pt>
                <c:pt idx="1550">
                  <c:v>Jun 2024</c:v>
                </c:pt>
                <c:pt idx="1551">
                  <c:v>Jun 2024</c:v>
                </c:pt>
                <c:pt idx="1552">
                  <c:v>Jun 2024</c:v>
                </c:pt>
                <c:pt idx="1553">
                  <c:v>Jun 2024</c:v>
                </c:pt>
                <c:pt idx="1554">
                  <c:v>Jun 2024</c:v>
                </c:pt>
                <c:pt idx="1555">
                  <c:v>Jun 2024</c:v>
                </c:pt>
                <c:pt idx="1556">
                  <c:v>Jun 2024</c:v>
                </c:pt>
                <c:pt idx="1557">
                  <c:v>Jun 2024</c:v>
                </c:pt>
                <c:pt idx="1558">
                  <c:v>Jun 2024</c:v>
                </c:pt>
                <c:pt idx="1559">
                  <c:v>Jul 2024</c:v>
                </c:pt>
                <c:pt idx="1560">
                  <c:v>Jul 2024</c:v>
                </c:pt>
                <c:pt idx="1561">
                  <c:v>Jul 2024</c:v>
                </c:pt>
                <c:pt idx="1562">
                  <c:v>Jul 2024</c:v>
                </c:pt>
                <c:pt idx="1563">
                  <c:v>Jul 2024</c:v>
                </c:pt>
                <c:pt idx="1564">
                  <c:v>Jul 2024</c:v>
                </c:pt>
                <c:pt idx="1565">
                  <c:v>Jul 2024</c:v>
                </c:pt>
                <c:pt idx="1566">
                  <c:v>Jul 2024</c:v>
                </c:pt>
                <c:pt idx="1567">
                  <c:v>Jul 2024</c:v>
                </c:pt>
                <c:pt idx="1568">
                  <c:v>Jul 2024</c:v>
                </c:pt>
                <c:pt idx="1569">
                  <c:v>Jul 2024</c:v>
                </c:pt>
                <c:pt idx="1570">
                  <c:v>Jul 2024</c:v>
                </c:pt>
                <c:pt idx="1571">
                  <c:v>Jul 2024</c:v>
                </c:pt>
                <c:pt idx="1572">
                  <c:v>Jul 2024</c:v>
                </c:pt>
                <c:pt idx="1573">
                  <c:v>Jul 2024</c:v>
                </c:pt>
                <c:pt idx="1574">
                  <c:v>Jul 2024</c:v>
                </c:pt>
                <c:pt idx="1575">
                  <c:v>Jul 2024</c:v>
                </c:pt>
                <c:pt idx="1576">
                  <c:v>Jul 2024</c:v>
                </c:pt>
                <c:pt idx="1577">
                  <c:v>Jul 2024</c:v>
                </c:pt>
                <c:pt idx="1578">
                  <c:v>Jul 2024</c:v>
                </c:pt>
                <c:pt idx="1579">
                  <c:v>Jul 2024</c:v>
                </c:pt>
                <c:pt idx="1580">
                  <c:v>Jul 2024</c:v>
                </c:pt>
                <c:pt idx="1581">
                  <c:v>Jul 2024</c:v>
                </c:pt>
                <c:pt idx="1582">
                  <c:v>Jul 2024</c:v>
                </c:pt>
                <c:pt idx="1583">
                  <c:v>Jul 2024</c:v>
                </c:pt>
                <c:pt idx="1584">
                  <c:v>Jul 2024</c:v>
                </c:pt>
                <c:pt idx="1585">
                  <c:v>Jul 2024</c:v>
                </c:pt>
                <c:pt idx="1586">
                  <c:v>Jul 2024</c:v>
                </c:pt>
                <c:pt idx="1587">
                  <c:v>Jul 2024</c:v>
                </c:pt>
                <c:pt idx="1588">
                  <c:v>Jul 2024</c:v>
                </c:pt>
                <c:pt idx="1589">
                  <c:v>Jul 2024</c:v>
                </c:pt>
                <c:pt idx="1590">
                  <c:v>Aug 2024</c:v>
                </c:pt>
                <c:pt idx="1591">
                  <c:v>Aug 2024</c:v>
                </c:pt>
                <c:pt idx="1592">
                  <c:v>Aug 2024</c:v>
                </c:pt>
                <c:pt idx="1593">
                  <c:v>Aug 2024</c:v>
                </c:pt>
                <c:pt idx="1594">
                  <c:v>Aug 2024</c:v>
                </c:pt>
                <c:pt idx="1595">
                  <c:v>Aug 2024</c:v>
                </c:pt>
                <c:pt idx="1596">
                  <c:v>Aug 2024</c:v>
                </c:pt>
                <c:pt idx="1597">
                  <c:v>Aug 2024</c:v>
                </c:pt>
                <c:pt idx="1598">
                  <c:v>Aug 2024</c:v>
                </c:pt>
                <c:pt idx="1599">
                  <c:v>Aug 2024</c:v>
                </c:pt>
                <c:pt idx="1600">
                  <c:v>Aug 2024</c:v>
                </c:pt>
                <c:pt idx="1601">
                  <c:v>Aug 2024</c:v>
                </c:pt>
                <c:pt idx="1602">
                  <c:v>Aug 2024</c:v>
                </c:pt>
                <c:pt idx="1603">
                  <c:v>Aug 2024</c:v>
                </c:pt>
                <c:pt idx="1604">
                  <c:v>Aug 2024</c:v>
                </c:pt>
                <c:pt idx="1605">
                  <c:v>Aug 2024</c:v>
                </c:pt>
                <c:pt idx="1606">
                  <c:v>Aug 2024</c:v>
                </c:pt>
                <c:pt idx="1607">
                  <c:v>Aug 2024</c:v>
                </c:pt>
                <c:pt idx="1608">
                  <c:v>Aug 2024</c:v>
                </c:pt>
                <c:pt idx="1609">
                  <c:v>Aug 2024</c:v>
                </c:pt>
                <c:pt idx="1610">
                  <c:v>Aug 2024</c:v>
                </c:pt>
                <c:pt idx="1611">
                  <c:v>Aug 2024</c:v>
                </c:pt>
                <c:pt idx="1612">
                  <c:v>Aug 2024</c:v>
                </c:pt>
                <c:pt idx="1613">
                  <c:v>Aug 2024</c:v>
                </c:pt>
                <c:pt idx="1614">
                  <c:v>Aug 2024</c:v>
                </c:pt>
                <c:pt idx="1615">
                  <c:v>Aug 2024</c:v>
                </c:pt>
                <c:pt idx="1616">
                  <c:v>Aug 2024</c:v>
                </c:pt>
                <c:pt idx="1617">
                  <c:v>Aug 2024</c:v>
                </c:pt>
                <c:pt idx="1618">
                  <c:v>Aug 2024</c:v>
                </c:pt>
                <c:pt idx="1619">
                  <c:v>Aug 2024</c:v>
                </c:pt>
                <c:pt idx="1620">
                  <c:v>Aug 2024</c:v>
                </c:pt>
                <c:pt idx="1621">
                  <c:v>Sep 2024</c:v>
                </c:pt>
                <c:pt idx="1622">
                  <c:v>Sep 2024</c:v>
                </c:pt>
                <c:pt idx="1623">
                  <c:v>Sep 2024</c:v>
                </c:pt>
                <c:pt idx="1624">
                  <c:v>Sep 2024</c:v>
                </c:pt>
                <c:pt idx="1625">
                  <c:v>Sep 2024</c:v>
                </c:pt>
                <c:pt idx="1626">
                  <c:v>Sep 2024</c:v>
                </c:pt>
                <c:pt idx="1627">
                  <c:v>Sep 2024</c:v>
                </c:pt>
                <c:pt idx="1628">
                  <c:v>Sep 2024</c:v>
                </c:pt>
                <c:pt idx="1629">
                  <c:v>Sep 2024</c:v>
                </c:pt>
                <c:pt idx="1630">
                  <c:v>Sep 2024</c:v>
                </c:pt>
                <c:pt idx="1631">
                  <c:v>Sep 2024</c:v>
                </c:pt>
                <c:pt idx="1632">
                  <c:v>Sep 2024</c:v>
                </c:pt>
                <c:pt idx="1633">
                  <c:v>Sep 2024</c:v>
                </c:pt>
                <c:pt idx="1634">
                  <c:v>Sep 2024</c:v>
                </c:pt>
                <c:pt idx="1635">
                  <c:v>Sep 2024</c:v>
                </c:pt>
                <c:pt idx="1636">
                  <c:v>Sep 2024</c:v>
                </c:pt>
                <c:pt idx="1637">
                  <c:v>Sep 2024</c:v>
                </c:pt>
                <c:pt idx="1638">
                  <c:v>Sep 2024</c:v>
                </c:pt>
                <c:pt idx="1639">
                  <c:v>Sep 2024</c:v>
                </c:pt>
                <c:pt idx="1640">
                  <c:v>Sep 2024</c:v>
                </c:pt>
                <c:pt idx="1641">
                  <c:v>Sep 2024</c:v>
                </c:pt>
                <c:pt idx="1642">
                  <c:v>Sep 2024</c:v>
                </c:pt>
                <c:pt idx="1643">
                  <c:v>Sep 2024</c:v>
                </c:pt>
                <c:pt idx="1644">
                  <c:v>Sep 2024</c:v>
                </c:pt>
                <c:pt idx="1645">
                  <c:v>Sep 2024</c:v>
                </c:pt>
                <c:pt idx="1646">
                  <c:v>Sep 2024</c:v>
                </c:pt>
                <c:pt idx="1647">
                  <c:v>Sep 2024</c:v>
                </c:pt>
                <c:pt idx="1648">
                  <c:v>Sep 2024</c:v>
                </c:pt>
                <c:pt idx="1649">
                  <c:v>Sep 2024</c:v>
                </c:pt>
                <c:pt idx="1650">
                  <c:v>Sep 2024</c:v>
                </c:pt>
                <c:pt idx="1651">
                  <c:v>Oct 2024</c:v>
                </c:pt>
                <c:pt idx="1652">
                  <c:v>Oct 2024</c:v>
                </c:pt>
                <c:pt idx="1653">
                  <c:v>Oct 2024</c:v>
                </c:pt>
                <c:pt idx="1654">
                  <c:v>Oct 2024</c:v>
                </c:pt>
                <c:pt idx="1655">
                  <c:v>Oct 2024</c:v>
                </c:pt>
                <c:pt idx="1656">
                  <c:v>Oct 2024</c:v>
                </c:pt>
                <c:pt idx="1657">
                  <c:v>Oct 2024</c:v>
                </c:pt>
                <c:pt idx="1658">
                  <c:v>Oct 2024</c:v>
                </c:pt>
                <c:pt idx="1659">
                  <c:v>Oct 2024</c:v>
                </c:pt>
                <c:pt idx="1660">
                  <c:v>Oct 2024</c:v>
                </c:pt>
                <c:pt idx="1661">
                  <c:v>Oct 2024</c:v>
                </c:pt>
                <c:pt idx="1662">
                  <c:v>Oct 2024</c:v>
                </c:pt>
                <c:pt idx="1663">
                  <c:v>Oct 2024</c:v>
                </c:pt>
                <c:pt idx="1664">
                  <c:v>Oct 2024</c:v>
                </c:pt>
                <c:pt idx="1665">
                  <c:v>Oct 2024</c:v>
                </c:pt>
                <c:pt idx="1666">
                  <c:v>Oct 2024</c:v>
                </c:pt>
                <c:pt idx="1667">
                  <c:v>Oct 2024</c:v>
                </c:pt>
                <c:pt idx="1668">
                  <c:v>Oct 2024</c:v>
                </c:pt>
                <c:pt idx="1669">
                  <c:v>Oct 2024</c:v>
                </c:pt>
                <c:pt idx="1670">
                  <c:v>Oct 2024</c:v>
                </c:pt>
                <c:pt idx="1671">
                  <c:v>Oct 2024</c:v>
                </c:pt>
                <c:pt idx="1672">
                  <c:v>Oct 2024</c:v>
                </c:pt>
                <c:pt idx="1673">
                  <c:v>Oct 2024</c:v>
                </c:pt>
                <c:pt idx="1674">
                  <c:v>Oct 2024</c:v>
                </c:pt>
                <c:pt idx="1675">
                  <c:v>Oct 2024</c:v>
                </c:pt>
                <c:pt idx="1676">
                  <c:v>Oct 2024</c:v>
                </c:pt>
                <c:pt idx="1677">
                  <c:v>Oct 2024</c:v>
                </c:pt>
                <c:pt idx="1678">
                  <c:v>Oct 2024</c:v>
                </c:pt>
                <c:pt idx="1679">
                  <c:v>Oct 2024</c:v>
                </c:pt>
                <c:pt idx="1680">
                  <c:v>Oct 2024</c:v>
                </c:pt>
                <c:pt idx="1681">
                  <c:v>Oct 2024</c:v>
                </c:pt>
                <c:pt idx="1682">
                  <c:v>Nov 2024</c:v>
                </c:pt>
                <c:pt idx="1683">
                  <c:v>Nov 2024</c:v>
                </c:pt>
                <c:pt idx="1684">
                  <c:v>Nov 2024</c:v>
                </c:pt>
                <c:pt idx="1685">
                  <c:v>Nov 2024</c:v>
                </c:pt>
                <c:pt idx="1686">
                  <c:v>Nov 2024</c:v>
                </c:pt>
                <c:pt idx="1687">
                  <c:v>Nov 2024</c:v>
                </c:pt>
                <c:pt idx="1688">
                  <c:v>Nov 2024</c:v>
                </c:pt>
                <c:pt idx="1689">
                  <c:v>Nov 2024</c:v>
                </c:pt>
                <c:pt idx="1690">
                  <c:v>Nov 2024</c:v>
                </c:pt>
                <c:pt idx="1691">
                  <c:v>Nov 2024</c:v>
                </c:pt>
                <c:pt idx="1692">
                  <c:v>Nov 2024</c:v>
                </c:pt>
                <c:pt idx="1693">
                  <c:v>Nov 2024</c:v>
                </c:pt>
                <c:pt idx="1694">
                  <c:v>Nov 2024</c:v>
                </c:pt>
                <c:pt idx="1695">
                  <c:v>Nov 2024</c:v>
                </c:pt>
                <c:pt idx="1696">
                  <c:v>Nov 2024</c:v>
                </c:pt>
                <c:pt idx="1697">
                  <c:v>Nov 2024</c:v>
                </c:pt>
                <c:pt idx="1698">
                  <c:v>Nov 2024</c:v>
                </c:pt>
                <c:pt idx="1699">
                  <c:v>Nov 2024</c:v>
                </c:pt>
                <c:pt idx="1700">
                  <c:v>Nov 2024</c:v>
                </c:pt>
                <c:pt idx="1701">
                  <c:v>Nov 2024</c:v>
                </c:pt>
                <c:pt idx="1702">
                  <c:v>Nov 2024</c:v>
                </c:pt>
                <c:pt idx="1703">
                  <c:v>Nov 2024</c:v>
                </c:pt>
                <c:pt idx="1704">
                  <c:v>Nov 2024</c:v>
                </c:pt>
                <c:pt idx="1705">
                  <c:v>Nov 2024</c:v>
                </c:pt>
                <c:pt idx="1706">
                  <c:v>Nov 2024</c:v>
                </c:pt>
                <c:pt idx="1707">
                  <c:v>Nov 2024</c:v>
                </c:pt>
                <c:pt idx="1708">
                  <c:v>Nov 2024</c:v>
                </c:pt>
                <c:pt idx="1709">
                  <c:v>Nov 2024</c:v>
                </c:pt>
                <c:pt idx="1710">
                  <c:v>Nov 2024</c:v>
                </c:pt>
                <c:pt idx="1711">
                  <c:v>Nov 2024</c:v>
                </c:pt>
                <c:pt idx="1712">
                  <c:v>Dec 2024</c:v>
                </c:pt>
                <c:pt idx="1713">
                  <c:v>Dec 2024</c:v>
                </c:pt>
                <c:pt idx="1714">
                  <c:v>Dec 2024</c:v>
                </c:pt>
                <c:pt idx="1715">
                  <c:v>Dec 2024</c:v>
                </c:pt>
                <c:pt idx="1716">
                  <c:v>Dec 2024</c:v>
                </c:pt>
                <c:pt idx="1717">
                  <c:v>Dec 2024</c:v>
                </c:pt>
                <c:pt idx="1718">
                  <c:v>Dec 2024</c:v>
                </c:pt>
                <c:pt idx="1719">
                  <c:v>Dec 2024</c:v>
                </c:pt>
                <c:pt idx="1720">
                  <c:v>Dec 2024</c:v>
                </c:pt>
                <c:pt idx="1721">
                  <c:v>Dec 2024</c:v>
                </c:pt>
                <c:pt idx="1722">
                  <c:v>Dec 2024</c:v>
                </c:pt>
                <c:pt idx="1723">
                  <c:v>Dec 2024</c:v>
                </c:pt>
                <c:pt idx="1724">
                  <c:v>Dec 2024</c:v>
                </c:pt>
                <c:pt idx="1725">
                  <c:v>Dec 2024</c:v>
                </c:pt>
                <c:pt idx="1726">
                  <c:v>Dec 2024</c:v>
                </c:pt>
                <c:pt idx="1727">
                  <c:v>Dec 2024</c:v>
                </c:pt>
                <c:pt idx="1728">
                  <c:v>Dec 2024</c:v>
                </c:pt>
                <c:pt idx="1729">
                  <c:v>Dec 2024</c:v>
                </c:pt>
                <c:pt idx="1730">
                  <c:v>Dec 2024</c:v>
                </c:pt>
                <c:pt idx="1731">
                  <c:v>Dec 2024</c:v>
                </c:pt>
                <c:pt idx="1732">
                  <c:v>Dec 2024</c:v>
                </c:pt>
                <c:pt idx="1733">
                  <c:v>Dec 2024</c:v>
                </c:pt>
                <c:pt idx="1734">
                  <c:v>Dec 2024</c:v>
                </c:pt>
                <c:pt idx="1735">
                  <c:v>Dec 2024</c:v>
                </c:pt>
                <c:pt idx="1736">
                  <c:v>Dec 2024</c:v>
                </c:pt>
                <c:pt idx="1737">
                  <c:v>Dec 2024</c:v>
                </c:pt>
                <c:pt idx="1738">
                  <c:v>Dec 2024</c:v>
                </c:pt>
                <c:pt idx="1739">
                  <c:v>Dec 2024</c:v>
                </c:pt>
                <c:pt idx="1740">
                  <c:v>Dec 2024</c:v>
                </c:pt>
                <c:pt idx="1741">
                  <c:v>Dec 2024</c:v>
                </c:pt>
                <c:pt idx="1742">
                  <c:v>Dec 2024</c:v>
                </c:pt>
                <c:pt idx="1743">
                  <c:v>Jan 2025</c:v>
                </c:pt>
                <c:pt idx="1744">
                  <c:v>Jan 2025</c:v>
                </c:pt>
                <c:pt idx="1745">
                  <c:v>Jan 2025</c:v>
                </c:pt>
                <c:pt idx="1746">
                  <c:v>Jan 2025</c:v>
                </c:pt>
                <c:pt idx="1747">
                  <c:v>Jan 2025</c:v>
                </c:pt>
                <c:pt idx="1748">
                  <c:v>Jan 2025</c:v>
                </c:pt>
                <c:pt idx="1749">
                  <c:v>Jan 2025</c:v>
                </c:pt>
                <c:pt idx="1750">
                  <c:v>Jan 2025</c:v>
                </c:pt>
                <c:pt idx="1751">
                  <c:v>Jan 2025</c:v>
                </c:pt>
                <c:pt idx="1752">
                  <c:v>Jan 2025</c:v>
                </c:pt>
                <c:pt idx="1753">
                  <c:v>Jan 2025</c:v>
                </c:pt>
                <c:pt idx="1754">
                  <c:v>Jan 2025</c:v>
                </c:pt>
                <c:pt idx="1755">
                  <c:v>Jan 2025</c:v>
                </c:pt>
                <c:pt idx="1756">
                  <c:v>Jan 2025</c:v>
                </c:pt>
                <c:pt idx="1757">
                  <c:v>Jan 2025</c:v>
                </c:pt>
                <c:pt idx="1758">
                  <c:v>Jan 2025</c:v>
                </c:pt>
                <c:pt idx="1759">
                  <c:v>Jan 2025</c:v>
                </c:pt>
                <c:pt idx="1760">
                  <c:v>Jan 2025</c:v>
                </c:pt>
                <c:pt idx="1761">
                  <c:v>Jan 2025</c:v>
                </c:pt>
                <c:pt idx="1762">
                  <c:v>Jan 2025</c:v>
                </c:pt>
                <c:pt idx="1763">
                  <c:v>Jan 2025</c:v>
                </c:pt>
                <c:pt idx="1764">
                  <c:v>Jan 2025</c:v>
                </c:pt>
                <c:pt idx="1765">
                  <c:v>Jan 2025</c:v>
                </c:pt>
                <c:pt idx="1766">
                  <c:v>Jan 2025</c:v>
                </c:pt>
                <c:pt idx="1767">
                  <c:v>Jan 2025</c:v>
                </c:pt>
                <c:pt idx="1768">
                  <c:v>Jan 2025</c:v>
                </c:pt>
                <c:pt idx="1769">
                  <c:v>Jan 2025</c:v>
                </c:pt>
                <c:pt idx="1770">
                  <c:v>Jan 2025</c:v>
                </c:pt>
                <c:pt idx="1771">
                  <c:v>Jan 2025</c:v>
                </c:pt>
                <c:pt idx="1772">
                  <c:v>Jan 2025</c:v>
                </c:pt>
                <c:pt idx="1773">
                  <c:v>Jan 2025</c:v>
                </c:pt>
                <c:pt idx="1774">
                  <c:v>Feb 2025</c:v>
                </c:pt>
                <c:pt idx="1775">
                  <c:v>Feb 2025</c:v>
                </c:pt>
                <c:pt idx="1776">
                  <c:v>Feb 2025</c:v>
                </c:pt>
                <c:pt idx="1777">
                  <c:v>Feb 2025</c:v>
                </c:pt>
                <c:pt idx="1778">
                  <c:v>Feb 2025</c:v>
                </c:pt>
                <c:pt idx="1779">
                  <c:v>Feb 2025</c:v>
                </c:pt>
                <c:pt idx="1780">
                  <c:v>Feb 2025</c:v>
                </c:pt>
                <c:pt idx="1781">
                  <c:v>Feb 2025</c:v>
                </c:pt>
                <c:pt idx="1782">
                  <c:v>Feb 2025</c:v>
                </c:pt>
                <c:pt idx="1783">
                  <c:v>Feb 2025</c:v>
                </c:pt>
                <c:pt idx="1784">
                  <c:v>Feb 2025</c:v>
                </c:pt>
                <c:pt idx="1785">
                  <c:v>Feb 2025</c:v>
                </c:pt>
                <c:pt idx="1786">
                  <c:v>Feb 2025</c:v>
                </c:pt>
                <c:pt idx="1787">
                  <c:v>Feb 2025</c:v>
                </c:pt>
                <c:pt idx="1788">
                  <c:v>Feb 2025</c:v>
                </c:pt>
                <c:pt idx="1789">
                  <c:v>Feb 2025</c:v>
                </c:pt>
                <c:pt idx="1790">
                  <c:v>Feb 2025</c:v>
                </c:pt>
                <c:pt idx="1791">
                  <c:v>Feb 2025</c:v>
                </c:pt>
                <c:pt idx="1792">
                  <c:v>Feb 2025</c:v>
                </c:pt>
                <c:pt idx="1793">
                  <c:v>Feb 2025</c:v>
                </c:pt>
                <c:pt idx="1794">
                  <c:v>Feb 2025</c:v>
                </c:pt>
                <c:pt idx="1795">
                  <c:v>Feb 2025</c:v>
                </c:pt>
                <c:pt idx="1796">
                  <c:v>Feb 2025</c:v>
                </c:pt>
                <c:pt idx="1797">
                  <c:v>Feb 2025</c:v>
                </c:pt>
                <c:pt idx="1798">
                  <c:v>Feb 2025</c:v>
                </c:pt>
                <c:pt idx="1799">
                  <c:v>Feb 2025</c:v>
                </c:pt>
                <c:pt idx="1800">
                  <c:v>Feb 2025</c:v>
                </c:pt>
                <c:pt idx="1801">
                  <c:v>Feb 2025</c:v>
                </c:pt>
                <c:pt idx="1802">
                  <c:v>Mar 2025</c:v>
                </c:pt>
                <c:pt idx="1803">
                  <c:v>Mar 2025</c:v>
                </c:pt>
                <c:pt idx="1804">
                  <c:v>Mar 2025</c:v>
                </c:pt>
                <c:pt idx="1805">
                  <c:v>Mar 2025</c:v>
                </c:pt>
                <c:pt idx="1806">
                  <c:v>Mar 2025</c:v>
                </c:pt>
                <c:pt idx="1807">
                  <c:v>Mar 2025</c:v>
                </c:pt>
                <c:pt idx="1808">
                  <c:v>Mar 2025</c:v>
                </c:pt>
                <c:pt idx="1809">
                  <c:v>Mar 2025</c:v>
                </c:pt>
                <c:pt idx="1810">
                  <c:v>Mar 2025</c:v>
                </c:pt>
                <c:pt idx="1811">
                  <c:v>Mar 2025</c:v>
                </c:pt>
                <c:pt idx="1812">
                  <c:v>Mar 2025</c:v>
                </c:pt>
                <c:pt idx="1813">
                  <c:v>Mar 2025</c:v>
                </c:pt>
                <c:pt idx="1814">
                  <c:v>Mar 2025</c:v>
                </c:pt>
                <c:pt idx="1815">
                  <c:v>Mar 2025</c:v>
                </c:pt>
                <c:pt idx="1816">
                  <c:v>Mar 2025</c:v>
                </c:pt>
                <c:pt idx="1817">
                  <c:v>Mar 2025</c:v>
                </c:pt>
                <c:pt idx="1818">
                  <c:v>Mar 2025</c:v>
                </c:pt>
                <c:pt idx="1819">
                  <c:v>Mar 2025</c:v>
                </c:pt>
                <c:pt idx="1820">
                  <c:v>Mar 2025</c:v>
                </c:pt>
                <c:pt idx="1821">
                  <c:v>Mar 2025</c:v>
                </c:pt>
                <c:pt idx="1822">
                  <c:v>Mar 2025</c:v>
                </c:pt>
                <c:pt idx="1823">
                  <c:v>Mar 2025</c:v>
                </c:pt>
                <c:pt idx="1824">
                  <c:v>Mar 2025</c:v>
                </c:pt>
                <c:pt idx="1825">
                  <c:v>Mar 2025</c:v>
                </c:pt>
                <c:pt idx="1826">
                  <c:v>Mar 2025</c:v>
                </c:pt>
                <c:pt idx="1827">
                  <c:v>Mar 2025</c:v>
                </c:pt>
                <c:pt idx="1828">
                  <c:v>Mar 2025</c:v>
                </c:pt>
                <c:pt idx="1829">
                  <c:v>Mar 2025</c:v>
                </c:pt>
                <c:pt idx="1830">
                  <c:v>Mar 2025</c:v>
                </c:pt>
                <c:pt idx="1831">
                  <c:v>Mar 2025</c:v>
                </c:pt>
                <c:pt idx="1832">
                  <c:v>Mar 2025</c:v>
                </c:pt>
                <c:pt idx="1833">
                  <c:v>Apr 2025</c:v>
                </c:pt>
                <c:pt idx="1834">
                  <c:v>Apr 2025</c:v>
                </c:pt>
                <c:pt idx="1835">
                  <c:v>Apr 2025</c:v>
                </c:pt>
                <c:pt idx="1836">
                  <c:v>Apr 2025</c:v>
                </c:pt>
                <c:pt idx="1837">
                  <c:v>Apr 2025</c:v>
                </c:pt>
                <c:pt idx="1838">
                  <c:v>Apr 2025</c:v>
                </c:pt>
                <c:pt idx="1839">
                  <c:v>Apr 2025</c:v>
                </c:pt>
                <c:pt idx="1840">
                  <c:v>Apr 2025</c:v>
                </c:pt>
                <c:pt idx="1841">
                  <c:v>Apr 2025</c:v>
                </c:pt>
                <c:pt idx="1842">
                  <c:v>Apr 2025</c:v>
                </c:pt>
                <c:pt idx="1843">
                  <c:v>Apr 2025</c:v>
                </c:pt>
                <c:pt idx="1844">
                  <c:v>Apr 2025</c:v>
                </c:pt>
                <c:pt idx="1845">
                  <c:v>Apr 2025</c:v>
                </c:pt>
                <c:pt idx="1846">
                  <c:v>Apr 2025</c:v>
                </c:pt>
                <c:pt idx="1847">
                  <c:v>Apr 2025</c:v>
                </c:pt>
                <c:pt idx="1848">
                  <c:v>Apr 2025</c:v>
                </c:pt>
                <c:pt idx="1849">
                  <c:v>Apr 2025</c:v>
                </c:pt>
                <c:pt idx="1850">
                  <c:v>Apr 2025</c:v>
                </c:pt>
                <c:pt idx="1851">
                  <c:v>Apr 2025</c:v>
                </c:pt>
                <c:pt idx="1852">
                  <c:v>Apr 2025</c:v>
                </c:pt>
                <c:pt idx="1853">
                  <c:v>Apr 2025</c:v>
                </c:pt>
                <c:pt idx="1854">
                  <c:v>Apr 2025</c:v>
                </c:pt>
                <c:pt idx="1855">
                  <c:v>Apr 2025</c:v>
                </c:pt>
                <c:pt idx="1856">
                  <c:v>Apr 2025</c:v>
                </c:pt>
                <c:pt idx="1857">
                  <c:v>Apr 2025</c:v>
                </c:pt>
                <c:pt idx="1858">
                  <c:v>Apr 2025</c:v>
                </c:pt>
                <c:pt idx="1859">
                  <c:v>Apr 2025</c:v>
                </c:pt>
                <c:pt idx="1860">
                  <c:v>Apr 2025</c:v>
                </c:pt>
                <c:pt idx="1861">
                  <c:v>Apr 2025</c:v>
                </c:pt>
                <c:pt idx="1862">
                  <c:v>Apr 2025</c:v>
                </c:pt>
                <c:pt idx="1863">
                  <c:v>May 2025</c:v>
                </c:pt>
                <c:pt idx="1864">
                  <c:v>May 2025</c:v>
                </c:pt>
                <c:pt idx="1865">
                  <c:v>May 2025</c:v>
                </c:pt>
                <c:pt idx="1866">
                  <c:v>May 2025</c:v>
                </c:pt>
                <c:pt idx="1867">
                  <c:v>May 2025</c:v>
                </c:pt>
                <c:pt idx="1868">
                  <c:v>May 2025</c:v>
                </c:pt>
                <c:pt idx="1869">
                  <c:v>May 2025</c:v>
                </c:pt>
                <c:pt idx="1870">
                  <c:v>May 2025</c:v>
                </c:pt>
                <c:pt idx="1871">
                  <c:v>May 2025</c:v>
                </c:pt>
                <c:pt idx="1872">
                  <c:v>May 2025</c:v>
                </c:pt>
                <c:pt idx="1873">
                  <c:v>May 2025</c:v>
                </c:pt>
                <c:pt idx="1874">
                  <c:v>May 2025</c:v>
                </c:pt>
                <c:pt idx="1875">
                  <c:v>May 2025</c:v>
                </c:pt>
                <c:pt idx="1876">
                  <c:v>May 2025</c:v>
                </c:pt>
                <c:pt idx="1877">
                  <c:v>May 2025</c:v>
                </c:pt>
                <c:pt idx="1878">
                  <c:v>May 2025</c:v>
                </c:pt>
                <c:pt idx="1879">
                  <c:v>May 2025</c:v>
                </c:pt>
                <c:pt idx="1880">
                  <c:v>May 2025</c:v>
                </c:pt>
                <c:pt idx="1881">
                  <c:v>May 2025</c:v>
                </c:pt>
                <c:pt idx="1882">
                  <c:v>May 2025</c:v>
                </c:pt>
                <c:pt idx="1883">
                  <c:v>May 2025</c:v>
                </c:pt>
                <c:pt idx="1884">
                  <c:v>May 2025</c:v>
                </c:pt>
                <c:pt idx="1885">
                  <c:v>May 2025</c:v>
                </c:pt>
                <c:pt idx="1886">
                  <c:v>May 2025</c:v>
                </c:pt>
                <c:pt idx="1887">
                  <c:v>May 2025</c:v>
                </c:pt>
                <c:pt idx="1888">
                  <c:v>May 2025</c:v>
                </c:pt>
                <c:pt idx="1889">
                  <c:v>May 2025</c:v>
                </c:pt>
                <c:pt idx="1890">
                  <c:v>May 2025</c:v>
                </c:pt>
                <c:pt idx="1891">
                  <c:v>May 2025</c:v>
                </c:pt>
                <c:pt idx="1892">
                  <c:v>May 2025</c:v>
                </c:pt>
                <c:pt idx="1893">
                  <c:v>May 2025</c:v>
                </c:pt>
                <c:pt idx="1894">
                  <c:v>Jun 2025</c:v>
                </c:pt>
                <c:pt idx="1895">
                  <c:v>Jun 2025</c:v>
                </c:pt>
                <c:pt idx="1896">
                  <c:v>Jun 2025</c:v>
                </c:pt>
                <c:pt idx="1897">
                  <c:v>Jun 2025</c:v>
                </c:pt>
                <c:pt idx="1898">
                  <c:v>Jun 2025</c:v>
                </c:pt>
                <c:pt idx="1899">
                  <c:v>Jun 2025</c:v>
                </c:pt>
                <c:pt idx="1900">
                  <c:v>Jun 2025</c:v>
                </c:pt>
                <c:pt idx="1901">
                  <c:v>Jun 2025</c:v>
                </c:pt>
                <c:pt idx="1902">
                  <c:v>Jun 2025</c:v>
                </c:pt>
                <c:pt idx="1903">
                  <c:v>Jun 2025</c:v>
                </c:pt>
                <c:pt idx="1904">
                  <c:v>Jun 2025</c:v>
                </c:pt>
                <c:pt idx="1905">
                  <c:v>Jun 2025</c:v>
                </c:pt>
                <c:pt idx="1906">
                  <c:v>Jun 2025</c:v>
                </c:pt>
                <c:pt idx="1907">
                  <c:v>Jun 2025</c:v>
                </c:pt>
                <c:pt idx="1908">
                  <c:v>Jun 2025</c:v>
                </c:pt>
                <c:pt idx="1909">
                  <c:v>Jun 2025</c:v>
                </c:pt>
                <c:pt idx="1910">
                  <c:v>Jun 2025</c:v>
                </c:pt>
                <c:pt idx="1911">
                  <c:v>Jun 2025</c:v>
                </c:pt>
                <c:pt idx="1912">
                  <c:v>Jun 2025</c:v>
                </c:pt>
                <c:pt idx="1913">
                  <c:v>Jun 2025</c:v>
                </c:pt>
                <c:pt idx="1914">
                  <c:v>Jun 2025</c:v>
                </c:pt>
                <c:pt idx="1915">
                  <c:v>Jun 2025</c:v>
                </c:pt>
                <c:pt idx="1916">
                  <c:v>Jun 2025</c:v>
                </c:pt>
                <c:pt idx="1917">
                  <c:v>Jun 2025</c:v>
                </c:pt>
                <c:pt idx="1918">
                  <c:v>Jun 2025</c:v>
                </c:pt>
                <c:pt idx="1919">
                  <c:v>Jun 2025</c:v>
                </c:pt>
                <c:pt idx="1920">
                  <c:v>Jun 2025</c:v>
                </c:pt>
                <c:pt idx="1921">
                  <c:v>Jun 2025</c:v>
                </c:pt>
                <c:pt idx="1922">
                  <c:v>Jun 2025</c:v>
                </c:pt>
                <c:pt idx="1923">
                  <c:v>Jun 2025</c:v>
                </c:pt>
                <c:pt idx="1924">
                  <c:v>Jul 2025</c:v>
                </c:pt>
                <c:pt idx="1925">
                  <c:v>Jul 2025</c:v>
                </c:pt>
                <c:pt idx="1926">
                  <c:v>Jul 2025</c:v>
                </c:pt>
                <c:pt idx="1927">
                  <c:v>Jul 2025</c:v>
                </c:pt>
                <c:pt idx="1928">
                  <c:v>Jul 2025</c:v>
                </c:pt>
                <c:pt idx="1929">
                  <c:v>Jul 2025</c:v>
                </c:pt>
                <c:pt idx="1930">
                  <c:v>Jul 2025</c:v>
                </c:pt>
                <c:pt idx="1931">
                  <c:v>Jul 2025</c:v>
                </c:pt>
                <c:pt idx="1932">
                  <c:v>Jul 2025</c:v>
                </c:pt>
                <c:pt idx="1933">
                  <c:v>Jul 2025</c:v>
                </c:pt>
                <c:pt idx="1934">
                  <c:v>Jul 2025</c:v>
                </c:pt>
                <c:pt idx="1935">
                  <c:v>Jul 2025</c:v>
                </c:pt>
                <c:pt idx="1936">
                  <c:v>Jul 2025</c:v>
                </c:pt>
                <c:pt idx="1937">
                  <c:v>Jul 2025</c:v>
                </c:pt>
                <c:pt idx="1938">
                  <c:v>Jul 2025</c:v>
                </c:pt>
                <c:pt idx="1939">
                  <c:v>Jul 2025</c:v>
                </c:pt>
                <c:pt idx="1940">
                  <c:v>Jul 2025</c:v>
                </c:pt>
                <c:pt idx="1941">
                  <c:v>Jul 2025</c:v>
                </c:pt>
                <c:pt idx="1942">
                  <c:v>Jul 2025</c:v>
                </c:pt>
                <c:pt idx="1943">
                  <c:v>Jul 2025</c:v>
                </c:pt>
                <c:pt idx="1944">
                  <c:v>Jul 2025</c:v>
                </c:pt>
                <c:pt idx="1945">
                  <c:v>Jul 2025</c:v>
                </c:pt>
                <c:pt idx="1946">
                  <c:v>Jul 2025</c:v>
                </c:pt>
                <c:pt idx="1947">
                  <c:v>Jul 2025</c:v>
                </c:pt>
                <c:pt idx="1948">
                  <c:v>Jul 2025</c:v>
                </c:pt>
                <c:pt idx="1949">
                  <c:v>Jul 2025</c:v>
                </c:pt>
                <c:pt idx="1950">
                  <c:v>Jul 2025</c:v>
                </c:pt>
                <c:pt idx="1951">
                  <c:v>Jul 2025</c:v>
                </c:pt>
                <c:pt idx="1952">
                  <c:v>Jul 2025</c:v>
                </c:pt>
                <c:pt idx="1953">
                  <c:v>Jul 2025</c:v>
                </c:pt>
                <c:pt idx="1954">
                  <c:v>Jul 2025</c:v>
                </c:pt>
                <c:pt idx="1955">
                  <c:v>Aug 2025</c:v>
                </c:pt>
                <c:pt idx="1956">
                  <c:v>Aug 2025</c:v>
                </c:pt>
                <c:pt idx="1957">
                  <c:v>Aug 2025</c:v>
                </c:pt>
                <c:pt idx="1958">
                  <c:v>Aug 2025</c:v>
                </c:pt>
                <c:pt idx="1959">
                  <c:v>Aug 2025</c:v>
                </c:pt>
                <c:pt idx="1960">
                  <c:v>Aug 2025</c:v>
                </c:pt>
                <c:pt idx="1961">
                  <c:v>Aug 2025</c:v>
                </c:pt>
                <c:pt idx="1962">
                  <c:v>Aug 2025</c:v>
                </c:pt>
                <c:pt idx="1963">
                  <c:v>Aug 2025</c:v>
                </c:pt>
                <c:pt idx="1964">
                  <c:v>Aug 2025</c:v>
                </c:pt>
                <c:pt idx="1965">
                  <c:v>Aug 2025</c:v>
                </c:pt>
                <c:pt idx="1966">
                  <c:v>Aug 2025</c:v>
                </c:pt>
                <c:pt idx="1967">
                  <c:v>Aug 2025</c:v>
                </c:pt>
                <c:pt idx="1968">
                  <c:v>Aug 2025</c:v>
                </c:pt>
                <c:pt idx="1969">
                  <c:v>Aug 2025</c:v>
                </c:pt>
                <c:pt idx="1970">
                  <c:v>Aug 2025</c:v>
                </c:pt>
                <c:pt idx="1971">
                  <c:v>Aug 2025</c:v>
                </c:pt>
                <c:pt idx="1972">
                  <c:v>Aug 2025</c:v>
                </c:pt>
                <c:pt idx="1973">
                  <c:v>Aug 2025</c:v>
                </c:pt>
                <c:pt idx="1974">
                  <c:v>Aug 2025</c:v>
                </c:pt>
                <c:pt idx="1975">
                  <c:v>Aug 2025</c:v>
                </c:pt>
                <c:pt idx="1976">
                  <c:v>Aug 2025</c:v>
                </c:pt>
                <c:pt idx="1977">
                  <c:v>Aug 2025</c:v>
                </c:pt>
                <c:pt idx="1978">
                  <c:v>Aug 2025</c:v>
                </c:pt>
                <c:pt idx="1979">
                  <c:v>Aug 2025</c:v>
                </c:pt>
                <c:pt idx="1980">
                  <c:v>Aug 2025</c:v>
                </c:pt>
                <c:pt idx="1981">
                  <c:v>Aug 2025</c:v>
                </c:pt>
                <c:pt idx="1982">
                  <c:v>Aug 2025</c:v>
                </c:pt>
                <c:pt idx="1983">
                  <c:v>Aug 2025</c:v>
                </c:pt>
                <c:pt idx="1984">
                  <c:v>Aug 2025</c:v>
                </c:pt>
                <c:pt idx="1985">
                  <c:v>Aug 2025</c:v>
                </c:pt>
                <c:pt idx="1986">
                  <c:v>Sep 2025</c:v>
                </c:pt>
                <c:pt idx="1987">
                  <c:v>Sep 2025</c:v>
                </c:pt>
                <c:pt idx="1988">
                  <c:v>Sep 2025</c:v>
                </c:pt>
                <c:pt idx="1989">
                  <c:v>Sep 2025</c:v>
                </c:pt>
                <c:pt idx="1990">
                  <c:v>Sep 2025</c:v>
                </c:pt>
                <c:pt idx="1991">
                  <c:v>Sep 2025</c:v>
                </c:pt>
                <c:pt idx="1992">
                  <c:v>Sep 2025</c:v>
                </c:pt>
                <c:pt idx="1993">
                  <c:v>Sep 2025</c:v>
                </c:pt>
                <c:pt idx="1994">
                  <c:v>Sep 2025</c:v>
                </c:pt>
                <c:pt idx="1995">
                  <c:v>Sep 2025</c:v>
                </c:pt>
                <c:pt idx="1996">
                  <c:v>Sep 2025</c:v>
                </c:pt>
                <c:pt idx="1997">
                  <c:v>Sep 2025</c:v>
                </c:pt>
                <c:pt idx="1998">
                  <c:v>Sep 2025</c:v>
                </c:pt>
                <c:pt idx="1999">
                  <c:v>Sep 2025</c:v>
                </c:pt>
                <c:pt idx="2000">
                  <c:v>Sep 2025</c:v>
                </c:pt>
                <c:pt idx="2001">
                  <c:v>Sep 2025</c:v>
                </c:pt>
                <c:pt idx="2002">
                  <c:v>Sep 2025</c:v>
                </c:pt>
                <c:pt idx="2003">
                  <c:v>Sep 2025</c:v>
                </c:pt>
                <c:pt idx="2004">
                  <c:v>Sep 2025</c:v>
                </c:pt>
                <c:pt idx="2005">
                  <c:v>Sep 2025</c:v>
                </c:pt>
                <c:pt idx="2006">
                  <c:v>Sep 2025</c:v>
                </c:pt>
                <c:pt idx="2007">
                  <c:v>Sep 2025</c:v>
                </c:pt>
                <c:pt idx="2008">
                  <c:v>Sep 2025</c:v>
                </c:pt>
                <c:pt idx="2009">
                  <c:v>Sep 2025</c:v>
                </c:pt>
                <c:pt idx="2010">
                  <c:v>Sep 2025</c:v>
                </c:pt>
                <c:pt idx="2011">
                  <c:v>Sep 2025</c:v>
                </c:pt>
                <c:pt idx="2012">
                  <c:v>Sep 2025</c:v>
                </c:pt>
                <c:pt idx="2013">
                  <c:v>Sep 2025</c:v>
                </c:pt>
                <c:pt idx="2014">
                  <c:v>Sep 2025</c:v>
                </c:pt>
                <c:pt idx="2015">
                  <c:v>Sep 2025</c:v>
                </c:pt>
                <c:pt idx="2016">
                  <c:v>Oct 2025</c:v>
                </c:pt>
                <c:pt idx="2017">
                  <c:v>Oct 2025</c:v>
                </c:pt>
                <c:pt idx="2018">
                  <c:v>Oct 2025</c:v>
                </c:pt>
                <c:pt idx="2019">
                  <c:v>Oct 2025</c:v>
                </c:pt>
                <c:pt idx="2020">
                  <c:v>Oct 2025</c:v>
                </c:pt>
                <c:pt idx="2021">
                  <c:v>Oct 2025</c:v>
                </c:pt>
                <c:pt idx="2022">
                  <c:v>Oct 2025</c:v>
                </c:pt>
                <c:pt idx="2023">
                  <c:v>Oct 2025</c:v>
                </c:pt>
                <c:pt idx="2024">
                  <c:v>Oct 2025</c:v>
                </c:pt>
                <c:pt idx="2025">
                  <c:v>Oct 2025</c:v>
                </c:pt>
                <c:pt idx="2026">
                  <c:v>Oct 2025</c:v>
                </c:pt>
                <c:pt idx="2027">
                  <c:v>Oct 2025</c:v>
                </c:pt>
                <c:pt idx="2028">
                  <c:v>Oct 2025</c:v>
                </c:pt>
                <c:pt idx="2029">
                  <c:v>Oct 2025</c:v>
                </c:pt>
                <c:pt idx="2030">
                  <c:v>Oct 2025</c:v>
                </c:pt>
                <c:pt idx="2031">
                  <c:v>Oct 2025</c:v>
                </c:pt>
                <c:pt idx="2032">
                  <c:v>Oct 2025</c:v>
                </c:pt>
                <c:pt idx="2033">
                  <c:v>Oct 2025</c:v>
                </c:pt>
                <c:pt idx="2034">
                  <c:v>Oct 2025</c:v>
                </c:pt>
                <c:pt idx="2035">
                  <c:v>Oct 2025</c:v>
                </c:pt>
                <c:pt idx="2036">
                  <c:v>Oct 2025</c:v>
                </c:pt>
                <c:pt idx="2037">
                  <c:v>Oct 2025</c:v>
                </c:pt>
                <c:pt idx="2038">
                  <c:v>Oct 2025</c:v>
                </c:pt>
                <c:pt idx="2039">
                  <c:v>Oct 2025</c:v>
                </c:pt>
                <c:pt idx="2040">
                  <c:v>Oct 2025</c:v>
                </c:pt>
                <c:pt idx="2041">
                  <c:v>Oct 2025</c:v>
                </c:pt>
                <c:pt idx="2042">
                  <c:v>Oct 2025</c:v>
                </c:pt>
                <c:pt idx="2043">
                  <c:v>Oct 2025</c:v>
                </c:pt>
                <c:pt idx="2044">
                  <c:v>Oct 2025</c:v>
                </c:pt>
                <c:pt idx="2045">
                  <c:v>Oct 2025</c:v>
                </c:pt>
                <c:pt idx="2046">
                  <c:v>Oct 2025</c:v>
                </c:pt>
                <c:pt idx="2047">
                  <c:v>Nov 2025</c:v>
                </c:pt>
                <c:pt idx="2048">
                  <c:v>Nov 2025</c:v>
                </c:pt>
                <c:pt idx="2049">
                  <c:v>Nov 2025</c:v>
                </c:pt>
                <c:pt idx="2050">
                  <c:v>Nov 2025</c:v>
                </c:pt>
                <c:pt idx="2051">
                  <c:v>Nov 2025</c:v>
                </c:pt>
                <c:pt idx="2052">
                  <c:v>Nov 2025</c:v>
                </c:pt>
                <c:pt idx="2053">
                  <c:v>Nov 2025</c:v>
                </c:pt>
                <c:pt idx="2054">
                  <c:v>Nov 2025</c:v>
                </c:pt>
                <c:pt idx="2055">
                  <c:v>Nov 2025</c:v>
                </c:pt>
                <c:pt idx="2056">
                  <c:v>Nov 2025</c:v>
                </c:pt>
                <c:pt idx="2057">
                  <c:v>Nov 2025</c:v>
                </c:pt>
                <c:pt idx="2058">
                  <c:v>Nov 2025</c:v>
                </c:pt>
                <c:pt idx="2059">
                  <c:v>Nov 2025</c:v>
                </c:pt>
                <c:pt idx="2060">
                  <c:v>Nov 2025</c:v>
                </c:pt>
                <c:pt idx="2061">
                  <c:v>Nov 2025</c:v>
                </c:pt>
                <c:pt idx="2062">
                  <c:v>Nov 2025</c:v>
                </c:pt>
                <c:pt idx="2063">
                  <c:v>Nov 2025</c:v>
                </c:pt>
                <c:pt idx="2064">
                  <c:v>Nov 2025</c:v>
                </c:pt>
                <c:pt idx="2065">
                  <c:v>Nov 2025</c:v>
                </c:pt>
                <c:pt idx="2066">
                  <c:v>Nov 2025</c:v>
                </c:pt>
                <c:pt idx="2067">
                  <c:v>Nov 2025</c:v>
                </c:pt>
                <c:pt idx="2068">
                  <c:v>Nov 2025</c:v>
                </c:pt>
                <c:pt idx="2069">
                  <c:v>Nov 2025</c:v>
                </c:pt>
                <c:pt idx="2070">
                  <c:v>Nov 2025</c:v>
                </c:pt>
                <c:pt idx="2071">
                  <c:v>Nov 2025</c:v>
                </c:pt>
                <c:pt idx="2072">
                  <c:v>Nov 2025</c:v>
                </c:pt>
                <c:pt idx="2073">
                  <c:v>Nov 2025</c:v>
                </c:pt>
                <c:pt idx="2074">
                  <c:v>Nov 2025</c:v>
                </c:pt>
                <c:pt idx="2075">
                  <c:v>Nov 2025</c:v>
                </c:pt>
                <c:pt idx="2076">
                  <c:v>Nov 2025</c:v>
                </c:pt>
                <c:pt idx="2077">
                  <c:v>Dec 2025</c:v>
                </c:pt>
                <c:pt idx="2078">
                  <c:v>Dec 2025</c:v>
                </c:pt>
                <c:pt idx="2079">
                  <c:v>Dec 2025</c:v>
                </c:pt>
                <c:pt idx="2080">
                  <c:v>Dec 2025</c:v>
                </c:pt>
                <c:pt idx="2081">
                  <c:v>Dec 2025</c:v>
                </c:pt>
                <c:pt idx="2082">
                  <c:v>Dec 2025</c:v>
                </c:pt>
                <c:pt idx="2083">
                  <c:v>Dec 2025</c:v>
                </c:pt>
                <c:pt idx="2084">
                  <c:v>Dec 2025</c:v>
                </c:pt>
                <c:pt idx="2085">
                  <c:v>Dec 2025</c:v>
                </c:pt>
                <c:pt idx="2086">
                  <c:v>Dec 2025</c:v>
                </c:pt>
                <c:pt idx="2087">
                  <c:v>Dec 2025</c:v>
                </c:pt>
                <c:pt idx="2088">
                  <c:v>Dec 2025</c:v>
                </c:pt>
                <c:pt idx="2089">
                  <c:v>Dec 2025</c:v>
                </c:pt>
                <c:pt idx="2090">
                  <c:v>Dec 2025</c:v>
                </c:pt>
                <c:pt idx="2091">
                  <c:v>Dec 2025</c:v>
                </c:pt>
                <c:pt idx="2092">
                  <c:v>Dec 2025</c:v>
                </c:pt>
                <c:pt idx="2093">
                  <c:v>Dec 2025</c:v>
                </c:pt>
                <c:pt idx="2094">
                  <c:v>Dec 2025</c:v>
                </c:pt>
                <c:pt idx="2095">
                  <c:v>Dec 2025</c:v>
                </c:pt>
                <c:pt idx="2096">
                  <c:v>Dec 2025</c:v>
                </c:pt>
                <c:pt idx="2097">
                  <c:v>Dec 2025</c:v>
                </c:pt>
                <c:pt idx="2098">
                  <c:v>Dec 2025</c:v>
                </c:pt>
                <c:pt idx="2099">
                  <c:v>Dec 2025</c:v>
                </c:pt>
                <c:pt idx="2100">
                  <c:v>Dec 2025</c:v>
                </c:pt>
                <c:pt idx="2101">
                  <c:v>Dec 2025</c:v>
                </c:pt>
                <c:pt idx="2102">
                  <c:v>Dec 2025</c:v>
                </c:pt>
                <c:pt idx="2103">
                  <c:v>Dec 2025</c:v>
                </c:pt>
                <c:pt idx="2104">
                  <c:v>Dec 2025</c:v>
                </c:pt>
                <c:pt idx="2105">
                  <c:v>Dec 2025</c:v>
                </c:pt>
                <c:pt idx="2106">
                  <c:v>Dec 2025</c:v>
                </c:pt>
                <c:pt idx="2107">
                  <c:v>Dec 2025</c:v>
                </c:pt>
                <c:pt idx="2108">
                  <c:v>Jan 2026</c:v>
                </c:pt>
                <c:pt idx="2109">
                  <c:v>Jan 2026</c:v>
                </c:pt>
                <c:pt idx="2110">
                  <c:v>Jan 2026</c:v>
                </c:pt>
                <c:pt idx="2111">
                  <c:v>Jan 2026</c:v>
                </c:pt>
                <c:pt idx="2112">
                  <c:v>Jan 2026</c:v>
                </c:pt>
                <c:pt idx="2113">
                  <c:v>Jan 2026</c:v>
                </c:pt>
                <c:pt idx="2114">
                  <c:v>Jan 2026</c:v>
                </c:pt>
                <c:pt idx="2115">
                  <c:v>Jan 2026</c:v>
                </c:pt>
                <c:pt idx="2116">
                  <c:v>Jan 2026</c:v>
                </c:pt>
                <c:pt idx="2117">
                  <c:v>Jan 2026</c:v>
                </c:pt>
                <c:pt idx="2118">
                  <c:v>Jan 2026</c:v>
                </c:pt>
                <c:pt idx="2119">
                  <c:v>Jan 2026</c:v>
                </c:pt>
                <c:pt idx="2120">
                  <c:v>Jan 2026</c:v>
                </c:pt>
                <c:pt idx="2121">
                  <c:v>Jan 2026</c:v>
                </c:pt>
                <c:pt idx="2122">
                  <c:v>Jan 2026</c:v>
                </c:pt>
                <c:pt idx="2123">
                  <c:v>Jan 2026</c:v>
                </c:pt>
                <c:pt idx="2124">
                  <c:v>Jan 2026</c:v>
                </c:pt>
                <c:pt idx="2125">
                  <c:v>Jan 2026</c:v>
                </c:pt>
                <c:pt idx="2126">
                  <c:v>Jan 2026</c:v>
                </c:pt>
                <c:pt idx="2127">
                  <c:v>Jan 2026</c:v>
                </c:pt>
                <c:pt idx="2128">
                  <c:v>Jan 2026</c:v>
                </c:pt>
                <c:pt idx="2129">
                  <c:v>Jan 2026</c:v>
                </c:pt>
                <c:pt idx="2130">
                  <c:v>Jan 2026</c:v>
                </c:pt>
                <c:pt idx="2131">
                  <c:v>Jan 2026</c:v>
                </c:pt>
                <c:pt idx="2132">
                  <c:v>Jan 2026</c:v>
                </c:pt>
                <c:pt idx="2133">
                  <c:v>Jan 2026</c:v>
                </c:pt>
                <c:pt idx="2134">
                  <c:v>Jan 2026</c:v>
                </c:pt>
                <c:pt idx="2135">
                  <c:v>Jan 2026</c:v>
                </c:pt>
                <c:pt idx="2136">
                  <c:v>Jan 2026</c:v>
                </c:pt>
                <c:pt idx="2137">
                  <c:v>Jan 2026</c:v>
                </c:pt>
                <c:pt idx="2138">
                  <c:v>Jan 2026</c:v>
                </c:pt>
                <c:pt idx="2139">
                  <c:v>Feb 2026</c:v>
                </c:pt>
                <c:pt idx="2140">
                  <c:v>Feb 2026</c:v>
                </c:pt>
                <c:pt idx="2141">
                  <c:v>Feb 2026</c:v>
                </c:pt>
                <c:pt idx="2142">
                  <c:v>Feb 2026</c:v>
                </c:pt>
                <c:pt idx="2143">
                  <c:v>Feb 2026</c:v>
                </c:pt>
                <c:pt idx="2144">
                  <c:v>Feb 2026</c:v>
                </c:pt>
                <c:pt idx="2145">
                  <c:v>Feb 2026</c:v>
                </c:pt>
                <c:pt idx="2146">
                  <c:v>Feb 2026</c:v>
                </c:pt>
                <c:pt idx="2147">
                  <c:v>Feb 2026</c:v>
                </c:pt>
                <c:pt idx="2148">
                  <c:v>Feb 2026</c:v>
                </c:pt>
                <c:pt idx="2149">
                  <c:v>Feb 2026</c:v>
                </c:pt>
                <c:pt idx="2150">
                  <c:v>Feb 2026</c:v>
                </c:pt>
                <c:pt idx="2151">
                  <c:v>Feb 2026</c:v>
                </c:pt>
                <c:pt idx="2152">
                  <c:v>Feb 2026</c:v>
                </c:pt>
                <c:pt idx="2153">
                  <c:v>Feb 2026</c:v>
                </c:pt>
                <c:pt idx="2154">
                  <c:v>Feb 2026</c:v>
                </c:pt>
                <c:pt idx="2155">
                  <c:v>Feb 2026</c:v>
                </c:pt>
                <c:pt idx="2156">
                  <c:v>Feb 2026</c:v>
                </c:pt>
                <c:pt idx="2157">
                  <c:v>Feb 2026</c:v>
                </c:pt>
                <c:pt idx="2158">
                  <c:v>Feb 2026</c:v>
                </c:pt>
                <c:pt idx="2159">
                  <c:v>Feb 2026</c:v>
                </c:pt>
                <c:pt idx="2160">
                  <c:v>Feb 2026</c:v>
                </c:pt>
                <c:pt idx="2161">
                  <c:v>Feb 2026</c:v>
                </c:pt>
                <c:pt idx="2162">
                  <c:v>Feb 2026</c:v>
                </c:pt>
                <c:pt idx="2163">
                  <c:v>Feb 2026</c:v>
                </c:pt>
                <c:pt idx="2164">
                  <c:v>Feb 2026</c:v>
                </c:pt>
                <c:pt idx="2165">
                  <c:v>Feb 2026</c:v>
                </c:pt>
                <c:pt idx="2166">
                  <c:v>Feb 2026</c:v>
                </c:pt>
                <c:pt idx="2167">
                  <c:v>Mar 2026</c:v>
                </c:pt>
                <c:pt idx="2168">
                  <c:v>Mar 2026</c:v>
                </c:pt>
                <c:pt idx="2169">
                  <c:v>Mar 2026</c:v>
                </c:pt>
                <c:pt idx="2170">
                  <c:v>Mar 2026</c:v>
                </c:pt>
                <c:pt idx="2171">
                  <c:v>Mar 2026</c:v>
                </c:pt>
                <c:pt idx="2172">
                  <c:v>Mar 2026</c:v>
                </c:pt>
                <c:pt idx="2173">
                  <c:v>Mar 2026</c:v>
                </c:pt>
                <c:pt idx="2174">
                  <c:v>Mar 2026</c:v>
                </c:pt>
                <c:pt idx="2175">
                  <c:v>Mar 2026</c:v>
                </c:pt>
                <c:pt idx="2176">
                  <c:v>Mar 2026</c:v>
                </c:pt>
                <c:pt idx="2177">
                  <c:v>Mar 2026</c:v>
                </c:pt>
                <c:pt idx="2178">
                  <c:v>Mar 2026</c:v>
                </c:pt>
                <c:pt idx="2179">
                  <c:v>Mar 2026</c:v>
                </c:pt>
                <c:pt idx="2180">
                  <c:v>Mar 2026</c:v>
                </c:pt>
                <c:pt idx="2181">
                  <c:v>Mar 2026</c:v>
                </c:pt>
                <c:pt idx="2182">
                  <c:v>Mar 2026</c:v>
                </c:pt>
                <c:pt idx="2183">
                  <c:v>Mar 2026</c:v>
                </c:pt>
                <c:pt idx="2184">
                  <c:v>Mar 2026</c:v>
                </c:pt>
                <c:pt idx="2185">
                  <c:v>Mar 2026</c:v>
                </c:pt>
                <c:pt idx="2186">
                  <c:v>Mar 2026</c:v>
                </c:pt>
                <c:pt idx="2187">
                  <c:v>Mar 2026</c:v>
                </c:pt>
                <c:pt idx="2188">
                  <c:v>Mar 2026</c:v>
                </c:pt>
                <c:pt idx="2189">
                  <c:v>Mar 2026</c:v>
                </c:pt>
                <c:pt idx="2190">
                  <c:v>Mar 2026</c:v>
                </c:pt>
                <c:pt idx="2191">
                  <c:v>Mar 2026</c:v>
                </c:pt>
                <c:pt idx="2192">
                  <c:v>Mar 2026</c:v>
                </c:pt>
                <c:pt idx="2193">
                  <c:v>Mar 2026</c:v>
                </c:pt>
                <c:pt idx="2194">
                  <c:v>Mar 2026</c:v>
                </c:pt>
                <c:pt idx="2195">
                  <c:v>Mar 2026</c:v>
                </c:pt>
                <c:pt idx="2196">
                  <c:v>Mar 2026</c:v>
                </c:pt>
                <c:pt idx="2197">
                  <c:v>Mar 2026</c:v>
                </c:pt>
                <c:pt idx="2198">
                  <c:v>Apr 2026</c:v>
                </c:pt>
                <c:pt idx="2199">
                  <c:v>Apr 2026</c:v>
                </c:pt>
                <c:pt idx="2200">
                  <c:v>Apr 2026</c:v>
                </c:pt>
                <c:pt idx="2201">
                  <c:v>Apr 2026</c:v>
                </c:pt>
                <c:pt idx="2202">
                  <c:v>Apr 2026</c:v>
                </c:pt>
                <c:pt idx="2203">
                  <c:v>Apr 2026</c:v>
                </c:pt>
                <c:pt idx="2204">
                  <c:v>Apr 2026</c:v>
                </c:pt>
                <c:pt idx="2205">
                  <c:v>Apr 2026</c:v>
                </c:pt>
                <c:pt idx="2206">
                  <c:v>Apr 2026</c:v>
                </c:pt>
                <c:pt idx="2207">
                  <c:v>Apr 2026</c:v>
                </c:pt>
                <c:pt idx="2208">
                  <c:v>Apr 2026</c:v>
                </c:pt>
                <c:pt idx="2209">
                  <c:v>Apr 2026</c:v>
                </c:pt>
                <c:pt idx="2210">
                  <c:v>Apr 2026</c:v>
                </c:pt>
                <c:pt idx="2211">
                  <c:v>Apr 2026</c:v>
                </c:pt>
                <c:pt idx="2212">
                  <c:v>Apr 2026</c:v>
                </c:pt>
                <c:pt idx="2213">
                  <c:v>Apr 2026</c:v>
                </c:pt>
                <c:pt idx="2214">
                  <c:v>Apr 2026</c:v>
                </c:pt>
                <c:pt idx="2215">
                  <c:v>Apr 2026</c:v>
                </c:pt>
                <c:pt idx="2216">
                  <c:v>Apr 2026</c:v>
                </c:pt>
                <c:pt idx="2217">
                  <c:v>Apr 2026</c:v>
                </c:pt>
                <c:pt idx="2218">
                  <c:v>Apr 2026</c:v>
                </c:pt>
                <c:pt idx="2219">
                  <c:v>Apr 2026</c:v>
                </c:pt>
                <c:pt idx="2220">
                  <c:v>Apr 2026</c:v>
                </c:pt>
                <c:pt idx="2221">
                  <c:v>Apr 2026</c:v>
                </c:pt>
                <c:pt idx="2222">
                  <c:v>Apr 2026</c:v>
                </c:pt>
                <c:pt idx="2223">
                  <c:v>Apr 2026</c:v>
                </c:pt>
                <c:pt idx="2224">
                  <c:v>Apr 2026</c:v>
                </c:pt>
                <c:pt idx="2225">
                  <c:v>Apr 2026</c:v>
                </c:pt>
                <c:pt idx="2226">
                  <c:v>Apr 2026</c:v>
                </c:pt>
                <c:pt idx="2227">
                  <c:v>Apr 2026</c:v>
                </c:pt>
                <c:pt idx="2228">
                  <c:v>May 2026</c:v>
                </c:pt>
                <c:pt idx="2229">
                  <c:v>May 2026</c:v>
                </c:pt>
                <c:pt idx="2230">
                  <c:v>May 2026</c:v>
                </c:pt>
                <c:pt idx="2231">
                  <c:v>May 2026</c:v>
                </c:pt>
                <c:pt idx="2232">
                  <c:v>May 2026</c:v>
                </c:pt>
                <c:pt idx="2233">
                  <c:v>May 2026</c:v>
                </c:pt>
                <c:pt idx="2234">
                  <c:v>May 2026</c:v>
                </c:pt>
                <c:pt idx="2235">
                  <c:v>May 2026</c:v>
                </c:pt>
                <c:pt idx="2236">
                  <c:v>May 2026</c:v>
                </c:pt>
                <c:pt idx="2237">
                  <c:v>May 2026</c:v>
                </c:pt>
                <c:pt idx="2238">
                  <c:v>May 2026</c:v>
                </c:pt>
                <c:pt idx="2239">
                  <c:v>May 2026</c:v>
                </c:pt>
                <c:pt idx="2240">
                  <c:v>May 2026</c:v>
                </c:pt>
                <c:pt idx="2241">
                  <c:v>May 2026</c:v>
                </c:pt>
                <c:pt idx="2242">
                  <c:v>May 2026</c:v>
                </c:pt>
                <c:pt idx="2243">
                  <c:v>May 2026</c:v>
                </c:pt>
                <c:pt idx="2244">
                  <c:v>May 2026</c:v>
                </c:pt>
                <c:pt idx="2245">
                  <c:v>May 2026</c:v>
                </c:pt>
                <c:pt idx="2246">
                  <c:v>May 2026</c:v>
                </c:pt>
                <c:pt idx="2247">
                  <c:v>May 2026</c:v>
                </c:pt>
                <c:pt idx="2248">
                  <c:v>May 2026</c:v>
                </c:pt>
                <c:pt idx="2249">
                  <c:v>May 2026</c:v>
                </c:pt>
                <c:pt idx="2250">
                  <c:v>May 2026</c:v>
                </c:pt>
                <c:pt idx="2251">
                  <c:v>May 2026</c:v>
                </c:pt>
                <c:pt idx="2252">
                  <c:v>May 2026</c:v>
                </c:pt>
                <c:pt idx="2253">
                  <c:v>May 2026</c:v>
                </c:pt>
                <c:pt idx="2254">
                  <c:v>May 2026</c:v>
                </c:pt>
                <c:pt idx="2255">
                  <c:v>May 2026</c:v>
                </c:pt>
                <c:pt idx="2256">
                  <c:v>May 2026</c:v>
                </c:pt>
                <c:pt idx="2257">
                  <c:v>May 2026</c:v>
                </c:pt>
                <c:pt idx="2258">
                  <c:v>May 2026</c:v>
                </c:pt>
                <c:pt idx="2259">
                  <c:v>Jun 2026</c:v>
                </c:pt>
                <c:pt idx="2260">
                  <c:v>Jun 2026</c:v>
                </c:pt>
                <c:pt idx="2261">
                  <c:v>Jun 2026</c:v>
                </c:pt>
                <c:pt idx="2262">
                  <c:v>Jun 2026</c:v>
                </c:pt>
                <c:pt idx="2263">
                  <c:v>Jun 2026</c:v>
                </c:pt>
                <c:pt idx="2264">
                  <c:v>Jun 2026</c:v>
                </c:pt>
                <c:pt idx="2265">
                  <c:v>Jun 2026</c:v>
                </c:pt>
                <c:pt idx="2266">
                  <c:v>Jun 2026</c:v>
                </c:pt>
                <c:pt idx="2267">
                  <c:v>Jun 2026</c:v>
                </c:pt>
                <c:pt idx="2268">
                  <c:v>Jun 2026</c:v>
                </c:pt>
                <c:pt idx="2269">
                  <c:v>Jun 2026</c:v>
                </c:pt>
                <c:pt idx="2270">
                  <c:v>Jun 2026</c:v>
                </c:pt>
                <c:pt idx="2271">
                  <c:v>Jun 2026</c:v>
                </c:pt>
                <c:pt idx="2272">
                  <c:v>Jun 2026</c:v>
                </c:pt>
                <c:pt idx="2273">
                  <c:v>Jun 2026</c:v>
                </c:pt>
                <c:pt idx="2274">
                  <c:v>Jun 2026</c:v>
                </c:pt>
                <c:pt idx="2275">
                  <c:v>Jun 2026</c:v>
                </c:pt>
                <c:pt idx="2276">
                  <c:v>Jun 2026</c:v>
                </c:pt>
                <c:pt idx="2277">
                  <c:v>Jun 2026</c:v>
                </c:pt>
                <c:pt idx="2278">
                  <c:v>Jun 2026</c:v>
                </c:pt>
                <c:pt idx="2279">
                  <c:v>Jun 2026</c:v>
                </c:pt>
                <c:pt idx="2280">
                  <c:v>Jun 2026</c:v>
                </c:pt>
                <c:pt idx="2281">
                  <c:v>Jun 2026</c:v>
                </c:pt>
                <c:pt idx="2282">
                  <c:v>Jun 2026</c:v>
                </c:pt>
                <c:pt idx="2283">
                  <c:v>Jun 2026</c:v>
                </c:pt>
                <c:pt idx="2284">
                  <c:v>Jun 2026</c:v>
                </c:pt>
                <c:pt idx="2285">
                  <c:v>Jun 2026</c:v>
                </c:pt>
                <c:pt idx="2286">
                  <c:v>Jun 2026</c:v>
                </c:pt>
                <c:pt idx="2287">
                  <c:v>Jun 2026</c:v>
                </c:pt>
                <c:pt idx="2288">
                  <c:v>Jun 2026</c:v>
                </c:pt>
                <c:pt idx="2289">
                  <c:v>Jul 2026</c:v>
                </c:pt>
                <c:pt idx="2290">
                  <c:v>Jul 2026</c:v>
                </c:pt>
                <c:pt idx="2291">
                  <c:v>Jul 2026</c:v>
                </c:pt>
                <c:pt idx="2292">
                  <c:v>Jul 2026</c:v>
                </c:pt>
                <c:pt idx="2293">
                  <c:v>Jul 2026</c:v>
                </c:pt>
                <c:pt idx="2294">
                  <c:v>Jul 2026</c:v>
                </c:pt>
                <c:pt idx="2295">
                  <c:v>Jul 2026</c:v>
                </c:pt>
                <c:pt idx="2296">
                  <c:v>Jul 2026</c:v>
                </c:pt>
                <c:pt idx="2297">
                  <c:v>Jul 2026</c:v>
                </c:pt>
                <c:pt idx="2298">
                  <c:v>Jul 2026</c:v>
                </c:pt>
                <c:pt idx="2299">
                  <c:v>Jul 2026</c:v>
                </c:pt>
                <c:pt idx="2300">
                  <c:v>Jul 2026</c:v>
                </c:pt>
                <c:pt idx="2301">
                  <c:v>Jul 2026</c:v>
                </c:pt>
                <c:pt idx="2302">
                  <c:v>Jul 2026</c:v>
                </c:pt>
                <c:pt idx="2303">
                  <c:v>Jul 2026</c:v>
                </c:pt>
                <c:pt idx="2304">
                  <c:v>Jul 2026</c:v>
                </c:pt>
                <c:pt idx="2305">
                  <c:v>Jul 2026</c:v>
                </c:pt>
                <c:pt idx="2306">
                  <c:v>Jul 2026</c:v>
                </c:pt>
                <c:pt idx="2307">
                  <c:v>Jul 2026</c:v>
                </c:pt>
                <c:pt idx="2308">
                  <c:v>Jul 2026</c:v>
                </c:pt>
                <c:pt idx="2309">
                  <c:v>Jul 2026</c:v>
                </c:pt>
                <c:pt idx="2310">
                  <c:v>Jul 2026</c:v>
                </c:pt>
                <c:pt idx="2311">
                  <c:v>Jul 2026</c:v>
                </c:pt>
                <c:pt idx="2312">
                  <c:v>Jul 2026</c:v>
                </c:pt>
                <c:pt idx="2313">
                  <c:v>Jul 2026</c:v>
                </c:pt>
                <c:pt idx="2314">
                  <c:v>Jul 2026</c:v>
                </c:pt>
                <c:pt idx="2315">
                  <c:v>Jul 2026</c:v>
                </c:pt>
                <c:pt idx="2316">
                  <c:v>Jul 2026</c:v>
                </c:pt>
                <c:pt idx="2317">
                  <c:v>Jul 2026</c:v>
                </c:pt>
                <c:pt idx="2318">
                  <c:v>Jul 2026</c:v>
                </c:pt>
                <c:pt idx="2319">
                  <c:v>Jul 2026</c:v>
                </c:pt>
                <c:pt idx="2320">
                  <c:v>Aug 2026</c:v>
                </c:pt>
                <c:pt idx="2321">
                  <c:v>Aug 2026</c:v>
                </c:pt>
                <c:pt idx="2322">
                  <c:v>Aug 2026</c:v>
                </c:pt>
                <c:pt idx="2323">
                  <c:v>Aug 2026</c:v>
                </c:pt>
                <c:pt idx="2324">
                  <c:v>Aug 2026</c:v>
                </c:pt>
                <c:pt idx="2325">
                  <c:v>Aug 2026</c:v>
                </c:pt>
                <c:pt idx="2326">
                  <c:v>Aug 2026</c:v>
                </c:pt>
                <c:pt idx="2327">
                  <c:v>Aug 2026</c:v>
                </c:pt>
                <c:pt idx="2328">
                  <c:v>Aug 2026</c:v>
                </c:pt>
                <c:pt idx="2329">
                  <c:v>Aug 2026</c:v>
                </c:pt>
                <c:pt idx="2330">
                  <c:v>Aug 2026</c:v>
                </c:pt>
                <c:pt idx="2331">
                  <c:v>Aug 2026</c:v>
                </c:pt>
                <c:pt idx="2332">
                  <c:v>Aug 2026</c:v>
                </c:pt>
                <c:pt idx="2333">
                  <c:v>Aug 2026</c:v>
                </c:pt>
                <c:pt idx="2334">
                  <c:v>Aug 2026</c:v>
                </c:pt>
                <c:pt idx="2335">
                  <c:v>Aug 2026</c:v>
                </c:pt>
                <c:pt idx="2336">
                  <c:v>Aug 2026</c:v>
                </c:pt>
                <c:pt idx="2337">
                  <c:v>Aug 2026</c:v>
                </c:pt>
                <c:pt idx="2338">
                  <c:v>Aug 2026</c:v>
                </c:pt>
                <c:pt idx="2339">
                  <c:v>Aug 2026</c:v>
                </c:pt>
                <c:pt idx="2340">
                  <c:v>Aug 2026</c:v>
                </c:pt>
                <c:pt idx="2341">
                  <c:v>Aug 2026</c:v>
                </c:pt>
                <c:pt idx="2342">
                  <c:v>Aug 2026</c:v>
                </c:pt>
                <c:pt idx="2343">
                  <c:v>Aug 2026</c:v>
                </c:pt>
                <c:pt idx="2344">
                  <c:v>Aug 2026</c:v>
                </c:pt>
                <c:pt idx="2345">
                  <c:v>Aug 2026</c:v>
                </c:pt>
                <c:pt idx="2346">
                  <c:v>Aug 2026</c:v>
                </c:pt>
                <c:pt idx="2347">
                  <c:v>Aug 2026</c:v>
                </c:pt>
                <c:pt idx="2348">
                  <c:v>Aug 2026</c:v>
                </c:pt>
                <c:pt idx="2349">
                  <c:v>Aug 2026</c:v>
                </c:pt>
                <c:pt idx="2350">
                  <c:v>Aug 2026</c:v>
                </c:pt>
                <c:pt idx="2351">
                  <c:v>Sep 2026</c:v>
                </c:pt>
                <c:pt idx="2352">
                  <c:v>Sep 2026</c:v>
                </c:pt>
                <c:pt idx="2353">
                  <c:v>Sep 2026</c:v>
                </c:pt>
                <c:pt idx="2354">
                  <c:v>Sep 2026</c:v>
                </c:pt>
                <c:pt idx="2355">
                  <c:v>Sep 2026</c:v>
                </c:pt>
                <c:pt idx="2356">
                  <c:v>Sep 2026</c:v>
                </c:pt>
                <c:pt idx="2357">
                  <c:v>Sep 2026</c:v>
                </c:pt>
                <c:pt idx="2358">
                  <c:v>Sep 2026</c:v>
                </c:pt>
                <c:pt idx="2359">
                  <c:v>Sep 2026</c:v>
                </c:pt>
                <c:pt idx="2360">
                  <c:v>Sep 2026</c:v>
                </c:pt>
                <c:pt idx="2361">
                  <c:v>Sep 2026</c:v>
                </c:pt>
                <c:pt idx="2362">
                  <c:v>Sep 2026</c:v>
                </c:pt>
                <c:pt idx="2363">
                  <c:v>Sep 2026</c:v>
                </c:pt>
                <c:pt idx="2364">
                  <c:v>Sep 2026</c:v>
                </c:pt>
                <c:pt idx="2365">
                  <c:v>Sep 2026</c:v>
                </c:pt>
                <c:pt idx="2366">
                  <c:v>Sep 2026</c:v>
                </c:pt>
              </c:strCache>
            </c:strRef>
          </c:cat>
          <c:val>
            <c:numRef>
              <c:f>Data!$B$2:$B$2368</c:f>
              <c:numCache>
                <c:formatCode>0.00</c:formatCode>
                <c:ptCount val="2367"/>
                <c:pt idx="0">
                  <c:v>6677.43</c:v>
                </c:pt>
                <c:pt idx="1">
                  <c:v>6737.36</c:v>
                </c:pt>
                <c:pt idx="2">
                  <c:v>6359.11</c:v>
                </c:pt>
                <c:pt idx="3">
                  <c:v>6236.65</c:v>
                </c:pt>
                <c:pt idx="4">
                  <c:v>5881.42</c:v>
                </c:pt>
                <c:pt idx="5">
                  <c:v>6394.38</c:v>
                </c:pt>
                <c:pt idx="6">
                  <c:v>6410.44</c:v>
                </c:pt>
                <c:pt idx="7">
                  <c:v>6642.92</c:v>
                </c:pt>
                <c:pt idx="8">
                  <c:v>6794.09</c:v>
                </c:pt>
                <c:pt idx="9">
                  <c:v>6734.1</c:v>
                </c:pt>
                <c:pt idx="10">
                  <c:v>6856.99</c:v>
                </c:pt>
                <c:pt idx="11">
                  <c:v>6772.78</c:v>
                </c:pt>
                <c:pt idx="12">
                  <c:v>7329.9</c:v>
                </c:pt>
                <c:pt idx="13">
                  <c:v>7197.32</c:v>
                </c:pt>
                <c:pt idx="14">
                  <c:v>7361.28</c:v>
                </c:pt>
                <c:pt idx="15">
                  <c:v>7283.54</c:v>
                </c:pt>
                <c:pt idx="16">
                  <c:v>6858.92</c:v>
                </c:pt>
                <c:pt idx="17">
                  <c:v>6876.83</c:v>
                </c:pt>
                <c:pt idx="18">
                  <c:v>6903.79</c:v>
                </c:pt>
                <c:pt idx="19">
                  <c:v>6837.91</c:v>
                </c:pt>
                <c:pt idx="20">
                  <c:v>6868.7</c:v>
                </c:pt>
                <c:pt idx="21">
                  <c:v>6621.24</c:v>
                </c:pt>
                <c:pt idx="22">
                  <c:v>7101.94</c:v>
                </c:pt>
                <c:pt idx="23">
                  <c:v>7027.55</c:v>
                </c:pt>
                <c:pt idx="24">
                  <c:v>7248.6</c:v>
                </c:pt>
                <c:pt idx="25">
                  <c:v>7120.74</c:v>
                </c:pt>
                <c:pt idx="26">
                  <c:v>6826.83</c:v>
                </c:pt>
                <c:pt idx="27">
                  <c:v>6841.37</c:v>
                </c:pt>
                <c:pt idx="28">
                  <c:v>7125.14</c:v>
                </c:pt>
                <c:pt idx="29">
                  <c:v>7482.39</c:v>
                </c:pt>
                <c:pt idx="30">
                  <c:v>7505</c:v>
                </c:pt>
                <c:pt idx="31">
                  <c:v>7538.67</c:v>
                </c:pt>
                <c:pt idx="32">
                  <c:v>7693.1</c:v>
                </c:pt>
                <c:pt idx="33">
                  <c:v>7774.62</c:v>
                </c:pt>
                <c:pt idx="34">
                  <c:v>7738.98</c:v>
                </c:pt>
                <c:pt idx="35">
                  <c:v>8778.57</c:v>
                </c:pt>
                <c:pt idx="36">
                  <c:v>8620</c:v>
                </c:pt>
                <c:pt idx="37">
                  <c:v>8826.959999999999</c:v>
                </c:pt>
                <c:pt idx="38">
                  <c:v>8972.049999999999</c:v>
                </c:pt>
                <c:pt idx="39">
                  <c:v>8894.16</c:v>
                </c:pt>
                <c:pt idx="40">
                  <c:v>8871.959999999999</c:v>
                </c:pt>
                <c:pt idx="41">
                  <c:v>9021.83</c:v>
                </c:pt>
                <c:pt idx="42">
                  <c:v>9142.92</c:v>
                </c:pt>
                <c:pt idx="43">
                  <c:v>9986.4</c:v>
                </c:pt>
                <c:pt idx="44">
                  <c:v>9800.01</c:v>
                </c:pt>
                <c:pt idx="45">
                  <c:v>9539.4</c:v>
                </c:pt>
                <c:pt idx="46">
                  <c:v>8722.77</c:v>
                </c:pt>
                <c:pt idx="47">
                  <c:v>8561.52</c:v>
                </c:pt>
                <c:pt idx="48">
                  <c:v>8810.790000000001</c:v>
                </c:pt>
                <c:pt idx="49">
                  <c:v>9309.370000000001</c:v>
                </c:pt>
                <c:pt idx="50">
                  <c:v>9791.98</c:v>
                </c:pt>
                <c:pt idx="51">
                  <c:v>9316.42</c:v>
                </c:pt>
                <c:pt idx="52">
                  <c:v>9381.27</c:v>
                </c:pt>
                <c:pt idx="53">
                  <c:v>9680.040000000001</c:v>
                </c:pt>
                <c:pt idx="54">
                  <c:v>9733.93</c:v>
                </c:pt>
                <c:pt idx="55">
                  <c:v>9775.530000000001</c:v>
                </c:pt>
                <c:pt idx="56">
                  <c:v>9511.43</c:v>
                </c:pt>
                <c:pt idx="57">
                  <c:v>9068.65</c:v>
                </c:pt>
                <c:pt idx="58">
                  <c:v>9170</c:v>
                </c:pt>
                <c:pt idx="59">
                  <c:v>9179.15</c:v>
                </c:pt>
                <c:pt idx="60">
                  <c:v>8720.34</c:v>
                </c:pt>
                <c:pt idx="61">
                  <c:v>8900.35</c:v>
                </c:pt>
                <c:pt idx="62">
                  <c:v>8841.18</c:v>
                </c:pt>
                <c:pt idx="63">
                  <c:v>9204.07</c:v>
                </c:pt>
                <c:pt idx="64">
                  <c:v>9575.889999999999</c:v>
                </c:pt>
                <c:pt idx="65">
                  <c:v>9427.07</c:v>
                </c:pt>
                <c:pt idx="66">
                  <c:v>9697.719999999999</c:v>
                </c:pt>
                <c:pt idx="67">
                  <c:v>9448.27</c:v>
                </c:pt>
                <c:pt idx="68">
                  <c:v>10200.77</c:v>
                </c:pt>
                <c:pt idx="69">
                  <c:v>9518.040000000001</c:v>
                </c:pt>
                <c:pt idx="70">
                  <c:v>9666.24</c:v>
                </c:pt>
                <c:pt idx="71">
                  <c:v>9789.059999999999</c:v>
                </c:pt>
                <c:pt idx="72">
                  <c:v>9621.16</c:v>
                </c:pt>
                <c:pt idx="73">
                  <c:v>9666.299999999999</c:v>
                </c:pt>
                <c:pt idx="74">
                  <c:v>9746.99</c:v>
                </c:pt>
                <c:pt idx="75">
                  <c:v>9782.01</c:v>
                </c:pt>
                <c:pt idx="76">
                  <c:v>9772.43</c:v>
                </c:pt>
                <c:pt idx="77">
                  <c:v>9885</c:v>
                </c:pt>
                <c:pt idx="78">
                  <c:v>9280.4</c:v>
                </c:pt>
                <c:pt idx="79">
                  <c:v>9465.129999999999</c:v>
                </c:pt>
                <c:pt idx="80">
                  <c:v>9473.34</c:v>
                </c:pt>
                <c:pt idx="81">
                  <c:v>9342.1</c:v>
                </c:pt>
                <c:pt idx="82">
                  <c:v>9426.02</c:v>
                </c:pt>
                <c:pt idx="83">
                  <c:v>9525.59</c:v>
                </c:pt>
                <c:pt idx="84">
                  <c:v>9465.139999999999</c:v>
                </c:pt>
                <c:pt idx="85">
                  <c:v>9386.32</c:v>
                </c:pt>
                <c:pt idx="86">
                  <c:v>9310.23</c:v>
                </c:pt>
                <c:pt idx="87">
                  <c:v>9358.950000000001</c:v>
                </c:pt>
                <c:pt idx="88">
                  <c:v>9294.690000000001</c:v>
                </c:pt>
                <c:pt idx="89">
                  <c:v>9685.690000000001</c:v>
                </c:pt>
                <c:pt idx="90">
                  <c:v>9624.889999999999</c:v>
                </c:pt>
                <c:pt idx="91">
                  <c:v>9296.49</c:v>
                </c:pt>
                <c:pt idx="92">
                  <c:v>9249.49</c:v>
                </c:pt>
                <c:pt idx="93">
                  <c:v>9162.209999999999</c:v>
                </c:pt>
                <c:pt idx="94">
                  <c:v>9012</c:v>
                </c:pt>
                <c:pt idx="95">
                  <c:v>9116.35</c:v>
                </c:pt>
                <c:pt idx="96">
                  <c:v>9192.559999999999</c:v>
                </c:pt>
                <c:pt idx="97">
                  <c:v>9138.549999999999</c:v>
                </c:pt>
                <c:pt idx="98">
                  <c:v>9232</c:v>
                </c:pt>
                <c:pt idx="99">
                  <c:v>9086.540000000001</c:v>
                </c:pt>
                <c:pt idx="100">
                  <c:v>9058.26</c:v>
                </c:pt>
                <c:pt idx="101">
                  <c:v>9135.459999999999</c:v>
                </c:pt>
                <c:pt idx="102">
                  <c:v>9069.41</c:v>
                </c:pt>
                <c:pt idx="103">
                  <c:v>9344.200000000001</c:v>
                </c:pt>
                <c:pt idx="104">
                  <c:v>9257.389999999999</c:v>
                </c:pt>
                <c:pt idx="105">
                  <c:v>9436.059999999999</c:v>
                </c:pt>
                <c:pt idx="106">
                  <c:v>9232.43</c:v>
                </c:pt>
                <c:pt idx="107">
                  <c:v>9288.34</c:v>
                </c:pt>
                <c:pt idx="108">
                  <c:v>9234.030000000001</c:v>
                </c:pt>
                <c:pt idx="109">
                  <c:v>9302.75</c:v>
                </c:pt>
                <c:pt idx="110">
                  <c:v>9242.620000000001</c:v>
                </c:pt>
                <c:pt idx="111">
                  <c:v>9255.85</c:v>
                </c:pt>
                <c:pt idx="112">
                  <c:v>9197.6</c:v>
                </c:pt>
                <c:pt idx="113">
                  <c:v>9133.719999999999</c:v>
                </c:pt>
                <c:pt idx="114">
                  <c:v>9154.32</c:v>
                </c:pt>
                <c:pt idx="115">
                  <c:v>9170.280000000001</c:v>
                </c:pt>
                <c:pt idx="116">
                  <c:v>9208.99</c:v>
                </c:pt>
                <c:pt idx="117">
                  <c:v>9160.780000000001</c:v>
                </c:pt>
                <c:pt idx="118">
                  <c:v>9390</c:v>
                </c:pt>
                <c:pt idx="119">
                  <c:v>9518.16</c:v>
                </c:pt>
                <c:pt idx="120">
                  <c:v>9603.27</c:v>
                </c:pt>
                <c:pt idx="121">
                  <c:v>9537.799999999999</c:v>
                </c:pt>
                <c:pt idx="122">
                  <c:v>9700.42</c:v>
                </c:pt>
                <c:pt idx="123">
                  <c:v>9931.540000000001</c:v>
                </c:pt>
                <c:pt idx="124">
                  <c:v>11029.96</c:v>
                </c:pt>
                <c:pt idx="125">
                  <c:v>10906.27</c:v>
                </c:pt>
                <c:pt idx="126">
                  <c:v>11100.53</c:v>
                </c:pt>
                <c:pt idx="127">
                  <c:v>11099.61</c:v>
                </c:pt>
                <c:pt idx="128">
                  <c:v>11335.46</c:v>
                </c:pt>
                <c:pt idx="129">
                  <c:v>11801.17</c:v>
                </c:pt>
                <c:pt idx="130">
                  <c:v>11071.35</c:v>
                </c:pt>
                <c:pt idx="131">
                  <c:v>11219.81</c:v>
                </c:pt>
                <c:pt idx="132">
                  <c:v>11191.97</c:v>
                </c:pt>
                <c:pt idx="133">
                  <c:v>11744.91</c:v>
                </c:pt>
                <c:pt idx="134">
                  <c:v>11762.46</c:v>
                </c:pt>
                <c:pt idx="135">
                  <c:v>11594.23</c:v>
                </c:pt>
                <c:pt idx="136">
                  <c:v>11761.41</c:v>
                </c:pt>
                <c:pt idx="137">
                  <c:v>11681.68</c:v>
                </c:pt>
                <c:pt idx="138">
                  <c:v>11892.92</c:v>
                </c:pt>
                <c:pt idx="139">
                  <c:v>11392.08</c:v>
                </c:pt>
                <c:pt idx="140">
                  <c:v>11564.33</c:v>
                </c:pt>
                <c:pt idx="141">
                  <c:v>11780</c:v>
                </c:pt>
                <c:pt idx="142">
                  <c:v>11760.54</c:v>
                </c:pt>
                <c:pt idx="143">
                  <c:v>11852.4</c:v>
                </c:pt>
                <c:pt idx="144">
                  <c:v>11911</c:v>
                </c:pt>
                <c:pt idx="145">
                  <c:v>12281.13</c:v>
                </c:pt>
                <c:pt idx="146">
                  <c:v>11945.01</c:v>
                </c:pt>
                <c:pt idx="147">
                  <c:v>11754.59</c:v>
                </c:pt>
                <c:pt idx="148">
                  <c:v>11853.55</c:v>
                </c:pt>
                <c:pt idx="149">
                  <c:v>11531.34</c:v>
                </c:pt>
                <c:pt idx="150">
                  <c:v>11662.96</c:v>
                </c:pt>
                <c:pt idx="151">
                  <c:v>11648.13</c:v>
                </c:pt>
                <c:pt idx="152">
                  <c:v>11748.2</c:v>
                </c:pt>
                <c:pt idx="153">
                  <c:v>11318.42</c:v>
                </c:pt>
                <c:pt idx="154">
                  <c:v>11461.43</c:v>
                </c:pt>
                <c:pt idx="155">
                  <c:v>11330.38</c:v>
                </c:pt>
                <c:pt idx="156">
                  <c:v>11526.91</c:v>
                </c:pt>
                <c:pt idx="157">
                  <c:v>11465.84</c:v>
                </c:pt>
                <c:pt idx="158">
                  <c:v>11711.16</c:v>
                </c:pt>
                <c:pt idx="159">
                  <c:v>11649.51</c:v>
                </c:pt>
                <c:pt idx="160">
                  <c:v>11921.97</c:v>
                </c:pt>
                <c:pt idx="161">
                  <c:v>11388.54</c:v>
                </c:pt>
                <c:pt idx="162">
                  <c:v>10140.85</c:v>
                </c:pt>
                <c:pt idx="163">
                  <c:v>10446.25</c:v>
                </c:pt>
                <c:pt idx="164">
                  <c:v>10166.69</c:v>
                </c:pt>
                <c:pt idx="165">
                  <c:v>10256.2</c:v>
                </c:pt>
                <c:pt idx="166">
                  <c:v>10373.44</c:v>
                </c:pt>
                <c:pt idx="167">
                  <c:v>10126.65</c:v>
                </c:pt>
                <c:pt idx="168">
                  <c:v>10219.2</c:v>
                </c:pt>
                <c:pt idx="169">
                  <c:v>10336.87</c:v>
                </c:pt>
                <c:pt idx="170">
                  <c:v>10387.89</c:v>
                </c:pt>
                <c:pt idx="171">
                  <c:v>10440.92</c:v>
                </c:pt>
                <c:pt idx="172">
                  <c:v>10332.83</c:v>
                </c:pt>
                <c:pt idx="173">
                  <c:v>10671.77</c:v>
                </c:pt>
                <c:pt idx="174">
                  <c:v>10785.31</c:v>
                </c:pt>
                <c:pt idx="175">
                  <c:v>10954.01</c:v>
                </c:pt>
                <c:pt idx="176">
                  <c:v>10939.99</c:v>
                </c:pt>
                <c:pt idx="177">
                  <c:v>10933.39</c:v>
                </c:pt>
                <c:pt idx="178">
                  <c:v>11080.65</c:v>
                </c:pt>
                <c:pt idx="179">
                  <c:v>10920.28</c:v>
                </c:pt>
                <c:pt idx="180">
                  <c:v>10417.22</c:v>
                </c:pt>
                <c:pt idx="181">
                  <c:v>10529.61</c:v>
                </c:pt>
                <c:pt idx="182">
                  <c:v>10241.46</c:v>
                </c:pt>
                <c:pt idx="183">
                  <c:v>10736.32</c:v>
                </c:pt>
                <c:pt idx="184">
                  <c:v>10686.67</c:v>
                </c:pt>
                <c:pt idx="185">
                  <c:v>10728.6</c:v>
                </c:pt>
                <c:pt idx="186">
                  <c:v>10774.25</c:v>
                </c:pt>
                <c:pt idx="187">
                  <c:v>10696.12</c:v>
                </c:pt>
                <c:pt idx="188">
                  <c:v>10840.48</c:v>
                </c:pt>
                <c:pt idx="189">
                  <c:v>10776.59</c:v>
                </c:pt>
                <c:pt idx="190">
                  <c:v>10619.13</c:v>
                </c:pt>
                <c:pt idx="191">
                  <c:v>10570.4</c:v>
                </c:pt>
                <c:pt idx="192">
                  <c:v>10542.06</c:v>
                </c:pt>
                <c:pt idx="193">
                  <c:v>10666.63</c:v>
                </c:pt>
                <c:pt idx="194">
                  <c:v>10792.21</c:v>
                </c:pt>
                <c:pt idx="195">
                  <c:v>10599.66</c:v>
                </c:pt>
                <c:pt idx="196">
                  <c:v>10666.39</c:v>
                </c:pt>
                <c:pt idx="197">
                  <c:v>10925.57</c:v>
                </c:pt>
                <c:pt idx="198">
                  <c:v>11050.64</c:v>
                </c:pt>
                <c:pt idx="199">
                  <c:v>11293.22</c:v>
                </c:pt>
                <c:pt idx="200">
                  <c:v>11369.02</c:v>
                </c:pt>
                <c:pt idx="201">
                  <c:v>11528.25</c:v>
                </c:pt>
                <c:pt idx="202">
                  <c:v>11420.56</c:v>
                </c:pt>
                <c:pt idx="203">
                  <c:v>11417.89</c:v>
                </c:pt>
                <c:pt idx="204">
                  <c:v>11505.12</c:v>
                </c:pt>
                <c:pt idx="205">
                  <c:v>11319.32</c:v>
                </c:pt>
                <c:pt idx="206">
                  <c:v>11360.2</c:v>
                </c:pt>
                <c:pt idx="207">
                  <c:v>11503.14</c:v>
                </c:pt>
                <c:pt idx="208">
                  <c:v>11751.47</c:v>
                </c:pt>
                <c:pt idx="209">
                  <c:v>11909.99</c:v>
                </c:pt>
                <c:pt idx="210">
                  <c:v>12780.96</c:v>
                </c:pt>
                <c:pt idx="211">
                  <c:v>12968.52</c:v>
                </c:pt>
                <c:pt idx="212">
                  <c:v>12923.07</c:v>
                </c:pt>
                <c:pt idx="213">
                  <c:v>13111.73</c:v>
                </c:pt>
                <c:pt idx="214">
                  <c:v>13028.83</c:v>
                </c:pt>
                <c:pt idx="215">
                  <c:v>13052.19</c:v>
                </c:pt>
                <c:pt idx="216">
                  <c:v>13636.17</c:v>
                </c:pt>
                <c:pt idx="217">
                  <c:v>13266.4</c:v>
                </c:pt>
                <c:pt idx="218">
                  <c:v>13455.7</c:v>
                </c:pt>
                <c:pt idx="219">
                  <c:v>13560.1</c:v>
                </c:pt>
                <c:pt idx="220">
                  <c:v>13791</c:v>
                </c:pt>
                <c:pt idx="221">
                  <c:v>13761.5</c:v>
                </c:pt>
                <c:pt idx="222">
                  <c:v>13549.37</c:v>
                </c:pt>
                <c:pt idx="223">
                  <c:v>14023.53</c:v>
                </c:pt>
                <c:pt idx="224">
                  <c:v>14144.01</c:v>
                </c:pt>
                <c:pt idx="225">
                  <c:v>15590.02</c:v>
                </c:pt>
                <c:pt idx="226">
                  <c:v>15579.92</c:v>
                </c:pt>
                <c:pt idx="227">
                  <c:v>14818.3</c:v>
                </c:pt>
                <c:pt idx="228">
                  <c:v>15475.1</c:v>
                </c:pt>
                <c:pt idx="229">
                  <c:v>15328.41</c:v>
                </c:pt>
                <c:pt idx="230">
                  <c:v>15297.21</c:v>
                </c:pt>
                <c:pt idx="231">
                  <c:v>15684.24</c:v>
                </c:pt>
                <c:pt idx="232">
                  <c:v>16291.86</c:v>
                </c:pt>
                <c:pt idx="233">
                  <c:v>16320.7</c:v>
                </c:pt>
                <c:pt idx="234">
                  <c:v>16070.45</c:v>
                </c:pt>
                <c:pt idx="235">
                  <c:v>15957</c:v>
                </c:pt>
                <c:pt idx="236">
                  <c:v>16713.57</c:v>
                </c:pt>
                <c:pt idx="237">
                  <c:v>17659.38</c:v>
                </c:pt>
                <c:pt idx="238">
                  <c:v>17776.12</c:v>
                </c:pt>
                <c:pt idx="239">
                  <c:v>17802.82</c:v>
                </c:pt>
                <c:pt idx="240">
                  <c:v>18655.67</c:v>
                </c:pt>
                <c:pt idx="241">
                  <c:v>18703.8</c:v>
                </c:pt>
                <c:pt idx="242">
                  <c:v>18414.43</c:v>
                </c:pt>
                <c:pt idx="243">
                  <c:v>18368</c:v>
                </c:pt>
                <c:pt idx="244">
                  <c:v>19160.01</c:v>
                </c:pt>
                <c:pt idx="245">
                  <c:v>18719.11</c:v>
                </c:pt>
                <c:pt idx="246">
                  <c:v>17149.47</c:v>
                </c:pt>
                <c:pt idx="247">
                  <c:v>17139.52</c:v>
                </c:pt>
                <c:pt idx="248">
                  <c:v>17719.85</c:v>
                </c:pt>
                <c:pt idx="249">
                  <c:v>18184.99</c:v>
                </c:pt>
                <c:pt idx="250">
                  <c:v>19695.87</c:v>
                </c:pt>
                <c:pt idx="251">
                  <c:v>18764.96</c:v>
                </c:pt>
                <c:pt idx="252">
                  <c:v>19204.09</c:v>
                </c:pt>
                <c:pt idx="253">
                  <c:v>19421.9</c:v>
                </c:pt>
                <c:pt idx="254">
                  <c:v>18650.52</c:v>
                </c:pt>
                <c:pt idx="255">
                  <c:v>19147.66</c:v>
                </c:pt>
                <c:pt idx="256">
                  <c:v>19359.4</c:v>
                </c:pt>
                <c:pt idx="257">
                  <c:v>19166.9</c:v>
                </c:pt>
                <c:pt idx="258">
                  <c:v>18324.11</c:v>
                </c:pt>
                <c:pt idx="259">
                  <c:v>18541.28</c:v>
                </c:pt>
                <c:pt idx="260">
                  <c:v>18254.63</c:v>
                </c:pt>
                <c:pt idx="261">
                  <c:v>18036.53</c:v>
                </c:pt>
                <c:pt idx="262">
                  <c:v>18808.69</c:v>
                </c:pt>
                <c:pt idx="263">
                  <c:v>19174.99</c:v>
                </c:pt>
                <c:pt idx="264">
                  <c:v>19273.14</c:v>
                </c:pt>
                <c:pt idx="265">
                  <c:v>19426.43</c:v>
                </c:pt>
                <c:pt idx="266">
                  <c:v>21335.52</c:v>
                </c:pt>
                <c:pt idx="267">
                  <c:v>22797.16</c:v>
                </c:pt>
                <c:pt idx="268">
                  <c:v>23107.39</c:v>
                </c:pt>
                <c:pt idx="269">
                  <c:v>23821.61</c:v>
                </c:pt>
                <c:pt idx="270">
                  <c:v>23455.52</c:v>
                </c:pt>
                <c:pt idx="271">
                  <c:v>22719.71</c:v>
                </c:pt>
                <c:pt idx="272">
                  <c:v>23810.79</c:v>
                </c:pt>
                <c:pt idx="273">
                  <c:v>23232.76</c:v>
                </c:pt>
                <c:pt idx="274">
                  <c:v>23729.2</c:v>
                </c:pt>
                <c:pt idx="275">
                  <c:v>24712.47</c:v>
                </c:pt>
                <c:pt idx="276">
                  <c:v>26493.39</c:v>
                </c:pt>
                <c:pt idx="277">
                  <c:v>26281.66</c:v>
                </c:pt>
                <c:pt idx="278">
                  <c:v>27079.41</c:v>
                </c:pt>
                <c:pt idx="279">
                  <c:v>27385</c:v>
                </c:pt>
                <c:pt idx="280">
                  <c:v>28875.54</c:v>
                </c:pt>
                <c:pt idx="281">
                  <c:v>28923.63</c:v>
                </c:pt>
                <c:pt idx="282">
                  <c:v>29331.69</c:v>
                </c:pt>
                <c:pt idx="283">
                  <c:v>32178.33</c:v>
                </c:pt>
                <c:pt idx="284">
                  <c:v>33000.05</c:v>
                </c:pt>
                <c:pt idx="285">
                  <c:v>31988.71</c:v>
                </c:pt>
                <c:pt idx="286">
                  <c:v>33949.53</c:v>
                </c:pt>
                <c:pt idx="287">
                  <c:v>36769.36</c:v>
                </c:pt>
                <c:pt idx="288">
                  <c:v>39432.28</c:v>
                </c:pt>
                <c:pt idx="289">
                  <c:v>40582.81</c:v>
                </c:pt>
                <c:pt idx="290">
                  <c:v>40088.22</c:v>
                </c:pt>
                <c:pt idx="291">
                  <c:v>38150.02</c:v>
                </c:pt>
                <c:pt idx="292">
                  <c:v>35404.47</c:v>
                </c:pt>
                <c:pt idx="293">
                  <c:v>34051.24</c:v>
                </c:pt>
                <c:pt idx="294">
                  <c:v>37371.38</c:v>
                </c:pt>
                <c:pt idx="295">
                  <c:v>39144.5</c:v>
                </c:pt>
                <c:pt idx="296">
                  <c:v>36742.22</c:v>
                </c:pt>
                <c:pt idx="297">
                  <c:v>35994.98</c:v>
                </c:pt>
                <c:pt idx="298">
                  <c:v>35828.61</c:v>
                </c:pt>
                <c:pt idx="299">
                  <c:v>36631.27</c:v>
                </c:pt>
                <c:pt idx="300">
                  <c:v>35891.49</c:v>
                </c:pt>
                <c:pt idx="301">
                  <c:v>35468.23</c:v>
                </c:pt>
                <c:pt idx="302">
                  <c:v>30850.13</c:v>
                </c:pt>
                <c:pt idx="303">
                  <c:v>32945.17</c:v>
                </c:pt>
                <c:pt idx="304">
                  <c:v>32078</c:v>
                </c:pt>
                <c:pt idx="305">
                  <c:v>32259.9</c:v>
                </c:pt>
                <c:pt idx="306">
                  <c:v>32254.2</c:v>
                </c:pt>
                <c:pt idx="307">
                  <c:v>32467.77</c:v>
                </c:pt>
                <c:pt idx="308">
                  <c:v>30366.15</c:v>
                </c:pt>
                <c:pt idx="309">
                  <c:v>33364.86</c:v>
                </c:pt>
                <c:pt idx="310">
                  <c:v>34252.2</c:v>
                </c:pt>
                <c:pt idx="311">
                  <c:v>34262.88</c:v>
                </c:pt>
                <c:pt idx="312">
                  <c:v>33092.98</c:v>
                </c:pt>
                <c:pt idx="313">
                  <c:v>33526.37</c:v>
                </c:pt>
                <c:pt idx="314">
                  <c:v>35466.24</c:v>
                </c:pt>
                <c:pt idx="315">
                  <c:v>37618.87</c:v>
                </c:pt>
                <c:pt idx="316">
                  <c:v>36936.66</c:v>
                </c:pt>
                <c:pt idx="317">
                  <c:v>38290.24</c:v>
                </c:pt>
                <c:pt idx="318">
                  <c:v>39186.94</c:v>
                </c:pt>
                <c:pt idx="319">
                  <c:v>38795.69</c:v>
                </c:pt>
                <c:pt idx="320">
                  <c:v>46374.87</c:v>
                </c:pt>
                <c:pt idx="321">
                  <c:v>46420.42</c:v>
                </c:pt>
                <c:pt idx="322">
                  <c:v>44807.58</c:v>
                </c:pt>
                <c:pt idx="323">
                  <c:v>47969.51</c:v>
                </c:pt>
                <c:pt idx="324">
                  <c:v>47287.6</c:v>
                </c:pt>
                <c:pt idx="325">
                  <c:v>47153.69</c:v>
                </c:pt>
                <c:pt idx="326">
                  <c:v>48577.79</c:v>
                </c:pt>
                <c:pt idx="327">
                  <c:v>47911.1</c:v>
                </c:pt>
                <c:pt idx="328">
                  <c:v>49133.45</c:v>
                </c:pt>
                <c:pt idx="329">
                  <c:v>52119.71</c:v>
                </c:pt>
                <c:pt idx="330">
                  <c:v>51552.6</c:v>
                </c:pt>
                <c:pt idx="331">
                  <c:v>55906</c:v>
                </c:pt>
                <c:pt idx="332">
                  <c:v>55841.19</c:v>
                </c:pt>
                <c:pt idx="333">
                  <c:v>57408.57</c:v>
                </c:pt>
                <c:pt idx="334">
                  <c:v>54087.67</c:v>
                </c:pt>
                <c:pt idx="335">
                  <c:v>48891</c:v>
                </c:pt>
                <c:pt idx="336">
                  <c:v>49676.2</c:v>
                </c:pt>
                <c:pt idx="337">
                  <c:v>47073.73</c:v>
                </c:pt>
                <c:pt idx="338">
                  <c:v>46276.87</c:v>
                </c:pt>
                <c:pt idx="339">
                  <c:v>46106.43</c:v>
                </c:pt>
                <c:pt idx="340">
                  <c:v>45135.66</c:v>
                </c:pt>
                <c:pt idx="341">
                  <c:v>49587.03</c:v>
                </c:pt>
                <c:pt idx="342">
                  <c:v>48440.65</c:v>
                </c:pt>
                <c:pt idx="343">
                  <c:v>50349.37</c:v>
                </c:pt>
                <c:pt idx="344">
                  <c:v>48374.09</c:v>
                </c:pt>
                <c:pt idx="345">
                  <c:v>48751.71</c:v>
                </c:pt>
                <c:pt idx="346">
                  <c:v>48882.2</c:v>
                </c:pt>
                <c:pt idx="347">
                  <c:v>50971.75</c:v>
                </c:pt>
                <c:pt idx="348">
                  <c:v>52375.17</c:v>
                </c:pt>
                <c:pt idx="349">
                  <c:v>54884.5</c:v>
                </c:pt>
                <c:pt idx="350">
                  <c:v>55851.59</c:v>
                </c:pt>
                <c:pt idx="351">
                  <c:v>57773.16</c:v>
                </c:pt>
                <c:pt idx="352">
                  <c:v>57221.72</c:v>
                </c:pt>
                <c:pt idx="353">
                  <c:v>61188.39</c:v>
                </c:pt>
                <c:pt idx="354">
                  <c:v>58968.31</c:v>
                </c:pt>
                <c:pt idx="355">
                  <c:v>55605.2</c:v>
                </c:pt>
                <c:pt idx="356">
                  <c:v>56900.75</c:v>
                </c:pt>
                <c:pt idx="357">
                  <c:v>58912.97</c:v>
                </c:pt>
                <c:pt idx="358">
                  <c:v>57648.16</c:v>
                </c:pt>
                <c:pt idx="359">
                  <c:v>58030.01</c:v>
                </c:pt>
                <c:pt idx="360">
                  <c:v>58102.28</c:v>
                </c:pt>
                <c:pt idx="361">
                  <c:v>57351.56</c:v>
                </c:pt>
                <c:pt idx="362">
                  <c:v>54083.25</c:v>
                </c:pt>
                <c:pt idx="363">
                  <c:v>54340.89</c:v>
                </c:pt>
                <c:pt idx="364">
                  <c:v>52303.65</c:v>
                </c:pt>
                <c:pt idx="365">
                  <c:v>51293.78</c:v>
                </c:pt>
                <c:pt idx="366">
                  <c:v>55025.59</c:v>
                </c:pt>
                <c:pt idx="367">
                  <c:v>55817.14</c:v>
                </c:pt>
                <c:pt idx="368">
                  <c:v>55777.63</c:v>
                </c:pt>
                <c:pt idx="369">
                  <c:v>57635.47</c:v>
                </c:pt>
                <c:pt idx="370">
                  <c:v>58746.57</c:v>
                </c:pt>
                <c:pt idx="371">
                  <c:v>58740.55</c:v>
                </c:pt>
                <c:pt idx="372">
                  <c:v>58720.44</c:v>
                </c:pt>
                <c:pt idx="373">
                  <c:v>58950.01</c:v>
                </c:pt>
                <c:pt idx="374">
                  <c:v>57051.94</c:v>
                </c:pt>
                <c:pt idx="375">
                  <c:v>58202.01</c:v>
                </c:pt>
                <c:pt idx="376">
                  <c:v>59129.99</c:v>
                </c:pt>
                <c:pt idx="377">
                  <c:v>57991.15</c:v>
                </c:pt>
                <c:pt idx="378">
                  <c:v>55953.45</c:v>
                </c:pt>
                <c:pt idx="379">
                  <c:v>58077.52</c:v>
                </c:pt>
                <c:pt idx="380">
                  <c:v>58142.54</c:v>
                </c:pt>
                <c:pt idx="381">
                  <c:v>59769.13</c:v>
                </c:pt>
                <c:pt idx="382">
                  <c:v>60002.43</c:v>
                </c:pt>
                <c:pt idx="383">
                  <c:v>59860</c:v>
                </c:pt>
                <c:pt idx="384">
                  <c:v>63575</c:v>
                </c:pt>
                <c:pt idx="385">
                  <c:v>62959.53</c:v>
                </c:pt>
                <c:pt idx="386">
                  <c:v>63159.98</c:v>
                </c:pt>
                <c:pt idx="387">
                  <c:v>61334.8</c:v>
                </c:pt>
                <c:pt idx="388">
                  <c:v>60006.66</c:v>
                </c:pt>
                <c:pt idx="389">
                  <c:v>56150.01</c:v>
                </c:pt>
                <c:pt idx="390">
                  <c:v>55633.14</c:v>
                </c:pt>
                <c:pt idx="391">
                  <c:v>56425</c:v>
                </c:pt>
                <c:pt idx="392">
                  <c:v>53787.63</c:v>
                </c:pt>
                <c:pt idx="393">
                  <c:v>51690.96</c:v>
                </c:pt>
                <c:pt idx="394">
                  <c:v>51125.14</c:v>
                </c:pt>
                <c:pt idx="395">
                  <c:v>50047.84</c:v>
                </c:pt>
                <c:pt idx="396">
                  <c:v>49066.77</c:v>
                </c:pt>
                <c:pt idx="397">
                  <c:v>54001.39</c:v>
                </c:pt>
                <c:pt idx="398">
                  <c:v>55011.97</c:v>
                </c:pt>
                <c:pt idx="399">
                  <c:v>54846.22</c:v>
                </c:pt>
                <c:pt idx="400">
                  <c:v>53555</c:v>
                </c:pt>
                <c:pt idx="401">
                  <c:v>57694.27</c:v>
                </c:pt>
                <c:pt idx="402">
                  <c:v>57800.37</c:v>
                </c:pt>
                <c:pt idx="403">
                  <c:v>56578.21</c:v>
                </c:pt>
                <c:pt idx="404">
                  <c:v>57169.39</c:v>
                </c:pt>
                <c:pt idx="405">
                  <c:v>53200.01</c:v>
                </c:pt>
                <c:pt idx="406">
                  <c:v>57436.11</c:v>
                </c:pt>
                <c:pt idx="407">
                  <c:v>56393.68</c:v>
                </c:pt>
                <c:pt idx="408">
                  <c:v>57314.75</c:v>
                </c:pt>
                <c:pt idx="409">
                  <c:v>58862.05</c:v>
                </c:pt>
                <c:pt idx="410">
                  <c:v>58240.84</c:v>
                </c:pt>
                <c:pt idx="411">
                  <c:v>55816.14</c:v>
                </c:pt>
                <c:pt idx="412">
                  <c:v>56670.02</c:v>
                </c:pt>
                <c:pt idx="413">
                  <c:v>49631.32</c:v>
                </c:pt>
                <c:pt idx="414">
                  <c:v>49670.97</c:v>
                </c:pt>
                <c:pt idx="415">
                  <c:v>49841.45</c:v>
                </c:pt>
                <c:pt idx="416">
                  <c:v>46762.99</c:v>
                </c:pt>
                <c:pt idx="417">
                  <c:v>46431.5</c:v>
                </c:pt>
                <c:pt idx="418">
                  <c:v>43538.04</c:v>
                </c:pt>
                <c:pt idx="419">
                  <c:v>42849.78</c:v>
                </c:pt>
                <c:pt idx="420">
                  <c:v>36690.09</c:v>
                </c:pt>
                <c:pt idx="421">
                  <c:v>40526.64</c:v>
                </c:pt>
                <c:pt idx="422">
                  <c:v>37252.01</c:v>
                </c:pt>
                <c:pt idx="423">
                  <c:v>37449.73</c:v>
                </c:pt>
                <c:pt idx="424">
                  <c:v>34655.25</c:v>
                </c:pt>
                <c:pt idx="425">
                  <c:v>38796.29</c:v>
                </c:pt>
                <c:pt idx="426">
                  <c:v>38324.72</c:v>
                </c:pt>
                <c:pt idx="427">
                  <c:v>39241.91</c:v>
                </c:pt>
                <c:pt idx="428">
                  <c:v>38529.98</c:v>
                </c:pt>
                <c:pt idx="429">
                  <c:v>35663.49</c:v>
                </c:pt>
                <c:pt idx="430">
                  <c:v>34605.15</c:v>
                </c:pt>
                <c:pt idx="431">
                  <c:v>35641.27</c:v>
                </c:pt>
                <c:pt idx="432">
                  <c:v>37253.81</c:v>
                </c:pt>
                <c:pt idx="433">
                  <c:v>36693.09</c:v>
                </c:pt>
                <c:pt idx="434">
                  <c:v>37568.68</c:v>
                </c:pt>
                <c:pt idx="435">
                  <c:v>39246.79</c:v>
                </c:pt>
                <c:pt idx="436">
                  <c:v>36829</c:v>
                </c:pt>
                <c:pt idx="437">
                  <c:v>35513.2</c:v>
                </c:pt>
                <c:pt idx="438">
                  <c:v>35796.31</c:v>
                </c:pt>
                <c:pt idx="439">
                  <c:v>33552.79</c:v>
                </c:pt>
                <c:pt idx="440">
                  <c:v>33380.81</c:v>
                </c:pt>
                <c:pt idx="441">
                  <c:v>37388.05</c:v>
                </c:pt>
                <c:pt idx="442">
                  <c:v>36675.72</c:v>
                </c:pt>
                <c:pt idx="443">
                  <c:v>37331.98</c:v>
                </c:pt>
                <c:pt idx="444">
                  <c:v>35546.11</c:v>
                </c:pt>
                <c:pt idx="445">
                  <c:v>39020.57</c:v>
                </c:pt>
                <c:pt idx="446">
                  <c:v>40516.29</c:v>
                </c:pt>
                <c:pt idx="447">
                  <c:v>40144.04</c:v>
                </c:pt>
                <c:pt idx="448">
                  <c:v>38349.01</c:v>
                </c:pt>
                <c:pt idx="449">
                  <c:v>38092.97</c:v>
                </c:pt>
                <c:pt idx="450">
                  <c:v>35819.84</c:v>
                </c:pt>
                <c:pt idx="451">
                  <c:v>35483.72</c:v>
                </c:pt>
                <c:pt idx="452">
                  <c:v>35600.16</c:v>
                </c:pt>
                <c:pt idx="453">
                  <c:v>31608.93</c:v>
                </c:pt>
                <c:pt idx="454">
                  <c:v>32509.56</c:v>
                </c:pt>
                <c:pt idx="455">
                  <c:v>33678.07</c:v>
                </c:pt>
                <c:pt idx="456">
                  <c:v>34663.09</c:v>
                </c:pt>
                <c:pt idx="457">
                  <c:v>31584.45</c:v>
                </c:pt>
                <c:pt idx="458">
                  <c:v>32283.65</c:v>
                </c:pt>
                <c:pt idx="459">
                  <c:v>34700.34</c:v>
                </c:pt>
                <c:pt idx="460">
                  <c:v>34494.89</c:v>
                </c:pt>
                <c:pt idx="461">
                  <c:v>35911.73</c:v>
                </c:pt>
                <c:pt idx="462">
                  <c:v>35045</c:v>
                </c:pt>
                <c:pt idx="463">
                  <c:v>33504.69</c:v>
                </c:pt>
                <c:pt idx="464">
                  <c:v>33786.55</c:v>
                </c:pt>
                <c:pt idx="465">
                  <c:v>34669.13</c:v>
                </c:pt>
                <c:pt idx="466">
                  <c:v>35286.51</c:v>
                </c:pt>
                <c:pt idx="467">
                  <c:v>33690.14</c:v>
                </c:pt>
                <c:pt idx="468">
                  <c:v>34220.01</c:v>
                </c:pt>
                <c:pt idx="469">
                  <c:v>33862.12</c:v>
                </c:pt>
                <c:pt idx="470">
                  <c:v>32875.71</c:v>
                </c:pt>
                <c:pt idx="471">
                  <c:v>33815.81</c:v>
                </c:pt>
                <c:pt idx="472">
                  <c:v>33502.87</c:v>
                </c:pt>
                <c:pt idx="473">
                  <c:v>34258.99</c:v>
                </c:pt>
                <c:pt idx="474">
                  <c:v>33086.63</c:v>
                </c:pt>
                <c:pt idx="475">
                  <c:v>32729.77</c:v>
                </c:pt>
                <c:pt idx="476">
                  <c:v>32820.02</c:v>
                </c:pt>
                <c:pt idx="477">
                  <c:v>31880</c:v>
                </c:pt>
                <c:pt idx="478">
                  <c:v>31383.87</c:v>
                </c:pt>
                <c:pt idx="479">
                  <c:v>31520.07</c:v>
                </c:pt>
                <c:pt idx="480">
                  <c:v>31778.56</c:v>
                </c:pt>
                <c:pt idx="481">
                  <c:v>30839.65</c:v>
                </c:pt>
                <c:pt idx="482">
                  <c:v>29790.35</c:v>
                </c:pt>
                <c:pt idx="483">
                  <c:v>32144.51</c:v>
                </c:pt>
                <c:pt idx="484">
                  <c:v>32287.83</c:v>
                </c:pt>
                <c:pt idx="485">
                  <c:v>33634.09</c:v>
                </c:pt>
                <c:pt idx="486">
                  <c:v>34258.14</c:v>
                </c:pt>
                <c:pt idx="487">
                  <c:v>35381.02</c:v>
                </c:pt>
                <c:pt idx="488">
                  <c:v>37237.6</c:v>
                </c:pt>
                <c:pt idx="489">
                  <c:v>39457.87</c:v>
                </c:pt>
                <c:pt idx="490">
                  <c:v>40019.56</c:v>
                </c:pt>
                <c:pt idx="491">
                  <c:v>40016.48</c:v>
                </c:pt>
                <c:pt idx="492">
                  <c:v>42206.37</c:v>
                </c:pt>
                <c:pt idx="493">
                  <c:v>41461.83</c:v>
                </c:pt>
                <c:pt idx="494">
                  <c:v>39845.44</c:v>
                </c:pt>
                <c:pt idx="495">
                  <c:v>39147.82</c:v>
                </c:pt>
                <c:pt idx="496">
                  <c:v>38207.05</c:v>
                </c:pt>
                <c:pt idx="497">
                  <c:v>39723.18</c:v>
                </c:pt>
                <c:pt idx="498">
                  <c:v>40862.46</c:v>
                </c:pt>
                <c:pt idx="499">
                  <c:v>42836.87</c:v>
                </c:pt>
                <c:pt idx="500">
                  <c:v>44572.54</c:v>
                </c:pt>
                <c:pt idx="501">
                  <c:v>43794.37</c:v>
                </c:pt>
                <c:pt idx="502">
                  <c:v>46253.4</c:v>
                </c:pt>
                <c:pt idx="503">
                  <c:v>45584.99</c:v>
                </c:pt>
                <c:pt idx="504">
                  <c:v>45511</c:v>
                </c:pt>
                <c:pt idx="505">
                  <c:v>44399</c:v>
                </c:pt>
                <c:pt idx="506">
                  <c:v>47800</c:v>
                </c:pt>
                <c:pt idx="507">
                  <c:v>47068.51</c:v>
                </c:pt>
                <c:pt idx="508">
                  <c:v>46973.82</c:v>
                </c:pt>
                <c:pt idx="509">
                  <c:v>45901.29</c:v>
                </c:pt>
                <c:pt idx="510">
                  <c:v>44695.95</c:v>
                </c:pt>
                <c:pt idx="511">
                  <c:v>44705.29</c:v>
                </c:pt>
                <c:pt idx="512">
                  <c:v>46760.62</c:v>
                </c:pt>
                <c:pt idx="513">
                  <c:v>49322.47</c:v>
                </c:pt>
                <c:pt idx="514">
                  <c:v>48821.87</c:v>
                </c:pt>
                <c:pt idx="515">
                  <c:v>49239.22</c:v>
                </c:pt>
                <c:pt idx="516">
                  <c:v>49488.85</c:v>
                </c:pt>
                <c:pt idx="517">
                  <c:v>47674.01</c:v>
                </c:pt>
                <c:pt idx="518">
                  <c:v>48973.32</c:v>
                </c:pt>
                <c:pt idx="519">
                  <c:v>46843.87</c:v>
                </c:pt>
                <c:pt idx="520">
                  <c:v>49069.9</c:v>
                </c:pt>
                <c:pt idx="521">
                  <c:v>48895.35</c:v>
                </c:pt>
                <c:pt idx="522">
                  <c:v>48767.83</c:v>
                </c:pt>
                <c:pt idx="523">
                  <c:v>46982.91</c:v>
                </c:pt>
                <c:pt idx="524">
                  <c:v>47100.89</c:v>
                </c:pt>
                <c:pt idx="525">
                  <c:v>48810.52</c:v>
                </c:pt>
                <c:pt idx="526">
                  <c:v>49246.64</c:v>
                </c:pt>
                <c:pt idx="527">
                  <c:v>49999.14</c:v>
                </c:pt>
                <c:pt idx="528">
                  <c:v>49915.64</c:v>
                </c:pt>
                <c:pt idx="529">
                  <c:v>51756.88</c:v>
                </c:pt>
                <c:pt idx="530">
                  <c:v>52663.9</c:v>
                </c:pt>
                <c:pt idx="531">
                  <c:v>46863.73</c:v>
                </c:pt>
                <c:pt idx="532">
                  <c:v>46048.31</c:v>
                </c:pt>
                <c:pt idx="533">
                  <c:v>46395.14</c:v>
                </c:pt>
                <c:pt idx="534">
                  <c:v>44850.91</c:v>
                </c:pt>
                <c:pt idx="535">
                  <c:v>45173.69</c:v>
                </c:pt>
                <c:pt idx="536">
                  <c:v>46025.24</c:v>
                </c:pt>
                <c:pt idx="537">
                  <c:v>44940.73</c:v>
                </c:pt>
                <c:pt idx="538">
                  <c:v>47111.52</c:v>
                </c:pt>
                <c:pt idx="539">
                  <c:v>48121.41</c:v>
                </c:pt>
                <c:pt idx="540">
                  <c:v>47737.82</c:v>
                </c:pt>
                <c:pt idx="541">
                  <c:v>47299.98</c:v>
                </c:pt>
                <c:pt idx="542">
                  <c:v>48292.74</c:v>
                </c:pt>
                <c:pt idx="543">
                  <c:v>47241.75</c:v>
                </c:pt>
                <c:pt idx="544">
                  <c:v>43015.62</c:v>
                </c:pt>
                <c:pt idx="545">
                  <c:v>40734.38</c:v>
                </c:pt>
                <c:pt idx="546">
                  <c:v>43543.61</c:v>
                </c:pt>
                <c:pt idx="547">
                  <c:v>44865.26</c:v>
                </c:pt>
                <c:pt idx="548">
                  <c:v>42810.57</c:v>
                </c:pt>
                <c:pt idx="549">
                  <c:v>42670.64</c:v>
                </c:pt>
                <c:pt idx="550">
                  <c:v>43160.9</c:v>
                </c:pt>
                <c:pt idx="551">
                  <c:v>42147.35</c:v>
                </c:pt>
                <c:pt idx="552">
                  <c:v>41026.54</c:v>
                </c:pt>
                <c:pt idx="553">
                  <c:v>41524.28</c:v>
                </c:pt>
                <c:pt idx="554">
                  <c:v>43824.1</c:v>
                </c:pt>
                <c:pt idx="555">
                  <c:v>48141.61</c:v>
                </c:pt>
                <c:pt idx="556">
                  <c:v>47634.9</c:v>
                </c:pt>
                <c:pt idx="557">
                  <c:v>48200.01</c:v>
                </c:pt>
                <c:pt idx="558">
                  <c:v>49224.94</c:v>
                </c:pt>
                <c:pt idx="559">
                  <c:v>51471.99</c:v>
                </c:pt>
                <c:pt idx="560">
                  <c:v>55315</c:v>
                </c:pt>
                <c:pt idx="561">
                  <c:v>53785.22</c:v>
                </c:pt>
                <c:pt idx="562">
                  <c:v>53951.43</c:v>
                </c:pt>
                <c:pt idx="563">
                  <c:v>54949.72</c:v>
                </c:pt>
                <c:pt idx="564">
                  <c:v>54659</c:v>
                </c:pt>
                <c:pt idx="565">
                  <c:v>57471.35</c:v>
                </c:pt>
                <c:pt idx="566">
                  <c:v>55996.93</c:v>
                </c:pt>
                <c:pt idx="567">
                  <c:v>57367</c:v>
                </c:pt>
                <c:pt idx="568">
                  <c:v>57347.94</c:v>
                </c:pt>
                <c:pt idx="569">
                  <c:v>61672.42</c:v>
                </c:pt>
                <c:pt idx="570">
                  <c:v>60875.57</c:v>
                </c:pt>
                <c:pt idx="571">
                  <c:v>61528.33</c:v>
                </c:pt>
                <c:pt idx="572">
                  <c:v>62009.84</c:v>
                </c:pt>
                <c:pt idx="573">
                  <c:v>64280.59</c:v>
                </c:pt>
                <c:pt idx="574">
                  <c:v>66001.41</c:v>
                </c:pt>
                <c:pt idx="575">
                  <c:v>62193.15</c:v>
                </c:pt>
                <c:pt idx="576">
                  <c:v>60688.22</c:v>
                </c:pt>
                <c:pt idx="577">
                  <c:v>61286.75</c:v>
                </c:pt>
                <c:pt idx="578">
                  <c:v>60852.22</c:v>
                </c:pt>
                <c:pt idx="579">
                  <c:v>63078.78</c:v>
                </c:pt>
                <c:pt idx="580">
                  <c:v>60328.81</c:v>
                </c:pt>
                <c:pt idx="581">
                  <c:v>58413.44</c:v>
                </c:pt>
                <c:pt idx="582">
                  <c:v>60575.89</c:v>
                </c:pt>
                <c:pt idx="583">
                  <c:v>62253.71</c:v>
                </c:pt>
                <c:pt idx="584">
                  <c:v>61859.19</c:v>
                </c:pt>
                <c:pt idx="585">
                  <c:v>61299.8</c:v>
                </c:pt>
                <c:pt idx="586">
                  <c:v>60911.11</c:v>
                </c:pt>
                <c:pt idx="587">
                  <c:v>63219.99</c:v>
                </c:pt>
                <c:pt idx="588">
                  <c:v>62896.48</c:v>
                </c:pt>
                <c:pt idx="589">
                  <c:v>61395.01</c:v>
                </c:pt>
                <c:pt idx="590">
                  <c:v>60937.12</c:v>
                </c:pt>
                <c:pt idx="591">
                  <c:v>61470.61</c:v>
                </c:pt>
                <c:pt idx="592">
                  <c:v>63273.59</c:v>
                </c:pt>
                <c:pt idx="593">
                  <c:v>67525.83</c:v>
                </c:pt>
                <c:pt idx="594">
                  <c:v>66947.66</c:v>
                </c:pt>
                <c:pt idx="595">
                  <c:v>64882.43</c:v>
                </c:pt>
                <c:pt idx="596">
                  <c:v>64774.26</c:v>
                </c:pt>
                <c:pt idx="597">
                  <c:v>64122.23</c:v>
                </c:pt>
                <c:pt idx="598">
                  <c:v>64380</c:v>
                </c:pt>
                <c:pt idx="599">
                  <c:v>65519.1</c:v>
                </c:pt>
                <c:pt idx="600">
                  <c:v>63606.74</c:v>
                </c:pt>
                <c:pt idx="601">
                  <c:v>60058.87</c:v>
                </c:pt>
                <c:pt idx="602">
                  <c:v>60344.87</c:v>
                </c:pt>
                <c:pt idx="603">
                  <c:v>56891.62</c:v>
                </c:pt>
                <c:pt idx="604">
                  <c:v>58052.24</c:v>
                </c:pt>
                <c:pt idx="605">
                  <c:v>59707.51</c:v>
                </c:pt>
                <c:pt idx="606">
                  <c:v>58622.02</c:v>
                </c:pt>
                <c:pt idx="607">
                  <c:v>56247.18</c:v>
                </c:pt>
                <c:pt idx="608">
                  <c:v>57541.27</c:v>
                </c:pt>
                <c:pt idx="609">
                  <c:v>57138.29</c:v>
                </c:pt>
                <c:pt idx="610">
                  <c:v>58960.36</c:v>
                </c:pt>
                <c:pt idx="611">
                  <c:v>53726.53</c:v>
                </c:pt>
                <c:pt idx="612">
                  <c:v>54721.03</c:v>
                </c:pt>
                <c:pt idx="613">
                  <c:v>57274.88</c:v>
                </c:pt>
                <c:pt idx="614">
                  <c:v>57776.25</c:v>
                </c:pt>
                <c:pt idx="615">
                  <c:v>56950.56</c:v>
                </c:pt>
                <c:pt idx="616">
                  <c:v>57184.07</c:v>
                </c:pt>
                <c:pt idx="617">
                  <c:v>56480.34</c:v>
                </c:pt>
                <c:pt idx="618">
                  <c:v>53601.05</c:v>
                </c:pt>
                <c:pt idx="619">
                  <c:v>49152.47</c:v>
                </c:pt>
                <c:pt idx="620">
                  <c:v>49396.33</c:v>
                </c:pt>
                <c:pt idx="621">
                  <c:v>50441.92</c:v>
                </c:pt>
                <c:pt idx="622">
                  <c:v>50588.95</c:v>
                </c:pt>
                <c:pt idx="623">
                  <c:v>50471.19</c:v>
                </c:pt>
                <c:pt idx="624">
                  <c:v>47545.59</c:v>
                </c:pt>
                <c:pt idx="625">
                  <c:v>47140.54</c:v>
                </c:pt>
                <c:pt idx="626">
                  <c:v>49389.99</c:v>
                </c:pt>
                <c:pt idx="627">
                  <c:v>50053.9</c:v>
                </c:pt>
                <c:pt idx="628">
                  <c:v>46702.75</c:v>
                </c:pt>
                <c:pt idx="629">
                  <c:v>48343.28</c:v>
                </c:pt>
                <c:pt idx="630">
                  <c:v>48864.98</c:v>
                </c:pt>
                <c:pt idx="631">
                  <c:v>47632.38</c:v>
                </c:pt>
                <c:pt idx="632">
                  <c:v>46131.2</c:v>
                </c:pt>
                <c:pt idx="633">
                  <c:v>46834.48</c:v>
                </c:pt>
                <c:pt idx="634">
                  <c:v>46681.23</c:v>
                </c:pt>
                <c:pt idx="635">
                  <c:v>46914.16</c:v>
                </c:pt>
                <c:pt idx="636">
                  <c:v>48889.88</c:v>
                </c:pt>
                <c:pt idx="637">
                  <c:v>48588.16</c:v>
                </c:pt>
                <c:pt idx="638">
                  <c:v>50838.81</c:v>
                </c:pt>
                <c:pt idx="639">
                  <c:v>50820</c:v>
                </c:pt>
                <c:pt idx="640">
                  <c:v>50399.66</c:v>
                </c:pt>
                <c:pt idx="641">
                  <c:v>50775.49</c:v>
                </c:pt>
                <c:pt idx="642">
                  <c:v>50701.44</c:v>
                </c:pt>
                <c:pt idx="643">
                  <c:v>47543.74</c:v>
                </c:pt>
                <c:pt idx="644">
                  <c:v>46464.66</c:v>
                </c:pt>
                <c:pt idx="645">
                  <c:v>47120.87</c:v>
                </c:pt>
                <c:pt idx="646">
                  <c:v>46216.93</c:v>
                </c:pt>
                <c:pt idx="647">
                  <c:v>47722.65</c:v>
                </c:pt>
                <c:pt idx="648">
                  <c:v>47286.18</c:v>
                </c:pt>
                <c:pt idx="649">
                  <c:v>46446.1</c:v>
                </c:pt>
                <c:pt idx="650">
                  <c:v>45832.01</c:v>
                </c:pt>
                <c:pt idx="651">
                  <c:v>43451.13</c:v>
                </c:pt>
                <c:pt idx="652">
                  <c:v>43082.31</c:v>
                </c:pt>
                <c:pt idx="653">
                  <c:v>41566.48</c:v>
                </c:pt>
                <c:pt idx="654">
                  <c:v>41679.74</c:v>
                </c:pt>
                <c:pt idx="655">
                  <c:v>41864.62</c:v>
                </c:pt>
                <c:pt idx="656">
                  <c:v>41822.49</c:v>
                </c:pt>
                <c:pt idx="657">
                  <c:v>42729.29</c:v>
                </c:pt>
                <c:pt idx="658">
                  <c:v>43902.66</c:v>
                </c:pt>
                <c:pt idx="659">
                  <c:v>42560.11</c:v>
                </c:pt>
                <c:pt idx="660">
                  <c:v>43059.96</c:v>
                </c:pt>
                <c:pt idx="661">
                  <c:v>43084.29</c:v>
                </c:pt>
                <c:pt idx="662">
                  <c:v>43071.66</c:v>
                </c:pt>
                <c:pt idx="663">
                  <c:v>42201.62</c:v>
                </c:pt>
                <c:pt idx="664">
                  <c:v>42352.12</c:v>
                </c:pt>
                <c:pt idx="665">
                  <c:v>41660.01</c:v>
                </c:pt>
                <c:pt idx="666">
                  <c:v>40680.91</c:v>
                </c:pt>
                <c:pt idx="667">
                  <c:v>36445.31</c:v>
                </c:pt>
                <c:pt idx="668">
                  <c:v>35071.42</c:v>
                </c:pt>
                <c:pt idx="669">
                  <c:v>36244.55</c:v>
                </c:pt>
                <c:pt idx="670">
                  <c:v>36660.35</c:v>
                </c:pt>
                <c:pt idx="671">
                  <c:v>36958.32</c:v>
                </c:pt>
                <c:pt idx="672">
                  <c:v>36809.34</c:v>
                </c:pt>
                <c:pt idx="673">
                  <c:v>37160.1</c:v>
                </c:pt>
                <c:pt idx="674">
                  <c:v>37716.56</c:v>
                </c:pt>
                <c:pt idx="675">
                  <c:v>38166.84</c:v>
                </c:pt>
                <c:pt idx="676">
                  <c:v>37881.76</c:v>
                </c:pt>
                <c:pt idx="677">
                  <c:v>38466.9</c:v>
                </c:pt>
                <c:pt idx="678">
                  <c:v>38694.59</c:v>
                </c:pt>
                <c:pt idx="679">
                  <c:v>36896.36</c:v>
                </c:pt>
                <c:pt idx="680">
                  <c:v>37311.61</c:v>
                </c:pt>
                <c:pt idx="681">
                  <c:v>41574.25</c:v>
                </c:pt>
                <c:pt idx="682">
                  <c:v>41382.59</c:v>
                </c:pt>
                <c:pt idx="683">
                  <c:v>42380.87</c:v>
                </c:pt>
                <c:pt idx="684">
                  <c:v>43839.99</c:v>
                </c:pt>
                <c:pt idx="685">
                  <c:v>44042.99</c:v>
                </c:pt>
                <c:pt idx="686">
                  <c:v>44372.72</c:v>
                </c:pt>
                <c:pt idx="687">
                  <c:v>43495.44</c:v>
                </c:pt>
                <c:pt idx="688">
                  <c:v>42373.73</c:v>
                </c:pt>
                <c:pt idx="689">
                  <c:v>42217.87</c:v>
                </c:pt>
                <c:pt idx="690">
                  <c:v>42053.66</c:v>
                </c:pt>
                <c:pt idx="691">
                  <c:v>42535.94</c:v>
                </c:pt>
                <c:pt idx="692">
                  <c:v>44544.86</c:v>
                </c:pt>
                <c:pt idx="693">
                  <c:v>43873.56</c:v>
                </c:pt>
                <c:pt idx="694">
                  <c:v>40515.7</c:v>
                </c:pt>
                <c:pt idx="695">
                  <c:v>39974.44</c:v>
                </c:pt>
                <c:pt idx="696">
                  <c:v>40079.17</c:v>
                </c:pt>
                <c:pt idx="697">
                  <c:v>38386.89</c:v>
                </c:pt>
                <c:pt idx="698">
                  <c:v>37008.16</c:v>
                </c:pt>
                <c:pt idx="699">
                  <c:v>38230.33</c:v>
                </c:pt>
                <c:pt idx="700">
                  <c:v>37250.01</c:v>
                </c:pt>
                <c:pt idx="701">
                  <c:v>38327.21</c:v>
                </c:pt>
                <c:pt idx="702">
                  <c:v>39219.17</c:v>
                </c:pt>
                <c:pt idx="703">
                  <c:v>39116.72</c:v>
                </c:pt>
                <c:pt idx="704">
                  <c:v>37699.07</c:v>
                </c:pt>
                <c:pt idx="705">
                  <c:v>43160</c:v>
                </c:pt>
                <c:pt idx="706">
                  <c:v>44421.2</c:v>
                </c:pt>
                <c:pt idx="707">
                  <c:v>43892.98</c:v>
                </c:pt>
                <c:pt idx="708">
                  <c:v>42454</c:v>
                </c:pt>
                <c:pt idx="709">
                  <c:v>39148.66</c:v>
                </c:pt>
                <c:pt idx="710">
                  <c:v>39397.96</c:v>
                </c:pt>
                <c:pt idx="711">
                  <c:v>38420.81</c:v>
                </c:pt>
                <c:pt idx="712">
                  <c:v>37988</c:v>
                </c:pt>
                <c:pt idx="713">
                  <c:v>38730.63</c:v>
                </c:pt>
                <c:pt idx="714">
                  <c:v>41941.71</c:v>
                </c:pt>
                <c:pt idx="715">
                  <c:v>39422</c:v>
                </c:pt>
                <c:pt idx="716">
                  <c:v>38729.57</c:v>
                </c:pt>
                <c:pt idx="717">
                  <c:v>38807.36</c:v>
                </c:pt>
                <c:pt idx="718">
                  <c:v>37777.34</c:v>
                </c:pt>
                <c:pt idx="719">
                  <c:v>39671.37</c:v>
                </c:pt>
                <c:pt idx="720">
                  <c:v>39280.33</c:v>
                </c:pt>
                <c:pt idx="721">
                  <c:v>41114</c:v>
                </c:pt>
                <c:pt idx="722">
                  <c:v>40917.9</c:v>
                </c:pt>
                <c:pt idx="723">
                  <c:v>41757.51</c:v>
                </c:pt>
                <c:pt idx="724">
                  <c:v>42201.13</c:v>
                </c:pt>
                <c:pt idx="725">
                  <c:v>41262.11</c:v>
                </c:pt>
                <c:pt idx="726">
                  <c:v>41002.25</c:v>
                </c:pt>
                <c:pt idx="727">
                  <c:v>42364.13</c:v>
                </c:pt>
                <c:pt idx="728">
                  <c:v>42882.76</c:v>
                </c:pt>
                <c:pt idx="729">
                  <c:v>43991.46</c:v>
                </c:pt>
                <c:pt idx="730">
                  <c:v>44313.16</c:v>
                </c:pt>
                <c:pt idx="731">
                  <c:v>44511.27</c:v>
                </c:pt>
                <c:pt idx="732">
                  <c:v>46827.76</c:v>
                </c:pt>
                <c:pt idx="733">
                  <c:v>47122.21</c:v>
                </c:pt>
                <c:pt idx="734">
                  <c:v>47434.8</c:v>
                </c:pt>
                <c:pt idx="735">
                  <c:v>47067.99</c:v>
                </c:pt>
                <c:pt idx="736">
                  <c:v>45510.34</c:v>
                </c:pt>
                <c:pt idx="737">
                  <c:v>46283.49</c:v>
                </c:pt>
                <c:pt idx="738">
                  <c:v>45811</c:v>
                </c:pt>
                <c:pt idx="739">
                  <c:v>46407.35</c:v>
                </c:pt>
                <c:pt idx="740">
                  <c:v>46580.51</c:v>
                </c:pt>
                <c:pt idx="741">
                  <c:v>45497.55</c:v>
                </c:pt>
                <c:pt idx="742">
                  <c:v>43170.47</c:v>
                </c:pt>
                <c:pt idx="743">
                  <c:v>43444.19</c:v>
                </c:pt>
                <c:pt idx="744">
                  <c:v>42252.01</c:v>
                </c:pt>
                <c:pt idx="745">
                  <c:v>42753.97</c:v>
                </c:pt>
                <c:pt idx="746">
                  <c:v>42158.85</c:v>
                </c:pt>
                <c:pt idx="747">
                  <c:v>39530.45</c:v>
                </c:pt>
                <c:pt idx="748">
                  <c:v>40074.94</c:v>
                </c:pt>
                <c:pt idx="749">
                  <c:v>41147.79</c:v>
                </c:pt>
                <c:pt idx="750">
                  <c:v>39942.38</c:v>
                </c:pt>
                <c:pt idx="751">
                  <c:v>40551.9</c:v>
                </c:pt>
                <c:pt idx="752">
                  <c:v>40378.71</c:v>
                </c:pt>
                <c:pt idx="753">
                  <c:v>39678.12</c:v>
                </c:pt>
                <c:pt idx="754">
                  <c:v>40801.13</c:v>
                </c:pt>
                <c:pt idx="755">
                  <c:v>41493.18</c:v>
                </c:pt>
                <c:pt idx="756">
                  <c:v>41358.19</c:v>
                </c:pt>
                <c:pt idx="757">
                  <c:v>40480.01</c:v>
                </c:pt>
                <c:pt idx="758">
                  <c:v>39709.18</c:v>
                </c:pt>
                <c:pt idx="759">
                  <c:v>39441.6</c:v>
                </c:pt>
                <c:pt idx="760">
                  <c:v>39450.13</c:v>
                </c:pt>
                <c:pt idx="761">
                  <c:v>40426.08</c:v>
                </c:pt>
                <c:pt idx="762">
                  <c:v>38112.65</c:v>
                </c:pt>
                <c:pt idx="763">
                  <c:v>39235.72</c:v>
                </c:pt>
                <c:pt idx="764">
                  <c:v>39742.07</c:v>
                </c:pt>
                <c:pt idx="765">
                  <c:v>38596.11</c:v>
                </c:pt>
                <c:pt idx="766">
                  <c:v>37630.8</c:v>
                </c:pt>
                <c:pt idx="767">
                  <c:v>38468.35</c:v>
                </c:pt>
                <c:pt idx="768">
                  <c:v>38525.16</c:v>
                </c:pt>
                <c:pt idx="769">
                  <c:v>37728.95</c:v>
                </c:pt>
                <c:pt idx="770">
                  <c:v>39690</c:v>
                </c:pt>
                <c:pt idx="771">
                  <c:v>36552.97</c:v>
                </c:pt>
                <c:pt idx="772">
                  <c:v>36013.77</c:v>
                </c:pt>
                <c:pt idx="773">
                  <c:v>35472.39</c:v>
                </c:pt>
                <c:pt idx="774">
                  <c:v>34038.4</c:v>
                </c:pt>
                <c:pt idx="775">
                  <c:v>30076.31</c:v>
                </c:pt>
                <c:pt idx="776">
                  <c:v>31017.1</c:v>
                </c:pt>
                <c:pt idx="777">
                  <c:v>29103.94</c:v>
                </c:pt>
                <c:pt idx="778">
                  <c:v>29029.75</c:v>
                </c:pt>
                <c:pt idx="779">
                  <c:v>29287.05</c:v>
                </c:pt>
                <c:pt idx="780">
                  <c:v>30086.74</c:v>
                </c:pt>
                <c:pt idx="781">
                  <c:v>31328.89</c:v>
                </c:pt>
                <c:pt idx="782">
                  <c:v>29874.01</c:v>
                </c:pt>
                <c:pt idx="783">
                  <c:v>30444.93</c:v>
                </c:pt>
                <c:pt idx="784">
                  <c:v>28715.32</c:v>
                </c:pt>
                <c:pt idx="785">
                  <c:v>30319.23</c:v>
                </c:pt>
                <c:pt idx="786">
                  <c:v>29201.01</c:v>
                </c:pt>
                <c:pt idx="787">
                  <c:v>29445.06</c:v>
                </c:pt>
                <c:pt idx="788">
                  <c:v>30293.94</c:v>
                </c:pt>
                <c:pt idx="789">
                  <c:v>29109.15</c:v>
                </c:pt>
                <c:pt idx="790">
                  <c:v>29654.58</c:v>
                </c:pt>
                <c:pt idx="791">
                  <c:v>29542.15</c:v>
                </c:pt>
                <c:pt idx="792">
                  <c:v>29201.35</c:v>
                </c:pt>
                <c:pt idx="793">
                  <c:v>28629.8</c:v>
                </c:pt>
                <c:pt idx="794">
                  <c:v>29031.33</c:v>
                </c:pt>
                <c:pt idx="795">
                  <c:v>29468.1</c:v>
                </c:pt>
                <c:pt idx="796">
                  <c:v>31734.22</c:v>
                </c:pt>
                <c:pt idx="797">
                  <c:v>31801.04</c:v>
                </c:pt>
                <c:pt idx="798">
                  <c:v>29805.83</c:v>
                </c:pt>
                <c:pt idx="799">
                  <c:v>30452.62</c:v>
                </c:pt>
                <c:pt idx="800">
                  <c:v>29700.21</c:v>
                </c:pt>
                <c:pt idx="801">
                  <c:v>29864.04</c:v>
                </c:pt>
                <c:pt idx="802">
                  <c:v>29919.21</c:v>
                </c:pt>
                <c:pt idx="803">
                  <c:v>31373.1</c:v>
                </c:pt>
                <c:pt idx="804">
                  <c:v>31125.33</c:v>
                </c:pt>
                <c:pt idx="805">
                  <c:v>30204.77</c:v>
                </c:pt>
                <c:pt idx="806">
                  <c:v>30109.93</c:v>
                </c:pt>
                <c:pt idx="807">
                  <c:v>29091.88</c:v>
                </c:pt>
                <c:pt idx="808">
                  <c:v>28424.7</c:v>
                </c:pt>
                <c:pt idx="809">
                  <c:v>26574.53</c:v>
                </c:pt>
                <c:pt idx="810">
                  <c:v>22487.41</c:v>
                </c:pt>
                <c:pt idx="811">
                  <c:v>22136.41</c:v>
                </c:pt>
                <c:pt idx="812">
                  <c:v>22583.72</c:v>
                </c:pt>
                <c:pt idx="813">
                  <c:v>20401.31</c:v>
                </c:pt>
                <c:pt idx="814">
                  <c:v>20468.81</c:v>
                </c:pt>
                <c:pt idx="815">
                  <c:v>18970.79</c:v>
                </c:pt>
                <c:pt idx="816">
                  <c:v>20574</c:v>
                </c:pt>
                <c:pt idx="817">
                  <c:v>20573.89</c:v>
                </c:pt>
                <c:pt idx="818">
                  <c:v>20723.52</c:v>
                </c:pt>
                <c:pt idx="819">
                  <c:v>19987.99</c:v>
                </c:pt>
                <c:pt idx="820">
                  <c:v>21110.13</c:v>
                </c:pt>
                <c:pt idx="821">
                  <c:v>21237.69</c:v>
                </c:pt>
                <c:pt idx="822">
                  <c:v>21491.19</c:v>
                </c:pt>
                <c:pt idx="823">
                  <c:v>21038.07</c:v>
                </c:pt>
                <c:pt idx="824">
                  <c:v>20742.56</c:v>
                </c:pt>
                <c:pt idx="825">
                  <c:v>20281.29</c:v>
                </c:pt>
                <c:pt idx="826">
                  <c:v>20123.01</c:v>
                </c:pt>
                <c:pt idx="827">
                  <c:v>19942.21</c:v>
                </c:pt>
                <c:pt idx="828">
                  <c:v>19279.8</c:v>
                </c:pt>
                <c:pt idx="829">
                  <c:v>19252.81</c:v>
                </c:pt>
                <c:pt idx="830">
                  <c:v>19315.83</c:v>
                </c:pt>
                <c:pt idx="831">
                  <c:v>20236.71</c:v>
                </c:pt>
                <c:pt idx="832">
                  <c:v>20175.83</c:v>
                </c:pt>
                <c:pt idx="833">
                  <c:v>20564.51</c:v>
                </c:pt>
                <c:pt idx="834">
                  <c:v>21624.98</c:v>
                </c:pt>
                <c:pt idx="835">
                  <c:v>21594.75</c:v>
                </c:pt>
                <c:pt idx="836">
                  <c:v>21591.83</c:v>
                </c:pt>
                <c:pt idx="837">
                  <c:v>20862.47</c:v>
                </c:pt>
                <c:pt idx="838">
                  <c:v>19963.61</c:v>
                </c:pt>
                <c:pt idx="839">
                  <c:v>19328.75</c:v>
                </c:pt>
                <c:pt idx="840">
                  <c:v>20234.87</c:v>
                </c:pt>
                <c:pt idx="841">
                  <c:v>20588.84</c:v>
                </c:pt>
                <c:pt idx="842">
                  <c:v>20830.04</c:v>
                </c:pt>
                <c:pt idx="843">
                  <c:v>21195.6</c:v>
                </c:pt>
                <c:pt idx="844">
                  <c:v>20798.16</c:v>
                </c:pt>
                <c:pt idx="845">
                  <c:v>22432.58</c:v>
                </c:pt>
                <c:pt idx="846">
                  <c:v>23396.62</c:v>
                </c:pt>
                <c:pt idx="847">
                  <c:v>23223.3</c:v>
                </c:pt>
                <c:pt idx="848">
                  <c:v>23152.19</c:v>
                </c:pt>
                <c:pt idx="849">
                  <c:v>22684.83</c:v>
                </c:pt>
                <c:pt idx="850">
                  <c:v>22451.07</c:v>
                </c:pt>
                <c:pt idx="851">
                  <c:v>22579.68</c:v>
                </c:pt>
                <c:pt idx="852">
                  <c:v>21310.9</c:v>
                </c:pt>
                <c:pt idx="853">
                  <c:v>21254.67</c:v>
                </c:pt>
                <c:pt idx="854">
                  <c:v>22952.45</c:v>
                </c:pt>
                <c:pt idx="855">
                  <c:v>23842.93</c:v>
                </c:pt>
                <c:pt idx="856">
                  <c:v>23773.75</c:v>
                </c:pt>
                <c:pt idx="857">
                  <c:v>23643.51</c:v>
                </c:pt>
                <c:pt idx="858">
                  <c:v>23293.32</c:v>
                </c:pt>
                <c:pt idx="859">
                  <c:v>23268.01</c:v>
                </c:pt>
                <c:pt idx="860">
                  <c:v>22987.79</c:v>
                </c:pt>
                <c:pt idx="861">
                  <c:v>22818.37</c:v>
                </c:pt>
                <c:pt idx="862">
                  <c:v>22622.98</c:v>
                </c:pt>
                <c:pt idx="863">
                  <c:v>23312.42</c:v>
                </c:pt>
                <c:pt idx="864">
                  <c:v>22954.21</c:v>
                </c:pt>
                <c:pt idx="865">
                  <c:v>23174.39</c:v>
                </c:pt>
                <c:pt idx="866">
                  <c:v>23810</c:v>
                </c:pt>
                <c:pt idx="867">
                  <c:v>23149.95</c:v>
                </c:pt>
                <c:pt idx="868">
                  <c:v>23954.05</c:v>
                </c:pt>
                <c:pt idx="869">
                  <c:v>23934.39</c:v>
                </c:pt>
                <c:pt idx="870">
                  <c:v>24403.68</c:v>
                </c:pt>
                <c:pt idx="871">
                  <c:v>24441.38</c:v>
                </c:pt>
                <c:pt idx="872">
                  <c:v>24305.24</c:v>
                </c:pt>
                <c:pt idx="873">
                  <c:v>24094.82</c:v>
                </c:pt>
                <c:pt idx="874">
                  <c:v>23854.74</c:v>
                </c:pt>
                <c:pt idx="875">
                  <c:v>23342.66</c:v>
                </c:pt>
                <c:pt idx="876">
                  <c:v>23191.2</c:v>
                </c:pt>
                <c:pt idx="877">
                  <c:v>20834.39</c:v>
                </c:pt>
                <c:pt idx="878">
                  <c:v>21140.07</c:v>
                </c:pt>
                <c:pt idx="879">
                  <c:v>21515.61</c:v>
                </c:pt>
                <c:pt idx="880">
                  <c:v>21399.83</c:v>
                </c:pt>
                <c:pt idx="881">
                  <c:v>21529.12</c:v>
                </c:pt>
                <c:pt idx="882">
                  <c:v>21368.08</c:v>
                </c:pt>
                <c:pt idx="883">
                  <c:v>21559.04</c:v>
                </c:pt>
                <c:pt idx="884">
                  <c:v>20241.05</c:v>
                </c:pt>
                <c:pt idx="885">
                  <c:v>20037.6</c:v>
                </c:pt>
                <c:pt idx="886">
                  <c:v>19555.61</c:v>
                </c:pt>
                <c:pt idx="887">
                  <c:v>20285.73</c:v>
                </c:pt>
                <c:pt idx="888">
                  <c:v>19811.66</c:v>
                </c:pt>
                <c:pt idx="889">
                  <c:v>20050.02</c:v>
                </c:pt>
                <c:pt idx="890">
                  <c:v>20131.46</c:v>
                </c:pt>
                <c:pt idx="891">
                  <c:v>19951.86</c:v>
                </c:pt>
                <c:pt idx="892">
                  <c:v>19831.9</c:v>
                </c:pt>
                <c:pt idx="893">
                  <c:v>20000.3</c:v>
                </c:pt>
                <c:pt idx="894">
                  <c:v>19796.84</c:v>
                </c:pt>
                <c:pt idx="895">
                  <c:v>18790.61</c:v>
                </c:pt>
                <c:pt idx="896">
                  <c:v>19292.84</c:v>
                </c:pt>
                <c:pt idx="897">
                  <c:v>19319.77</c:v>
                </c:pt>
                <c:pt idx="898">
                  <c:v>21360.11</c:v>
                </c:pt>
                <c:pt idx="899">
                  <c:v>21648.34</c:v>
                </c:pt>
                <c:pt idx="900">
                  <c:v>21826.87</c:v>
                </c:pt>
                <c:pt idx="901">
                  <c:v>22395.74</c:v>
                </c:pt>
                <c:pt idx="902">
                  <c:v>20173.57</c:v>
                </c:pt>
                <c:pt idx="903">
                  <c:v>20226.71</c:v>
                </c:pt>
                <c:pt idx="904">
                  <c:v>19701.88</c:v>
                </c:pt>
                <c:pt idx="905">
                  <c:v>19803.3</c:v>
                </c:pt>
                <c:pt idx="906">
                  <c:v>20113.62</c:v>
                </c:pt>
                <c:pt idx="907">
                  <c:v>19416.18</c:v>
                </c:pt>
                <c:pt idx="908">
                  <c:v>19537.02</c:v>
                </c:pt>
                <c:pt idx="909">
                  <c:v>18875</c:v>
                </c:pt>
                <c:pt idx="910">
                  <c:v>18461.36</c:v>
                </c:pt>
                <c:pt idx="911">
                  <c:v>19401.63</c:v>
                </c:pt>
                <c:pt idx="912">
                  <c:v>19289.91</c:v>
                </c:pt>
                <c:pt idx="913">
                  <c:v>18920.5</c:v>
                </c:pt>
                <c:pt idx="914">
                  <c:v>18807.38</c:v>
                </c:pt>
                <c:pt idx="915">
                  <c:v>19227.82</c:v>
                </c:pt>
                <c:pt idx="916">
                  <c:v>19079.13</c:v>
                </c:pt>
                <c:pt idx="917">
                  <c:v>19412.82</c:v>
                </c:pt>
                <c:pt idx="918">
                  <c:v>19591.51</c:v>
                </c:pt>
                <c:pt idx="919">
                  <c:v>19422.61</c:v>
                </c:pt>
                <c:pt idx="920">
                  <c:v>19310.95</c:v>
                </c:pt>
                <c:pt idx="921">
                  <c:v>19056.8</c:v>
                </c:pt>
                <c:pt idx="922">
                  <c:v>19629.08</c:v>
                </c:pt>
                <c:pt idx="923">
                  <c:v>20337.82</c:v>
                </c:pt>
                <c:pt idx="924">
                  <c:v>20158.26</c:v>
                </c:pt>
                <c:pt idx="925">
                  <c:v>19960.67</c:v>
                </c:pt>
                <c:pt idx="926">
                  <c:v>19530.09</c:v>
                </c:pt>
                <c:pt idx="927">
                  <c:v>19417.96</c:v>
                </c:pt>
                <c:pt idx="928">
                  <c:v>19439.02</c:v>
                </c:pt>
                <c:pt idx="929">
                  <c:v>19131.87</c:v>
                </c:pt>
                <c:pt idx="930">
                  <c:v>19060</c:v>
                </c:pt>
                <c:pt idx="931">
                  <c:v>19155.53</c:v>
                </c:pt>
                <c:pt idx="932">
                  <c:v>19375.13</c:v>
                </c:pt>
                <c:pt idx="933">
                  <c:v>19176.93</c:v>
                </c:pt>
                <c:pt idx="934">
                  <c:v>19069.39</c:v>
                </c:pt>
                <c:pt idx="935">
                  <c:v>19262.98</c:v>
                </c:pt>
                <c:pt idx="936">
                  <c:v>19549.86</c:v>
                </c:pt>
                <c:pt idx="937">
                  <c:v>19327.44</c:v>
                </c:pt>
                <c:pt idx="938">
                  <c:v>19123.97</c:v>
                </c:pt>
                <c:pt idx="939">
                  <c:v>19041.92</c:v>
                </c:pt>
                <c:pt idx="940">
                  <c:v>19164.37</c:v>
                </c:pt>
                <c:pt idx="941">
                  <c:v>19204.35</c:v>
                </c:pt>
                <c:pt idx="942">
                  <c:v>19570.4</c:v>
                </c:pt>
                <c:pt idx="943">
                  <c:v>19329.72</c:v>
                </c:pt>
                <c:pt idx="944">
                  <c:v>20080.07</c:v>
                </c:pt>
                <c:pt idx="945">
                  <c:v>20771.59</c:v>
                </c:pt>
                <c:pt idx="946">
                  <c:v>20295.11</c:v>
                </c:pt>
                <c:pt idx="947">
                  <c:v>20591.84</c:v>
                </c:pt>
                <c:pt idx="948">
                  <c:v>20809.67</c:v>
                </c:pt>
                <c:pt idx="949">
                  <c:v>20627.48</c:v>
                </c:pt>
                <c:pt idx="950">
                  <c:v>20490.74</c:v>
                </c:pt>
                <c:pt idx="951">
                  <c:v>20483.62</c:v>
                </c:pt>
                <c:pt idx="952">
                  <c:v>20151.84</c:v>
                </c:pt>
                <c:pt idx="953">
                  <c:v>20207.82</c:v>
                </c:pt>
                <c:pt idx="954">
                  <c:v>21148.52</c:v>
                </c:pt>
                <c:pt idx="955">
                  <c:v>21299.37</c:v>
                </c:pt>
                <c:pt idx="956">
                  <c:v>20905.58</c:v>
                </c:pt>
                <c:pt idx="957">
                  <c:v>20591.13</c:v>
                </c:pt>
                <c:pt idx="958">
                  <c:v>18547.23</c:v>
                </c:pt>
                <c:pt idx="959">
                  <c:v>15922.81</c:v>
                </c:pt>
                <c:pt idx="960">
                  <c:v>17601.15</c:v>
                </c:pt>
                <c:pt idx="961">
                  <c:v>17070.31</c:v>
                </c:pt>
                <c:pt idx="962">
                  <c:v>16812.08</c:v>
                </c:pt>
                <c:pt idx="963">
                  <c:v>16329.85</c:v>
                </c:pt>
                <c:pt idx="964">
                  <c:v>16619.46</c:v>
                </c:pt>
                <c:pt idx="965">
                  <c:v>16900.57</c:v>
                </c:pt>
                <c:pt idx="966">
                  <c:v>16662.76</c:v>
                </c:pt>
                <c:pt idx="967">
                  <c:v>16692.56</c:v>
                </c:pt>
                <c:pt idx="968">
                  <c:v>16700.45</c:v>
                </c:pt>
                <c:pt idx="969">
                  <c:v>16700.68</c:v>
                </c:pt>
                <c:pt idx="970">
                  <c:v>16280.23</c:v>
                </c:pt>
                <c:pt idx="971">
                  <c:v>15781.29</c:v>
                </c:pt>
                <c:pt idx="972">
                  <c:v>16226.94</c:v>
                </c:pt>
                <c:pt idx="973">
                  <c:v>16603.11</c:v>
                </c:pt>
                <c:pt idx="974">
                  <c:v>16598.95</c:v>
                </c:pt>
                <c:pt idx="975">
                  <c:v>16522.14</c:v>
                </c:pt>
                <c:pt idx="976">
                  <c:v>16458.57</c:v>
                </c:pt>
                <c:pt idx="977">
                  <c:v>16428.78</c:v>
                </c:pt>
                <c:pt idx="978">
                  <c:v>16212.91</c:v>
                </c:pt>
                <c:pt idx="979">
                  <c:v>16442.53</c:v>
                </c:pt>
                <c:pt idx="980">
                  <c:v>17163.64</c:v>
                </c:pt>
                <c:pt idx="981">
                  <c:v>16977.37</c:v>
                </c:pt>
                <c:pt idx="982">
                  <c:v>17092.74</c:v>
                </c:pt>
                <c:pt idx="983">
                  <c:v>16885.2</c:v>
                </c:pt>
                <c:pt idx="984">
                  <c:v>17105.7</c:v>
                </c:pt>
                <c:pt idx="985">
                  <c:v>16966.35</c:v>
                </c:pt>
                <c:pt idx="986">
                  <c:v>17088.96</c:v>
                </c:pt>
                <c:pt idx="987">
                  <c:v>16836.64</c:v>
                </c:pt>
                <c:pt idx="988">
                  <c:v>17224.1</c:v>
                </c:pt>
                <c:pt idx="989">
                  <c:v>17128.56</c:v>
                </c:pt>
                <c:pt idx="990">
                  <c:v>17127.49</c:v>
                </c:pt>
                <c:pt idx="991">
                  <c:v>17085.05</c:v>
                </c:pt>
                <c:pt idx="992">
                  <c:v>17209.83</c:v>
                </c:pt>
                <c:pt idx="993">
                  <c:v>17774.7</c:v>
                </c:pt>
                <c:pt idx="994">
                  <c:v>17803.15</c:v>
                </c:pt>
                <c:pt idx="995">
                  <c:v>17356.34</c:v>
                </c:pt>
                <c:pt idx="996">
                  <c:v>16632.12</c:v>
                </c:pt>
                <c:pt idx="997">
                  <c:v>16776.52</c:v>
                </c:pt>
                <c:pt idx="998">
                  <c:v>16738.21</c:v>
                </c:pt>
                <c:pt idx="999">
                  <c:v>16438.88</c:v>
                </c:pt>
                <c:pt idx="1000">
                  <c:v>16895.56</c:v>
                </c:pt>
                <c:pt idx="1001">
                  <c:v>16824.67</c:v>
                </c:pt>
                <c:pt idx="1002">
                  <c:v>16821.43</c:v>
                </c:pt>
                <c:pt idx="1003">
                  <c:v>16778.5</c:v>
                </c:pt>
                <c:pt idx="1004">
                  <c:v>16836.12</c:v>
                </c:pt>
                <c:pt idx="1005">
                  <c:v>16832.11</c:v>
                </c:pt>
                <c:pt idx="1006">
                  <c:v>16919.39</c:v>
                </c:pt>
                <c:pt idx="1007">
                  <c:v>16706.36</c:v>
                </c:pt>
                <c:pt idx="1008">
                  <c:v>16547.31</c:v>
                </c:pt>
                <c:pt idx="1009">
                  <c:v>16633.47</c:v>
                </c:pt>
                <c:pt idx="1010">
                  <c:v>16607.48</c:v>
                </c:pt>
                <c:pt idx="1011">
                  <c:v>16542.4</c:v>
                </c:pt>
                <c:pt idx="1012">
                  <c:v>16616.75</c:v>
                </c:pt>
                <c:pt idx="1013">
                  <c:v>16672.87</c:v>
                </c:pt>
                <c:pt idx="1014">
                  <c:v>16675.18</c:v>
                </c:pt>
                <c:pt idx="1015">
                  <c:v>16850.36</c:v>
                </c:pt>
                <c:pt idx="1016">
                  <c:v>16831.85</c:v>
                </c:pt>
                <c:pt idx="1017">
                  <c:v>16950.65</c:v>
                </c:pt>
                <c:pt idx="1018">
                  <c:v>16943.57</c:v>
                </c:pt>
                <c:pt idx="1019">
                  <c:v>17127.83</c:v>
                </c:pt>
                <c:pt idx="1020">
                  <c:v>17178.26</c:v>
                </c:pt>
                <c:pt idx="1021">
                  <c:v>17440.66</c:v>
                </c:pt>
                <c:pt idx="1022">
                  <c:v>17943.26</c:v>
                </c:pt>
                <c:pt idx="1023">
                  <c:v>18846.62</c:v>
                </c:pt>
                <c:pt idx="1024">
                  <c:v>19930.01</c:v>
                </c:pt>
                <c:pt idx="1025">
                  <c:v>20954.92</c:v>
                </c:pt>
                <c:pt idx="1026">
                  <c:v>20871.5</c:v>
                </c:pt>
                <c:pt idx="1027">
                  <c:v>21185.65</c:v>
                </c:pt>
                <c:pt idx="1028">
                  <c:v>21134.81</c:v>
                </c:pt>
                <c:pt idx="1029">
                  <c:v>20677.47</c:v>
                </c:pt>
                <c:pt idx="1030">
                  <c:v>21071.59</c:v>
                </c:pt>
                <c:pt idx="1031">
                  <c:v>22667.21</c:v>
                </c:pt>
                <c:pt idx="1032">
                  <c:v>22783.55</c:v>
                </c:pt>
                <c:pt idx="1033">
                  <c:v>22707.88</c:v>
                </c:pt>
                <c:pt idx="1034">
                  <c:v>22916.45</c:v>
                </c:pt>
                <c:pt idx="1035">
                  <c:v>22632.89</c:v>
                </c:pt>
                <c:pt idx="1036">
                  <c:v>23060.94</c:v>
                </c:pt>
                <c:pt idx="1037">
                  <c:v>23009.65</c:v>
                </c:pt>
                <c:pt idx="1038">
                  <c:v>23074.16</c:v>
                </c:pt>
                <c:pt idx="1039">
                  <c:v>23022.6</c:v>
                </c:pt>
                <c:pt idx="1040">
                  <c:v>23742.3</c:v>
                </c:pt>
                <c:pt idx="1041">
                  <c:v>22826.15</c:v>
                </c:pt>
                <c:pt idx="1042">
                  <c:v>23125.13</c:v>
                </c:pt>
                <c:pt idx="1043">
                  <c:v>23732.66</c:v>
                </c:pt>
                <c:pt idx="1044">
                  <c:v>23488.94</c:v>
                </c:pt>
                <c:pt idx="1045">
                  <c:v>23431.9</c:v>
                </c:pt>
                <c:pt idx="1046">
                  <c:v>23326.84</c:v>
                </c:pt>
                <c:pt idx="1047">
                  <c:v>22932.91</c:v>
                </c:pt>
                <c:pt idx="1048">
                  <c:v>22762.52</c:v>
                </c:pt>
                <c:pt idx="1049">
                  <c:v>23240.46</c:v>
                </c:pt>
                <c:pt idx="1050">
                  <c:v>22963</c:v>
                </c:pt>
                <c:pt idx="1051">
                  <c:v>21796.35</c:v>
                </c:pt>
                <c:pt idx="1052">
                  <c:v>21625.19</c:v>
                </c:pt>
                <c:pt idx="1053">
                  <c:v>21862.55</c:v>
                </c:pt>
                <c:pt idx="1054">
                  <c:v>21783.54</c:v>
                </c:pt>
                <c:pt idx="1055">
                  <c:v>21773.97</c:v>
                </c:pt>
                <c:pt idx="1056">
                  <c:v>22199.84</c:v>
                </c:pt>
                <c:pt idx="1057">
                  <c:v>24324.05</c:v>
                </c:pt>
                <c:pt idx="1058">
                  <c:v>23517.72</c:v>
                </c:pt>
                <c:pt idx="1059">
                  <c:v>24569.97</c:v>
                </c:pt>
                <c:pt idx="1060">
                  <c:v>24631.95</c:v>
                </c:pt>
                <c:pt idx="1061">
                  <c:v>24271.76</c:v>
                </c:pt>
                <c:pt idx="1062">
                  <c:v>24842.2</c:v>
                </c:pt>
                <c:pt idx="1063">
                  <c:v>24452.16</c:v>
                </c:pt>
                <c:pt idx="1064">
                  <c:v>24182.21</c:v>
                </c:pt>
                <c:pt idx="1065">
                  <c:v>23940.2</c:v>
                </c:pt>
                <c:pt idx="1066">
                  <c:v>23185.29</c:v>
                </c:pt>
                <c:pt idx="1067">
                  <c:v>23157.07</c:v>
                </c:pt>
                <c:pt idx="1068">
                  <c:v>23554.85</c:v>
                </c:pt>
                <c:pt idx="1069">
                  <c:v>23492.09</c:v>
                </c:pt>
                <c:pt idx="1070">
                  <c:v>23141.57</c:v>
                </c:pt>
                <c:pt idx="1071">
                  <c:v>23628.97</c:v>
                </c:pt>
                <c:pt idx="1072">
                  <c:v>23465.32</c:v>
                </c:pt>
                <c:pt idx="1073">
                  <c:v>22354.34</c:v>
                </c:pt>
                <c:pt idx="1074">
                  <c:v>22346.57</c:v>
                </c:pt>
                <c:pt idx="1075">
                  <c:v>22430.24</c:v>
                </c:pt>
                <c:pt idx="1076">
                  <c:v>22410</c:v>
                </c:pt>
                <c:pt idx="1077">
                  <c:v>22197.96</c:v>
                </c:pt>
                <c:pt idx="1078">
                  <c:v>21705.44</c:v>
                </c:pt>
                <c:pt idx="1079">
                  <c:v>20362.22</c:v>
                </c:pt>
                <c:pt idx="1080">
                  <c:v>20150.69</c:v>
                </c:pt>
                <c:pt idx="1081">
                  <c:v>20455.73</c:v>
                </c:pt>
                <c:pt idx="1082">
                  <c:v>21997.11</c:v>
                </c:pt>
                <c:pt idx="1083">
                  <c:v>24113.48</c:v>
                </c:pt>
                <c:pt idx="1084">
                  <c:v>24670.41</c:v>
                </c:pt>
                <c:pt idx="1085">
                  <c:v>24285.66</c:v>
                </c:pt>
                <c:pt idx="1086">
                  <c:v>24998.78</c:v>
                </c:pt>
                <c:pt idx="1087">
                  <c:v>27395.13</c:v>
                </c:pt>
                <c:pt idx="1088">
                  <c:v>26907.49</c:v>
                </c:pt>
                <c:pt idx="1089">
                  <c:v>27972.87</c:v>
                </c:pt>
                <c:pt idx="1090">
                  <c:v>27717.01</c:v>
                </c:pt>
                <c:pt idx="1091">
                  <c:v>28105.47</c:v>
                </c:pt>
                <c:pt idx="1092">
                  <c:v>27250.97</c:v>
                </c:pt>
                <c:pt idx="1093">
                  <c:v>28295.41</c:v>
                </c:pt>
                <c:pt idx="1094">
                  <c:v>27454.47</c:v>
                </c:pt>
                <c:pt idx="1095">
                  <c:v>27462.95</c:v>
                </c:pt>
                <c:pt idx="1096">
                  <c:v>27968.05</c:v>
                </c:pt>
                <c:pt idx="1097">
                  <c:v>27124.91</c:v>
                </c:pt>
                <c:pt idx="1098">
                  <c:v>27261.07</c:v>
                </c:pt>
                <c:pt idx="1099">
                  <c:v>28348.6</c:v>
                </c:pt>
                <c:pt idx="1100">
                  <c:v>28028.53</c:v>
                </c:pt>
                <c:pt idx="1101">
                  <c:v>28465.36</c:v>
                </c:pt>
                <c:pt idx="1102">
                  <c:v>28452.73</c:v>
                </c:pt>
                <c:pt idx="1103">
                  <c:v>28171.87</c:v>
                </c:pt>
                <c:pt idx="1104">
                  <c:v>27800</c:v>
                </c:pt>
                <c:pt idx="1105">
                  <c:v>28165.47</c:v>
                </c:pt>
                <c:pt idx="1106">
                  <c:v>28170.01</c:v>
                </c:pt>
                <c:pt idx="1107">
                  <c:v>28033.82</c:v>
                </c:pt>
                <c:pt idx="1108">
                  <c:v>27906.33</c:v>
                </c:pt>
                <c:pt idx="1109">
                  <c:v>27938.38</c:v>
                </c:pt>
                <c:pt idx="1110">
                  <c:v>28323.76</c:v>
                </c:pt>
                <c:pt idx="1111">
                  <c:v>29637.34</c:v>
                </c:pt>
                <c:pt idx="1112">
                  <c:v>30200.42</c:v>
                </c:pt>
                <c:pt idx="1113">
                  <c:v>29888.07</c:v>
                </c:pt>
                <c:pt idx="1114">
                  <c:v>30373.84</c:v>
                </c:pt>
                <c:pt idx="1115">
                  <c:v>30466.93</c:v>
                </c:pt>
                <c:pt idx="1116">
                  <c:v>30295.09</c:v>
                </c:pt>
                <c:pt idx="1117">
                  <c:v>30304.65</c:v>
                </c:pt>
                <c:pt idx="1118">
                  <c:v>29430.27</c:v>
                </c:pt>
                <c:pt idx="1119">
                  <c:v>30380.01</c:v>
                </c:pt>
                <c:pt idx="1120">
                  <c:v>28797.1</c:v>
                </c:pt>
                <c:pt idx="1121">
                  <c:v>28243.65</c:v>
                </c:pt>
                <c:pt idx="1122">
                  <c:v>27262.84</c:v>
                </c:pt>
                <c:pt idx="1123">
                  <c:v>27816.85</c:v>
                </c:pt>
                <c:pt idx="1124">
                  <c:v>27590.6</c:v>
                </c:pt>
                <c:pt idx="1125">
                  <c:v>27510.93</c:v>
                </c:pt>
                <c:pt idx="1126">
                  <c:v>28300.79</c:v>
                </c:pt>
                <c:pt idx="1127">
                  <c:v>28415.29</c:v>
                </c:pt>
                <c:pt idx="1128">
                  <c:v>29472.77</c:v>
                </c:pt>
                <c:pt idx="1129">
                  <c:v>29311.7</c:v>
                </c:pt>
                <c:pt idx="1130">
                  <c:v>29230.45</c:v>
                </c:pt>
                <c:pt idx="1131">
                  <c:v>29233.21</c:v>
                </c:pt>
                <c:pt idx="1132">
                  <c:v>28068.26</c:v>
                </c:pt>
                <c:pt idx="1133">
                  <c:v>28669.86</c:v>
                </c:pt>
                <c:pt idx="1134">
                  <c:v>29026.16</c:v>
                </c:pt>
                <c:pt idx="1135">
                  <c:v>28838.16</c:v>
                </c:pt>
                <c:pt idx="1136">
                  <c:v>29505.61</c:v>
                </c:pt>
                <c:pt idx="1137">
                  <c:v>28848.2</c:v>
                </c:pt>
                <c:pt idx="1138">
                  <c:v>28430.1</c:v>
                </c:pt>
                <c:pt idx="1139">
                  <c:v>27668.79</c:v>
                </c:pt>
                <c:pt idx="1140">
                  <c:v>27628.27</c:v>
                </c:pt>
                <c:pt idx="1141">
                  <c:v>27598.75</c:v>
                </c:pt>
                <c:pt idx="1142">
                  <c:v>26968.62</c:v>
                </c:pt>
                <c:pt idx="1143">
                  <c:v>26795.01</c:v>
                </c:pt>
                <c:pt idx="1144">
                  <c:v>26775.28</c:v>
                </c:pt>
                <c:pt idx="1145">
                  <c:v>26917.62</c:v>
                </c:pt>
                <c:pt idx="1146">
                  <c:v>27162.14</c:v>
                </c:pt>
                <c:pt idx="1147">
                  <c:v>27033.84</c:v>
                </c:pt>
                <c:pt idx="1148">
                  <c:v>27405.61</c:v>
                </c:pt>
                <c:pt idx="1149">
                  <c:v>26821.28</c:v>
                </c:pt>
                <c:pt idx="1150">
                  <c:v>26880.26</c:v>
                </c:pt>
                <c:pt idx="1151">
                  <c:v>27102.43</c:v>
                </c:pt>
                <c:pt idx="1152">
                  <c:v>26747.78</c:v>
                </c:pt>
                <c:pt idx="1153">
                  <c:v>26849.27</c:v>
                </c:pt>
                <c:pt idx="1154">
                  <c:v>27219.61</c:v>
                </c:pt>
                <c:pt idx="1155">
                  <c:v>26329.01</c:v>
                </c:pt>
                <c:pt idx="1156">
                  <c:v>26473.79</c:v>
                </c:pt>
                <c:pt idx="1157">
                  <c:v>26705.92</c:v>
                </c:pt>
                <c:pt idx="1158">
                  <c:v>26854.27</c:v>
                </c:pt>
                <c:pt idx="1159">
                  <c:v>28065</c:v>
                </c:pt>
                <c:pt idx="1160">
                  <c:v>27736.4</c:v>
                </c:pt>
                <c:pt idx="1161">
                  <c:v>27694.4</c:v>
                </c:pt>
                <c:pt idx="1162">
                  <c:v>27210.35</c:v>
                </c:pt>
                <c:pt idx="1163">
                  <c:v>26817.93</c:v>
                </c:pt>
                <c:pt idx="1164">
                  <c:v>27242.59</c:v>
                </c:pt>
                <c:pt idx="1165">
                  <c:v>27069.22</c:v>
                </c:pt>
                <c:pt idx="1166">
                  <c:v>27115.21</c:v>
                </c:pt>
                <c:pt idx="1167">
                  <c:v>25728.2</c:v>
                </c:pt>
                <c:pt idx="1168">
                  <c:v>27230.08</c:v>
                </c:pt>
                <c:pt idx="1169">
                  <c:v>26339.34</c:v>
                </c:pt>
                <c:pt idx="1170">
                  <c:v>26498.61</c:v>
                </c:pt>
                <c:pt idx="1171">
                  <c:v>26477.81</c:v>
                </c:pt>
                <c:pt idx="1172">
                  <c:v>25841.21</c:v>
                </c:pt>
                <c:pt idx="1173">
                  <c:v>25925.55</c:v>
                </c:pt>
                <c:pt idx="1174">
                  <c:v>25905.19</c:v>
                </c:pt>
                <c:pt idx="1175">
                  <c:v>25934.25</c:v>
                </c:pt>
                <c:pt idx="1176">
                  <c:v>25128.6</c:v>
                </c:pt>
                <c:pt idx="1177">
                  <c:v>25598.49</c:v>
                </c:pt>
                <c:pt idx="1178">
                  <c:v>26345</c:v>
                </c:pt>
                <c:pt idx="1179">
                  <c:v>26516.99</c:v>
                </c:pt>
                <c:pt idx="1180">
                  <c:v>26339.97</c:v>
                </c:pt>
                <c:pt idx="1181">
                  <c:v>26844.35</c:v>
                </c:pt>
                <c:pt idx="1182">
                  <c:v>28307.99</c:v>
                </c:pt>
                <c:pt idx="1183">
                  <c:v>29993.89</c:v>
                </c:pt>
                <c:pt idx="1184">
                  <c:v>29884.92</c:v>
                </c:pt>
                <c:pt idx="1185">
                  <c:v>30688.5</c:v>
                </c:pt>
                <c:pt idx="1186">
                  <c:v>30527.43</c:v>
                </c:pt>
                <c:pt idx="1187">
                  <c:v>30462.66</c:v>
                </c:pt>
                <c:pt idx="1188">
                  <c:v>30267.99</c:v>
                </c:pt>
                <c:pt idx="1189">
                  <c:v>30692.44</c:v>
                </c:pt>
                <c:pt idx="1190">
                  <c:v>30077.41</c:v>
                </c:pt>
                <c:pt idx="1191">
                  <c:v>30447.31</c:v>
                </c:pt>
                <c:pt idx="1192">
                  <c:v>30472</c:v>
                </c:pt>
                <c:pt idx="1193">
                  <c:v>30585.9</c:v>
                </c:pt>
                <c:pt idx="1194">
                  <c:v>30617.03</c:v>
                </c:pt>
                <c:pt idx="1195">
                  <c:v>31156.2</c:v>
                </c:pt>
                <c:pt idx="1196">
                  <c:v>30766.51</c:v>
                </c:pt>
                <c:pt idx="1197">
                  <c:v>30504.81</c:v>
                </c:pt>
                <c:pt idx="1198">
                  <c:v>29895.43</c:v>
                </c:pt>
                <c:pt idx="1199">
                  <c:v>30344.7</c:v>
                </c:pt>
                <c:pt idx="1200">
                  <c:v>30284.63</c:v>
                </c:pt>
                <c:pt idx="1201">
                  <c:v>30160.71</c:v>
                </c:pt>
                <c:pt idx="1202">
                  <c:v>30411.57</c:v>
                </c:pt>
                <c:pt idx="1203">
                  <c:v>30622.1</c:v>
                </c:pt>
                <c:pt idx="1204">
                  <c:v>30380</c:v>
                </c:pt>
                <c:pt idx="1205">
                  <c:v>31454.23</c:v>
                </c:pt>
                <c:pt idx="1206">
                  <c:v>30312.01</c:v>
                </c:pt>
                <c:pt idx="1207">
                  <c:v>30289.52</c:v>
                </c:pt>
                <c:pt idx="1208">
                  <c:v>30231.99</c:v>
                </c:pt>
                <c:pt idx="1209">
                  <c:v>30138</c:v>
                </c:pt>
                <c:pt idx="1210">
                  <c:v>29859.13</c:v>
                </c:pt>
                <c:pt idx="1211">
                  <c:v>29909.21</c:v>
                </c:pt>
                <c:pt idx="1212">
                  <c:v>29800</c:v>
                </c:pt>
                <c:pt idx="1213">
                  <c:v>29901.72</c:v>
                </c:pt>
                <c:pt idx="1214">
                  <c:v>29794</c:v>
                </c:pt>
                <c:pt idx="1215">
                  <c:v>30083.75</c:v>
                </c:pt>
                <c:pt idx="1216">
                  <c:v>29176.5</c:v>
                </c:pt>
                <c:pt idx="1217">
                  <c:v>29228.91</c:v>
                </c:pt>
                <c:pt idx="1218">
                  <c:v>29351.96</c:v>
                </c:pt>
                <c:pt idx="1219">
                  <c:v>29222.78</c:v>
                </c:pt>
                <c:pt idx="1220">
                  <c:v>29314.14</c:v>
                </c:pt>
                <c:pt idx="1221">
                  <c:v>29352.9</c:v>
                </c:pt>
                <c:pt idx="1222">
                  <c:v>29281.09</c:v>
                </c:pt>
                <c:pt idx="1223">
                  <c:v>29232.25</c:v>
                </c:pt>
                <c:pt idx="1224">
                  <c:v>29705.99</c:v>
                </c:pt>
                <c:pt idx="1225">
                  <c:v>29186.01</c:v>
                </c:pt>
                <c:pt idx="1226">
                  <c:v>29193.64</c:v>
                </c:pt>
                <c:pt idx="1227">
                  <c:v>29113.99</c:v>
                </c:pt>
                <c:pt idx="1228">
                  <c:v>29072.13</c:v>
                </c:pt>
                <c:pt idx="1229">
                  <c:v>29088.42</c:v>
                </c:pt>
                <c:pt idx="1230">
                  <c:v>29211.06</c:v>
                </c:pt>
                <c:pt idx="1231">
                  <c:v>29770.42</c:v>
                </c:pt>
                <c:pt idx="1232">
                  <c:v>29581.99</c:v>
                </c:pt>
                <c:pt idx="1233">
                  <c:v>29455.75</c:v>
                </c:pt>
                <c:pt idx="1234">
                  <c:v>29426.03</c:v>
                </c:pt>
                <c:pt idx="1235">
                  <c:v>29430.17</c:v>
                </c:pt>
                <c:pt idx="1236">
                  <c:v>29303.84</c:v>
                </c:pt>
                <c:pt idx="1237">
                  <c:v>29430.93</c:v>
                </c:pt>
                <c:pt idx="1238">
                  <c:v>29200</c:v>
                </c:pt>
                <c:pt idx="1239">
                  <c:v>28730.51</c:v>
                </c:pt>
                <c:pt idx="1240">
                  <c:v>26623.41</c:v>
                </c:pt>
                <c:pt idx="1241">
                  <c:v>26054</c:v>
                </c:pt>
                <c:pt idx="1242">
                  <c:v>26100.01</c:v>
                </c:pt>
                <c:pt idx="1243">
                  <c:v>26189.99</c:v>
                </c:pt>
                <c:pt idx="1244">
                  <c:v>26126.92</c:v>
                </c:pt>
                <c:pt idx="1245">
                  <c:v>26056</c:v>
                </c:pt>
                <c:pt idx="1246">
                  <c:v>26432.72</c:v>
                </c:pt>
                <c:pt idx="1247">
                  <c:v>26180.05</c:v>
                </c:pt>
                <c:pt idx="1248">
                  <c:v>26060.01</c:v>
                </c:pt>
                <c:pt idx="1249">
                  <c:v>26017.37</c:v>
                </c:pt>
                <c:pt idx="1250">
                  <c:v>26101.77</c:v>
                </c:pt>
                <c:pt idx="1251">
                  <c:v>26120</c:v>
                </c:pt>
                <c:pt idx="1252">
                  <c:v>27716.34</c:v>
                </c:pt>
                <c:pt idx="1253">
                  <c:v>27299.99</c:v>
                </c:pt>
                <c:pt idx="1254">
                  <c:v>25940.78</c:v>
                </c:pt>
                <c:pt idx="1255">
                  <c:v>25805.05</c:v>
                </c:pt>
                <c:pt idx="1256">
                  <c:v>25869.51</c:v>
                </c:pt>
                <c:pt idx="1257">
                  <c:v>25971.21</c:v>
                </c:pt>
                <c:pt idx="1258">
                  <c:v>25826.02</c:v>
                </c:pt>
                <c:pt idx="1259">
                  <c:v>25792.1</c:v>
                </c:pt>
                <c:pt idx="1260">
                  <c:v>25759.95</c:v>
                </c:pt>
                <c:pt idx="1261">
                  <c:v>26255</c:v>
                </c:pt>
                <c:pt idx="1262">
                  <c:v>25910.5</c:v>
                </c:pt>
                <c:pt idx="1263">
                  <c:v>25901.61</c:v>
                </c:pt>
                <c:pt idx="1264">
                  <c:v>25841.61</c:v>
                </c:pt>
                <c:pt idx="1265">
                  <c:v>25162.52</c:v>
                </c:pt>
                <c:pt idx="1266">
                  <c:v>25840.1</c:v>
                </c:pt>
                <c:pt idx="1267">
                  <c:v>26222</c:v>
                </c:pt>
                <c:pt idx="1268">
                  <c:v>26522.73</c:v>
                </c:pt>
                <c:pt idx="1269">
                  <c:v>26600</c:v>
                </c:pt>
                <c:pt idx="1270">
                  <c:v>26559.67</c:v>
                </c:pt>
                <c:pt idx="1271">
                  <c:v>26527.51</c:v>
                </c:pt>
                <c:pt idx="1272">
                  <c:v>26762.51</c:v>
                </c:pt>
                <c:pt idx="1273">
                  <c:v>27210.26</c:v>
                </c:pt>
                <c:pt idx="1274">
                  <c:v>27125</c:v>
                </c:pt>
                <c:pt idx="1275">
                  <c:v>26568.08</c:v>
                </c:pt>
                <c:pt idx="1276">
                  <c:v>26580.14</c:v>
                </c:pt>
                <c:pt idx="1277">
                  <c:v>26575.96</c:v>
                </c:pt>
                <c:pt idx="1278">
                  <c:v>26248.38</c:v>
                </c:pt>
                <c:pt idx="1279">
                  <c:v>26304.81</c:v>
                </c:pt>
                <c:pt idx="1280">
                  <c:v>26221.67</c:v>
                </c:pt>
                <c:pt idx="1281">
                  <c:v>26372.99</c:v>
                </c:pt>
                <c:pt idx="1282">
                  <c:v>27021.39</c:v>
                </c:pt>
                <c:pt idx="1283">
                  <c:v>26906.96</c:v>
                </c:pt>
                <c:pt idx="1284">
                  <c:v>26962.56</c:v>
                </c:pt>
                <c:pt idx="1285">
                  <c:v>27992.57</c:v>
                </c:pt>
                <c:pt idx="1286">
                  <c:v>27494.51</c:v>
                </c:pt>
                <c:pt idx="1287">
                  <c:v>27426.46</c:v>
                </c:pt>
                <c:pt idx="1288">
                  <c:v>27778.57</c:v>
                </c:pt>
                <c:pt idx="1289">
                  <c:v>27410.39</c:v>
                </c:pt>
                <c:pt idx="1290">
                  <c:v>27931.09</c:v>
                </c:pt>
                <c:pt idx="1291">
                  <c:v>27956.67</c:v>
                </c:pt>
                <c:pt idx="1292">
                  <c:v>27917.05</c:v>
                </c:pt>
                <c:pt idx="1293">
                  <c:v>27590.12</c:v>
                </c:pt>
                <c:pt idx="1294">
                  <c:v>27390.12</c:v>
                </c:pt>
                <c:pt idx="1295">
                  <c:v>26875.52</c:v>
                </c:pt>
                <c:pt idx="1296">
                  <c:v>26759.63</c:v>
                </c:pt>
                <c:pt idx="1297">
                  <c:v>26862</c:v>
                </c:pt>
                <c:pt idx="1298">
                  <c:v>26852.48</c:v>
                </c:pt>
                <c:pt idx="1299">
                  <c:v>27154.15</c:v>
                </c:pt>
                <c:pt idx="1300">
                  <c:v>28500.78</c:v>
                </c:pt>
                <c:pt idx="1301">
                  <c:v>28395.91</c:v>
                </c:pt>
                <c:pt idx="1302">
                  <c:v>28320</c:v>
                </c:pt>
                <c:pt idx="1303">
                  <c:v>28713.71</c:v>
                </c:pt>
                <c:pt idx="1304">
                  <c:v>29669.04</c:v>
                </c:pt>
                <c:pt idx="1305">
                  <c:v>29909.8</c:v>
                </c:pt>
                <c:pt idx="1306">
                  <c:v>29992.46</c:v>
                </c:pt>
                <c:pt idx="1307">
                  <c:v>33069.99</c:v>
                </c:pt>
                <c:pt idx="1308">
                  <c:v>33922.73</c:v>
                </c:pt>
                <c:pt idx="1309">
                  <c:v>34496.05</c:v>
                </c:pt>
                <c:pt idx="1310">
                  <c:v>34151.66</c:v>
                </c:pt>
                <c:pt idx="1311">
                  <c:v>33892.02</c:v>
                </c:pt>
                <c:pt idx="1312">
                  <c:v>34081</c:v>
                </c:pt>
                <c:pt idx="1313">
                  <c:v>34525.89</c:v>
                </c:pt>
                <c:pt idx="1314">
                  <c:v>34474.73</c:v>
                </c:pt>
                <c:pt idx="1315">
                  <c:v>34639.77</c:v>
                </c:pt>
                <c:pt idx="1316">
                  <c:v>35421.43</c:v>
                </c:pt>
                <c:pt idx="1317">
                  <c:v>34941.59</c:v>
                </c:pt>
                <c:pt idx="1318">
                  <c:v>34716.78</c:v>
                </c:pt>
                <c:pt idx="1319">
                  <c:v>35062.07</c:v>
                </c:pt>
                <c:pt idx="1320">
                  <c:v>35011.88</c:v>
                </c:pt>
                <c:pt idx="1321">
                  <c:v>35046.09</c:v>
                </c:pt>
                <c:pt idx="1322">
                  <c:v>35399.12</c:v>
                </c:pt>
                <c:pt idx="1323">
                  <c:v>35624.72</c:v>
                </c:pt>
                <c:pt idx="1324">
                  <c:v>36701.09</c:v>
                </c:pt>
                <c:pt idx="1325">
                  <c:v>37301.63</c:v>
                </c:pt>
                <c:pt idx="1326">
                  <c:v>37130</c:v>
                </c:pt>
                <c:pt idx="1327">
                  <c:v>37064.13</c:v>
                </c:pt>
                <c:pt idx="1328">
                  <c:v>36462.93</c:v>
                </c:pt>
                <c:pt idx="1329">
                  <c:v>35551.19</c:v>
                </c:pt>
                <c:pt idx="1330">
                  <c:v>37858.2</c:v>
                </c:pt>
                <c:pt idx="1331">
                  <c:v>36163.51</c:v>
                </c:pt>
                <c:pt idx="1332">
                  <c:v>36613.92</c:v>
                </c:pt>
                <c:pt idx="1333">
                  <c:v>36568.1</c:v>
                </c:pt>
                <c:pt idx="1334">
                  <c:v>37359.86</c:v>
                </c:pt>
                <c:pt idx="1335">
                  <c:v>37448.78</c:v>
                </c:pt>
                <c:pt idx="1336">
                  <c:v>35741.65</c:v>
                </c:pt>
                <c:pt idx="1337">
                  <c:v>37408.34</c:v>
                </c:pt>
                <c:pt idx="1338">
                  <c:v>37294.28</c:v>
                </c:pt>
                <c:pt idx="1339">
                  <c:v>37713.57</c:v>
                </c:pt>
                <c:pt idx="1340">
                  <c:v>37780.67</c:v>
                </c:pt>
                <c:pt idx="1341">
                  <c:v>37447.43</c:v>
                </c:pt>
                <c:pt idx="1342">
                  <c:v>37242.7</c:v>
                </c:pt>
                <c:pt idx="1343">
                  <c:v>37818.87</c:v>
                </c:pt>
                <c:pt idx="1344">
                  <c:v>37854.64</c:v>
                </c:pt>
                <c:pt idx="1345">
                  <c:v>37723.96</c:v>
                </c:pt>
                <c:pt idx="1346">
                  <c:v>38682.52</c:v>
                </c:pt>
                <c:pt idx="1347">
                  <c:v>39450.35</c:v>
                </c:pt>
                <c:pt idx="1348">
                  <c:v>39972.26</c:v>
                </c:pt>
                <c:pt idx="1349">
                  <c:v>41991.1</c:v>
                </c:pt>
                <c:pt idx="1350">
                  <c:v>44073.32</c:v>
                </c:pt>
                <c:pt idx="1351">
                  <c:v>43762.69</c:v>
                </c:pt>
                <c:pt idx="1352">
                  <c:v>43273.14</c:v>
                </c:pt>
                <c:pt idx="1353">
                  <c:v>44170.99</c:v>
                </c:pt>
                <c:pt idx="1354">
                  <c:v>43713.6</c:v>
                </c:pt>
                <c:pt idx="1355">
                  <c:v>43789.51</c:v>
                </c:pt>
                <c:pt idx="1356">
                  <c:v>41253.4</c:v>
                </c:pt>
                <c:pt idx="1357">
                  <c:v>41492.39</c:v>
                </c:pt>
                <c:pt idx="1358">
                  <c:v>42869.03</c:v>
                </c:pt>
                <c:pt idx="1359">
                  <c:v>43022.26</c:v>
                </c:pt>
                <c:pt idx="1360">
                  <c:v>41940.3</c:v>
                </c:pt>
                <c:pt idx="1361">
                  <c:v>42278.03</c:v>
                </c:pt>
                <c:pt idx="1362">
                  <c:v>41374.65</c:v>
                </c:pt>
                <c:pt idx="1363">
                  <c:v>42657.8</c:v>
                </c:pt>
                <c:pt idx="1364">
                  <c:v>42275.99</c:v>
                </c:pt>
                <c:pt idx="1365">
                  <c:v>43668.93</c:v>
                </c:pt>
                <c:pt idx="1366">
                  <c:v>43861.8</c:v>
                </c:pt>
                <c:pt idx="1367">
                  <c:v>43969.04</c:v>
                </c:pt>
                <c:pt idx="1368">
                  <c:v>43702.16</c:v>
                </c:pt>
                <c:pt idx="1369">
                  <c:v>42991.5</c:v>
                </c:pt>
                <c:pt idx="1370">
                  <c:v>43576.13</c:v>
                </c:pt>
                <c:pt idx="1371">
                  <c:v>42508.93</c:v>
                </c:pt>
                <c:pt idx="1372">
                  <c:v>43428.85</c:v>
                </c:pt>
                <c:pt idx="1373">
                  <c:v>42563.76</c:v>
                </c:pt>
                <c:pt idx="1374">
                  <c:v>42066.95</c:v>
                </c:pt>
                <c:pt idx="1375">
                  <c:v>42140.28</c:v>
                </c:pt>
                <c:pt idx="1376">
                  <c:v>42283.58</c:v>
                </c:pt>
                <c:pt idx="1377">
                  <c:v>44179.55</c:v>
                </c:pt>
                <c:pt idx="1378">
                  <c:v>44946.91</c:v>
                </c:pt>
                <c:pt idx="1379">
                  <c:v>42845.23</c:v>
                </c:pt>
                <c:pt idx="1380">
                  <c:v>44151.1</c:v>
                </c:pt>
                <c:pt idx="1381">
                  <c:v>44145.11</c:v>
                </c:pt>
                <c:pt idx="1382">
                  <c:v>43968.32</c:v>
                </c:pt>
                <c:pt idx="1383">
                  <c:v>43929.02</c:v>
                </c:pt>
                <c:pt idx="1384">
                  <c:v>46951.04</c:v>
                </c:pt>
                <c:pt idx="1385">
                  <c:v>46110</c:v>
                </c:pt>
                <c:pt idx="1386">
                  <c:v>46653.99</c:v>
                </c:pt>
                <c:pt idx="1387">
                  <c:v>46339.16</c:v>
                </c:pt>
                <c:pt idx="1388">
                  <c:v>42782.73</c:v>
                </c:pt>
                <c:pt idx="1389">
                  <c:v>42847.99</c:v>
                </c:pt>
                <c:pt idx="1390">
                  <c:v>41732.35</c:v>
                </c:pt>
                <c:pt idx="1391">
                  <c:v>42511.1</c:v>
                </c:pt>
                <c:pt idx="1392">
                  <c:v>43137.95</c:v>
                </c:pt>
                <c:pt idx="1393">
                  <c:v>42776.1</c:v>
                </c:pt>
                <c:pt idx="1394">
                  <c:v>41327.5</c:v>
                </c:pt>
                <c:pt idx="1395">
                  <c:v>41659.03</c:v>
                </c:pt>
                <c:pt idx="1396">
                  <c:v>41696.04</c:v>
                </c:pt>
                <c:pt idx="1397">
                  <c:v>41580.33</c:v>
                </c:pt>
                <c:pt idx="1398">
                  <c:v>39568.02</c:v>
                </c:pt>
                <c:pt idx="1399">
                  <c:v>39897.6</c:v>
                </c:pt>
                <c:pt idx="1400">
                  <c:v>40084.88</c:v>
                </c:pt>
                <c:pt idx="1401">
                  <c:v>39961.09</c:v>
                </c:pt>
                <c:pt idx="1402">
                  <c:v>41823.51</c:v>
                </c:pt>
                <c:pt idx="1403">
                  <c:v>42120.63</c:v>
                </c:pt>
                <c:pt idx="1404">
                  <c:v>42031.06</c:v>
                </c:pt>
                <c:pt idx="1405">
                  <c:v>43302.7</c:v>
                </c:pt>
                <c:pt idx="1406">
                  <c:v>42941.1</c:v>
                </c:pt>
                <c:pt idx="1407">
                  <c:v>42580</c:v>
                </c:pt>
                <c:pt idx="1408">
                  <c:v>43082.94</c:v>
                </c:pt>
                <c:pt idx="1409">
                  <c:v>43200</c:v>
                </c:pt>
                <c:pt idx="1410">
                  <c:v>43011.09</c:v>
                </c:pt>
                <c:pt idx="1411">
                  <c:v>42582.88</c:v>
                </c:pt>
                <c:pt idx="1412">
                  <c:v>42708.7</c:v>
                </c:pt>
                <c:pt idx="1413">
                  <c:v>43098.95</c:v>
                </c:pt>
                <c:pt idx="1414">
                  <c:v>44349.6</c:v>
                </c:pt>
                <c:pt idx="1415">
                  <c:v>45288.65</c:v>
                </c:pt>
                <c:pt idx="1416">
                  <c:v>47132.77</c:v>
                </c:pt>
                <c:pt idx="1417">
                  <c:v>47751.09</c:v>
                </c:pt>
                <c:pt idx="1418">
                  <c:v>48299.99</c:v>
                </c:pt>
                <c:pt idx="1419">
                  <c:v>49917.27</c:v>
                </c:pt>
                <c:pt idx="1420">
                  <c:v>49699.59</c:v>
                </c:pt>
                <c:pt idx="1421">
                  <c:v>51795.17</c:v>
                </c:pt>
                <c:pt idx="1422">
                  <c:v>51880</c:v>
                </c:pt>
                <c:pt idx="1423">
                  <c:v>52124.11</c:v>
                </c:pt>
                <c:pt idx="1424">
                  <c:v>51642.64</c:v>
                </c:pt>
                <c:pt idx="1425">
                  <c:v>52137.67</c:v>
                </c:pt>
                <c:pt idx="1426">
                  <c:v>51774.73</c:v>
                </c:pt>
                <c:pt idx="1427">
                  <c:v>52258.82</c:v>
                </c:pt>
                <c:pt idx="1428">
                  <c:v>51849.39</c:v>
                </c:pt>
                <c:pt idx="1429">
                  <c:v>51288.42</c:v>
                </c:pt>
                <c:pt idx="1430">
                  <c:v>50744.15</c:v>
                </c:pt>
                <c:pt idx="1431">
                  <c:v>51568.22</c:v>
                </c:pt>
                <c:pt idx="1432">
                  <c:v>51728.85</c:v>
                </c:pt>
                <c:pt idx="1433">
                  <c:v>54476.47</c:v>
                </c:pt>
                <c:pt idx="1434">
                  <c:v>57037.34</c:v>
                </c:pt>
                <c:pt idx="1435">
                  <c:v>62432.1</c:v>
                </c:pt>
                <c:pt idx="1436">
                  <c:v>61130.98</c:v>
                </c:pt>
                <c:pt idx="1437">
                  <c:v>62387.9</c:v>
                </c:pt>
                <c:pt idx="1438">
                  <c:v>61987.28</c:v>
                </c:pt>
                <c:pt idx="1439">
                  <c:v>63113.97</c:v>
                </c:pt>
                <c:pt idx="1440">
                  <c:v>68245.71000000001</c:v>
                </c:pt>
                <c:pt idx="1441">
                  <c:v>63724.01</c:v>
                </c:pt>
                <c:pt idx="1442">
                  <c:v>66074.03999999999</c:v>
                </c:pt>
                <c:pt idx="1443">
                  <c:v>66823.17</c:v>
                </c:pt>
                <c:pt idx="1444">
                  <c:v>68124.19</c:v>
                </c:pt>
                <c:pt idx="1445">
                  <c:v>68313.27</c:v>
                </c:pt>
                <c:pt idx="1446">
                  <c:v>68955.88</c:v>
                </c:pt>
                <c:pt idx="1447">
                  <c:v>72078.10000000001</c:v>
                </c:pt>
                <c:pt idx="1448">
                  <c:v>71452.00999999999</c:v>
                </c:pt>
                <c:pt idx="1449">
                  <c:v>73072.41</c:v>
                </c:pt>
                <c:pt idx="1450">
                  <c:v>71388.94</c:v>
                </c:pt>
                <c:pt idx="1451">
                  <c:v>69499.85000000001</c:v>
                </c:pt>
                <c:pt idx="1452">
                  <c:v>65300.63</c:v>
                </c:pt>
                <c:pt idx="1453">
                  <c:v>68393.48</c:v>
                </c:pt>
                <c:pt idx="1454">
                  <c:v>67609.99000000001</c:v>
                </c:pt>
                <c:pt idx="1455">
                  <c:v>61937.4</c:v>
                </c:pt>
                <c:pt idx="1456">
                  <c:v>67840.50999999999</c:v>
                </c:pt>
                <c:pt idx="1457">
                  <c:v>65501.27</c:v>
                </c:pt>
                <c:pt idx="1458">
                  <c:v>63796.64</c:v>
                </c:pt>
                <c:pt idx="1459">
                  <c:v>63990.01</c:v>
                </c:pt>
                <c:pt idx="1460">
                  <c:v>67209.99000000001</c:v>
                </c:pt>
                <c:pt idx="1461">
                  <c:v>69880.00999999999</c:v>
                </c:pt>
                <c:pt idx="1462">
                  <c:v>69988</c:v>
                </c:pt>
                <c:pt idx="1463">
                  <c:v>69469.99000000001</c:v>
                </c:pt>
                <c:pt idx="1464">
                  <c:v>70780.60000000001</c:v>
                </c:pt>
                <c:pt idx="1465">
                  <c:v>69850.53999999999</c:v>
                </c:pt>
                <c:pt idx="1466">
                  <c:v>69582.17999999999</c:v>
                </c:pt>
                <c:pt idx="1467">
                  <c:v>71280.00999999999</c:v>
                </c:pt>
                <c:pt idx="1468">
                  <c:v>69649.8</c:v>
                </c:pt>
                <c:pt idx="1469">
                  <c:v>65463.99</c:v>
                </c:pt>
                <c:pt idx="1470">
                  <c:v>65963.28</c:v>
                </c:pt>
                <c:pt idx="1471">
                  <c:v>68487.78999999999</c:v>
                </c:pt>
                <c:pt idx="1472">
                  <c:v>67820.62</c:v>
                </c:pt>
                <c:pt idx="1473">
                  <c:v>68896</c:v>
                </c:pt>
                <c:pt idx="1474">
                  <c:v>69360.39</c:v>
                </c:pt>
                <c:pt idx="1475">
                  <c:v>71620</c:v>
                </c:pt>
                <c:pt idx="1476">
                  <c:v>69146</c:v>
                </c:pt>
                <c:pt idx="1477">
                  <c:v>70631.08</c:v>
                </c:pt>
                <c:pt idx="1478">
                  <c:v>70006.23</c:v>
                </c:pt>
                <c:pt idx="1479">
                  <c:v>67116.52</c:v>
                </c:pt>
                <c:pt idx="1480">
                  <c:v>63924.51</c:v>
                </c:pt>
                <c:pt idx="1481">
                  <c:v>65661.84</c:v>
                </c:pt>
                <c:pt idx="1482">
                  <c:v>63419.99</c:v>
                </c:pt>
                <c:pt idx="1483">
                  <c:v>63793.39</c:v>
                </c:pt>
                <c:pt idx="1484">
                  <c:v>61277.37</c:v>
                </c:pt>
                <c:pt idx="1485">
                  <c:v>63470.08</c:v>
                </c:pt>
                <c:pt idx="1486">
                  <c:v>63818.01</c:v>
                </c:pt>
                <c:pt idx="1487">
                  <c:v>64940.59</c:v>
                </c:pt>
                <c:pt idx="1488">
                  <c:v>64941.15</c:v>
                </c:pt>
                <c:pt idx="1489">
                  <c:v>66819.32000000001</c:v>
                </c:pt>
                <c:pt idx="1490">
                  <c:v>66414</c:v>
                </c:pt>
                <c:pt idx="1491">
                  <c:v>64289.59</c:v>
                </c:pt>
                <c:pt idx="1492">
                  <c:v>64498.34</c:v>
                </c:pt>
                <c:pt idx="1493">
                  <c:v>63770.01</c:v>
                </c:pt>
                <c:pt idx="1494">
                  <c:v>63461.98</c:v>
                </c:pt>
                <c:pt idx="1495">
                  <c:v>63118.62</c:v>
                </c:pt>
                <c:pt idx="1496">
                  <c:v>63866</c:v>
                </c:pt>
                <c:pt idx="1497">
                  <c:v>60672</c:v>
                </c:pt>
                <c:pt idx="1498">
                  <c:v>58364.97</c:v>
                </c:pt>
                <c:pt idx="1499">
                  <c:v>59060.61</c:v>
                </c:pt>
                <c:pt idx="1500">
                  <c:v>62882.01</c:v>
                </c:pt>
                <c:pt idx="1501">
                  <c:v>63892.04</c:v>
                </c:pt>
                <c:pt idx="1502">
                  <c:v>64012</c:v>
                </c:pt>
                <c:pt idx="1503">
                  <c:v>63165.19</c:v>
                </c:pt>
                <c:pt idx="1504">
                  <c:v>62312.08</c:v>
                </c:pt>
                <c:pt idx="1505">
                  <c:v>61193.03</c:v>
                </c:pt>
                <c:pt idx="1506">
                  <c:v>63074.01</c:v>
                </c:pt>
                <c:pt idx="1507">
                  <c:v>60799.99</c:v>
                </c:pt>
                <c:pt idx="1508">
                  <c:v>60825.99</c:v>
                </c:pt>
                <c:pt idx="1509">
                  <c:v>61483.99</c:v>
                </c:pt>
                <c:pt idx="1510">
                  <c:v>62940.08</c:v>
                </c:pt>
                <c:pt idx="1511">
                  <c:v>61577.49</c:v>
                </c:pt>
                <c:pt idx="1512">
                  <c:v>66206.5</c:v>
                </c:pt>
                <c:pt idx="1513">
                  <c:v>65235.21</c:v>
                </c:pt>
                <c:pt idx="1514">
                  <c:v>67024</c:v>
                </c:pt>
                <c:pt idx="1515">
                  <c:v>66915.2</c:v>
                </c:pt>
                <c:pt idx="1516">
                  <c:v>66274.00999999999</c:v>
                </c:pt>
                <c:pt idx="1517">
                  <c:v>71446.62</c:v>
                </c:pt>
                <c:pt idx="1518">
                  <c:v>70148.34</c:v>
                </c:pt>
                <c:pt idx="1519">
                  <c:v>69166.62</c:v>
                </c:pt>
                <c:pt idx="1520">
                  <c:v>67969.64999999999</c:v>
                </c:pt>
                <c:pt idx="1521">
                  <c:v>68549.99000000001</c:v>
                </c:pt>
                <c:pt idx="1522">
                  <c:v>69290.57000000001</c:v>
                </c:pt>
                <c:pt idx="1523">
                  <c:v>68507.67</c:v>
                </c:pt>
                <c:pt idx="1524">
                  <c:v>69436.42999999999</c:v>
                </c:pt>
                <c:pt idx="1525">
                  <c:v>68398.39</c:v>
                </c:pt>
                <c:pt idx="1526">
                  <c:v>67652.42</c:v>
                </c:pt>
                <c:pt idx="1527">
                  <c:v>68352.17</c:v>
                </c:pt>
                <c:pt idx="1528">
                  <c:v>67540.00999999999</c:v>
                </c:pt>
                <c:pt idx="1529">
                  <c:v>67766.85000000001</c:v>
                </c:pt>
                <c:pt idx="1530">
                  <c:v>67765.63</c:v>
                </c:pt>
                <c:pt idx="1531">
                  <c:v>68809.89999999999</c:v>
                </c:pt>
                <c:pt idx="1532">
                  <c:v>70537.84</c:v>
                </c:pt>
                <c:pt idx="1533">
                  <c:v>71108</c:v>
                </c:pt>
                <c:pt idx="1534">
                  <c:v>70799.06</c:v>
                </c:pt>
                <c:pt idx="1535">
                  <c:v>69355.60000000001</c:v>
                </c:pt>
                <c:pt idx="1536">
                  <c:v>69310.46000000001</c:v>
                </c:pt>
                <c:pt idx="1537">
                  <c:v>69648.14</c:v>
                </c:pt>
                <c:pt idx="1538">
                  <c:v>69540</c:v>
                </c:pt>
                <c:pt idx="1539">
                  <c:v>67314.24000000001</c:v>
                </c:pt>
                <c:pt idx="1540">
                  <c:v>68263.99000000001</c:v>
                </c:pt>
                <c:pt idx="1541">
                  <c:v>66773.00999999999</c:v>
                </c:pt>
                <c:pt idx="1542">
                  <c:v>66043.99000000001</c:v>
                </c:pt>
                <c:pt idx="1543">
                  <c:v>66228.25</c:v>
                </c:pt>
                <c:pt idx="1544">
                  <c:v>66676.87</c:v>
                </c:pt>
                <c:pt idx="1545">
                  <c:v>66504.33</c:v>
                </c:pt>
                <c:pt idx="1546">
                  <c:v>65175.32</c:v>
                </c:pt>
                <c:pt idx="1547">
                  <c:v>64974.37</c:v>
                </c:pt>
                <c:pt idx="1548">
                  <c:v>64869.99</c:v>
                </c:pt>
                <c:pt idx="1549">
                  <c:v>64143.56</c:v>
                </c:pt>
                <c:pt idx="1550">
                  <c:v>64262.01</c:v>
                </c:pt>
                <c:pt idx="1551">
                  <c:v>63210.01</c:v>
                </c:pt>
                <c:pt idx="1552">
                  <c:v>60293.3</c:v>
                </c:pt>
                <c:pt idx="1553">
                  <c:v>61806.01</c:v>
                </c:pt>
                <c:pt idx="1554">
                  <c:v>60864.99</c:v>
                </c:pt>
                <c:pt idx="1555">
                  <c:v>61706.47</c:v>
                </c:pt>
                <c:pt idx="1556">
                  <c:v>60427.84</c:v>
                </c:pt>
                <c:pt idx="1557">
                  <c:v>60986.68</c:v>
                </c:pt>
                <c:pt idx="1558">
                  <c:v>62772.01</c:v>
                </c:pt>
                <c:pt idx="1559">
                  <c:v>62899.99</c:v>
                </c:pt>
                <c:pt idx="1560">
                  <c:v>62135.47</c:v>
                </c:pt>
                <c:pt idx="1561">
                  <c:v>60208.58</c:v>
                </c:pt>
                <c:pt idx="1562">
                  <c:v>57050.01</c:v>
                </c:pt>
                <c:pt idx="1563">
                  <c:v>56628.79</c:v>
                </c:pt>
                <c:pt idx="1564">
                  <c:v>58230.13</c:v>
                </c:pt>
                <c:pt idx="1565">
                  <c:v>55857.81</c:v>
                </c:pt>
                <c:pt idx="1566">
                  <c:v>56714.62</c:v>
                </c:pt>
                <c:pt idx="1567">
                  <c:v>58050</c:v>
                </c:pt>
                <c:pt idx="1568">
                  <c:v>57725.85</c:v>
                </c:pt>
                <c:pt idx="1569">
                  <c:v>57339.89</c:v>
                </c:pt>
                <c:pt idx="1570">
                  <c:v>57889.1</c:v>
                </c:pt>
                <c:pt idx="1571">
                  <c:v>59204.02</c:v>
                </c:pt>
                <c:pt idx="1572">
                  <c:v>60797.91</c:v>
                </c:pt>
                <c:pt idx="1573">
                  <c:v>64724.14</c:v>
                </c:pt>
                <c:pt idx="1574">
                  <c:v>65043.99</c:v>
                </c:pt>
                <c:pt idx="1575">
                  <c:v>64087.99</c:v>
                </c:pt>
                <c:pt idx="1576">
                  <c:v>63987.92</c:v>
                </c:pt>
                <c:pt idx="1577">
                  <c:v>66660</c:v>
                </c:pt>
                <c:pt idx="1578">
                  <c:v>67139.96000000001</c:v>
                </c:pt>
                <c:pt idx="1579">
                  <c:v>68165.34</c:v>
                </c:pt>
                <c:pt idx="1580">
                  <c:v>67532.00999999999</c:v>
                </c:pt>
                <c:pt idx="1581">
                  <c:v>65936.00999999999</c:v>
                </c:pt>
                <c:pt idx="1582">
                  <c:v>65376</c:v>
                </c:pt>
                <c:pt idx="1583">
                  <c:v>65799.95</c:v>
                </c:pt>
                <c:pt idx="1584">
                  <c:v>67907.99000000001</c:v>
                </c:pt>
                <c:pt idx="1585">
                  <c:v>67896.5</c:v>
                </c:pt>
                <c:pt idx="1586">
                  <c:v>68249.88</c:v>
                </c:pt>
                <c:pt idx="1587">
                  <c:v>66784.69</c:v>
                </c:pt>
                <c:pt idx="1588">
                  <c:v>66188</c:v>
                </c:pt>
                <c:pt idx="1589">
                  <c:v>64628</c:v>
                </c:pt>
                <c:pt idx="1590">
                  <c:v>65354.02</c:v>
                </c:pt>
                <c:pt idx="1591">
                  <c:v>61498.33</c:v>
                </c:pt>
                <c:pt idx="1592">
                  <c:v>60697.99</c:v>
                </c:pt>
                <c:pt idx="1593">
                  <c:v>58161</c:v>
                </c:pt>
                <c:pt idx="1594">
                  <c:v>54018.81</c:v>
                </c:pt>
                <c:pt idx="1595">
                  <c:v>56022.01</c:v>
                </c:pt>
                <c:pt idx="1596">
                  <c:v>55134.16</c:v>
                </c:pt>
                <c:pt idx="1597">
                  <c:v>61685.99</c:v>
                </c:pt>
                <c:pt idx="1598">
                  <c:v>60837.99</c:v>
                </c:pt>
                <c:pt idx="1599">
                  <c:v>60923.51</c:v>
                </c:pt>
                <c:pt idx="1600">
                  <c:v>58712.59</c:v>
                </c:pt>
                <c:pt idx="1601">
                  <c:v>59346.64</c:v>
                </c:pt>
                <c:pt idx="1602">
                  <c:v>60587.15</c:v>
                </c:pt>
                <c:pt idx="1603">
                  <c:v>58683.39</c:v>
                </c:pt>
                <c:pt idx="1604">
                  <c:v>57541.06</c:v>
                </c:pt>
                <c:pt idx="1605">
                  <c:v>58874.6</c:v>
                </c:pt>
                <c:pt idx="1606">
                  <c:v>59491.99</c:v>
                </c:pt>
                <c:pt idx="1607">
                  <c:v>58427.35</c:v>
                </c:pt>
                <c:pt idx="1608">
                  <c:v>59438.5</c:v>
                </c:pt>
                <c:pt idx="1609">
                  <c:v>59013.8</c:v>
                </c:pt>
                <c:pt idx="1610">
                  <c:v>61156.03</c:v>
                </c:pt>
                <c:pt idx="1611">
                  <c:v>60375.84</c:v>
                </c:pt>
                <c:pt idx="1612">
                  <c:v>64037.24</c:v>
                </c:pt>
                <c:pt idx="1613">
                  <c:v>64157.01</c:v>
                </c:pt>
                <c:pt idx="1614">
                  <c:v>64220</c:v>
                </c:pt>
                <c:pt idx="1615">
                  <c:v>62834</c:v>
                </c:pt>
                <c:pt idx="1616">
                  <c:v>59415</c:v>
                </c:pt>
                <c:pt idx="1617">
                  <c:v>59034.9</c:v>
                </c:pt>
                <c:pt idx="1618">
                  <c:v>59359.01</c:v>
                </c:pt>
                <c:pt idx="1619">
                  <c:v>59123.99</c:v>
                </c:pt>
                <c:pt idx="1620">
                  <c:v>58973.99</c:v>
                </c:pt>
                <c:pt idx="1621">
                  <c:v>57301.86</c:v>
                </c:pt>
                <c:pt idx="1622">
                  <c:v>59132.13</c:v>
                </c:pt>
                <c:pt idx="1623">
                  <c:v>57487.73</c:v>
                </c:pt>
                <c:pt idx="1624">
                  <c:v>57970.9</c:v>
                </c:pt>
                <c:pt idx="1625">
                  <c:v>56180</c:v>
                </c:pt>
                <c:pt idx="1626">
                  <c:v>53962.97</c:v>
                </c:pt>
                <c:pt idx="1627">
                  <c:v>54160.86</c:v>
                </c:pt>
                <c:pt idx="1628">
                  <c:v>54869.95</c:v>
                </c:pt>
                <c:pt idx="1629">
                  <c:v>57042</c:v>
                </c:pt>
                <c:pt idx="1630">
                  <c:v>57635.99</c:v>
                </c:pt>
                <c:pt idx="1631">
                  <c:v>57338</c:v>
                </c:pt>
                <c:pt idx="1632">
                  <c:v>58132.32</c:v>
                </c:pt>
                <c:pt idx="1633">
                  <c:v>60498</c:v>
                </c:pt>
                <c:pt idx="1634">
                  <c:v>59993.03</c:v>
                </c:pt>
                <c:pt idx="1635">
                  <c:v>59132</c:v>
                </c:pt>
                <c:pt idx="1636">
                  <c:v>58213.99</c:v>
                </c:pt>
                <c:pt idx="1637">
                  <c:v>60313.99</c:v>
                </c:pt>
                <c:pt idx="1638">
                  <c:v>61759.99</c:v>
                </c:pt>
                <c:pt idx="1639">
                  <c:v>62947.99</c:v>
                </c:pt>
                <c:pt idx="1640">
                  <c:v>63201.05</c:v>
                </c:pt>
                <c:pt idx="1641">
                  <c:v>63348.96</c:v>
                </c:pt>
                <c:pt idx="1642">
                  <c:v>63578.76</c:v>
                </c:pt>
                <c:pt idx="1643">
                  <c:v>63339.99</c:v>
                </c:pt>
                <c:pt idx="1644">
                  <c:v>64262.7</c:v>
                </c:pt>
                <c:pt idx="1645">
                  <c:v>63152.01</c:v>
                </c:pt>
                <c:pt idx="1646">
                  <c:v>65173.99</c:v>
                </c:pt>
                <c:pt idx="1647">
                  <c:v>65769.95</c:v>
                </c:pt>
                <c:pt idx="1648">
                  <c:v>65858</c:v>
                </c:pt>
                <c:pt idx="1649">
                  <c:v>65602.00999999999</c:v>
                </c:pt>
                <c:pt idx="1650">
                  <c:v>63327.59</c:v>
                </c:pt>
                <c:pt idx="1651">
                  <c:v>60805.78</c:v>
                </c:pt>
                <c:pt idx="1652">
                  <c:v>60649.28</c:v>
                </c:pt>
                <c:pt idx="1653">
                  <c:v>60752.71</c:v>
                </c:pt>
                <c:pt idx="1654">
                  <c:v>62086</c:v>
                </c:pt>
                <c:pt idx="1655">
                  <c:v>62058</c:v>
                </c:pt>
                <c:pt idx="1656">
                  <c:v>62819.91</c:v>
                </c:pt>
                <c:pt idx="1657">
                  <c:v>62224</c:v>
                </c:pt>
                <c:pt idx="1658">
                  <c:v>62160.49</c:v>
                </c:pt>
                <c:pt idx="1659">
                  <c:v>60636.02</c:v>
                </c:pt>
                <c:pt idx="1660">
                  <c:v>60326.39</c:v>
                </c:pt>
                <c:pt idx="1661">
                  <c:v>62540</c:v>
                </c:pt>
                <c:pt idx="1662">
                  <c:v>63206.22</c:v>
                </c:pt>
                <c:pt idx="1663">
                  <c:v>62870.02</c:v>
                </c:pt>
                <c:pt idx="1664">
                  <c:v>66083.99000000001</c:v>
                </c:pt>
                <c:pt idx="1665">
                  <c:v>67074.14</c:v>
                </c:pt>
                <c:pt idx="1666">
                  <c:v>67620.00999999999</c:v>
                </c:pt>
                <c:pt idx="1667">
                  <c:v>67421.78</c:v>
                </c:pt>
                <c:pt idx="1668">
                  <c:v>68428</c:v>
                </c:pt>
                <c:pt idx="1669">
                  <c:v>68378</c:v>
                </c:pt>
                <c:pt idx="1670">
                  <c:v>69031.99000000001</c:v>
                </c:pt>
                <c:pt idx="1671">
                  <c:v>67377.5</c:v>
                </c:pt>
                <c:pt idx="1672">
                  <c:v>67426</c:v>
                </c:pt>
                <c:pt idx="1673">
                  <c:v>66668.64999999999</c:v>
                </c:pt>
                <c:pt idx="1674">
                  <c:v>68198.28</c:v>
                </c:pt>
                <c:pt idx="1675">
                  <c:v>66698.33</c:v>
                </c:pt>
                <c:pt idx="1676">
                  <c:v>67092.75999999999</c:v>
                </c:pt>
                <c:pt idx="1677">
                  <c:v>68021.7</c:v>
                </c:pt>
                <c:pt idx="1678">
                  <c:v>69962.21000000001</c:v>
                </c:pt>
                <c:pt idx="1679">
                  <c:v>72736.42</c:v>
                </c:pt>
                <c:pt idx="1680">
                  <c:v>72344.74000000001</c:v>
                </c:pt>
                <c:pt idx="1681">
                  <c:v>70292.00999999999</c:v>
                </c:pt>
                <c:pt idx="1682">
                  <c:v>69496.00999999999</c:v>
                </c:pt>
                <c:pt idx="1683">
                  <c:v>69374.74000000001</c:v>
                </c:pt>
                <c:pt idx="1684">
                  <c:v>68775.99000000001</c:v>
                </c:pt>
                <c:pt idx="1685">
                  <c:v>67850.00999999999</c:v>
                </c:pt>
                <c:pt idx="1686">
                  <c:v>69372.00999999999</c:v>
                </c:pt>
                <c:pt idx="1687">
                  <c:v>75571.99000000001</c:v>
                </c:pt>
                <c:pt idx="1688">
                  <c:v>75857.89</c:v>
                </c:pt>
                <c:pt idx="1689">
                  <c:v>76509.78</c:v>
                </c:pt>
                <c:pt idx="1690">
                  <c:v>76677.46000000001</c:v>
                </c:pt>
                <c:pt idx="1691">
                  <c:v>80370.00999999999</c:v>
                </c:pt>
                <c:pt idx="1692">
                  <c:v>88647.99000000001</c:v>
                </c:pt>
                <c:pt idx="1693">
                  <c:v>87952.00999999999</c:v>
                </c:pt>
                <c:pt idx="1694">
                  <c:v>90375.2</c:v>
                </c:pt>
                <c:pt idx="1695">
                  <c:v>87325.59</c:v>
                </c:pt>
                <c:pt idx="1696">
                  <c:v>91032.07000000001</c:v>
                </c:pt>
                <c:pt idx="1697">
                  <c:v>90586.92</c:v>
                </c:pt>
                <c:pt idx="1698">
                  <c:v>89855.99000000001</c:v>
                </c:pt>
                <c:pt idx="1699">
                  <c:v>90464.08</c:v>
                </c:pt>
                <c:pt idx="1700">
                  <c:v>92310.78999999999</c:v>
                </c:pt>
                <c:pt idx="1701">
                  <c:v>94286.56</c:v>
                </c:pt>
                <c:pt idx="1702">
                  <c:v>98317.12</c:v>
                </c:pt>
                <c:pt idx="1703">
                  <c:v>98892</c:v>
                </c:pt>
                <c:pt idx="1704">
                  <c:v>97672.39999999999</c:v>
                </c:pt>
                <c:pt idx="1705">
                  <c:v>97900.03999999999</c:v>
                </c:pt>
                <c:pt idx="1706">
                  <c:v>93010.00999999999</c:v>
                </c:pt>
                <c:pt idx="1707">
                  <c:v>91965.16</c:v>
                </c:pt>
                <c:pt idx="1708">
                  <c:v>95863.11</c:v>
                </c:pt>
                <c:pt idx="1709">
                  <c:v>95643.98</c:v>
                </c:pt>
                <c:pt idx="1710">
                  <c:v>97460</c:v>
                </c:pt>
                <c:pt idx="1711">
                  <c:v>96407.99000000001</c:v>
                </c:pt>
                <c:pt idx="1712">
                  <c:v>97185.17999999999</c:v>
                </c:pt>
                <c:pt idx="1713">
                  <c:v>95840.62</c:v>
                </c:pt>
                <c:pt idx="1714">
                  <c:v>95849.69</c:v>
                </c:pt>
                <c:pt idx="1715">
                  <c:v>98587.32000000001</c:v>
                </c:pt>
                <c:pt idx="1716">
                  <c:v>96945.63</c:v>
                </c:pt>
                <c:pt idx="1717">
                  <c:v>99740.84</c:v>
                </c:pt>
                <c:pt idx="1718">
                  <c:v>99831.99000000001</c:v>
                </c:pt>
                <c:pt idx="1719">
                  <c:v>101109.59</c:v>
                </c:pt>
                <c:pt idx="1720">
                  <c:v>97276.47</c:v>
                </c:pt>
                <c:pt idx="1721">
                  <c:v>96593</c:v>
                </c:pt>
                <c:pt idx="1722">
                  <c:v>101125</c:v>
                </c:pt>
                <c:pt idx="1723">
                  <c:v>100004.29</c:v>
                </c:pt>
                <c:pt idx="1724">
                  <c:v>101424.25</c:v>
                </c:pt>
                <c:pt idx="1725">
                  <c:v>101420</c:v>
                </c:pt>
                <c:pt idx="1726">
                  <c:v>104463.99</c:v>
                </c:pt>
                <c:pt idx="1727">
                  <c:v>106058.66</c:v>
                </c:pt>
                <c:pt idx="1728">
                  <c:v>106133.74</c:v>
                </c:pt>
                <c:pt idx="1729">
                  <c:v>100204.01</c:v>
                </c:pt>
                <c:pt idx="1730">
                  <c:v>97461.86</c:v>
                </c:pt>
                <c:pt idx="1731">
                  <c:v>97805.44</c:v>
                </c:pt>
                <c:pt idx="1732">
                  <c:v>97291.99000000001</c:v>
                </c:pt>
                <c:pt idx="1733">
                  <c:v>95186.27</c:v>
                </c:pt>
                <c:pt idx="1734">
                  <c:v>94881.47</c:v>
                </c:pt>
                <c:pt idx="1735">
                  <c:v>98663.58</c:v>
                </c:pt>
                <c:pt idx="1736">
                  <c:v>99429.60000000001</c:v>
                </c:pt>
                <c:pt idx="1737">
                  <c:v>95791.60000000001</c:v>
                </c:pt>
                <c:pt idx="1738">
                  <c:v>94299.03</c:v>
                </c:pt>
                <c:pt idx="1739">
                  <c:v>95300</c:v>
                </c:pt>
                <c:pt idx="1740">
                  <c:v>93738.2</c:v>
                </c:pt>
                <c:pt idx="1741">
                  <c:v>92792.05</c:v>
                </c:pt>
                <c:pt idx="1742">
                  <c:v>93576</c:v>
                </c:pt>
                <c:pt idx="1743">
                  <c:v>94591.78999999999</c:v>
                </c:pt>
                <c:pt idx="1744">
                  <c:v>96984.78999999999</c:v>
                </c:pt>
                <c:pt idx="1745">
                  <c:v>98174.17999999999</c:v>
                </c:pt>
                <c:pt idx="1746">
                  <c:v>98220.5</c:v>
                </c:pt>
                <c:pt idx="1747">
                  <c:v>98363.61</c:v>
                </c:pt>
                <c:pt idx="1748">
                  <c:v>102235.6</c:v>
                </c:pt>
                <c:pt idx="1749">
                  <c:v>96954.61</c:v>
                </c:pt>
                <c:pt idx="1750">
                  <c:v>95060.61</c:v>
                </c:pt>
                <c:pt idx="1751">
                  <c:v>92552.49000000001</c:v>
                </c:pt>
                <c:pt idx="1752">
                  <c:v>94726.11</c:v>
                </c:pt>
                <c:pt idx="1753">
                  <c:v>94599.99000000001</c:v>
                </c:pt>
                <c:pt idx="1754">
                  <c:v>94545.06</c:v>
                </c:pt>
                <c:pt idx="1755">
                  <c:v>94536.10000000001</c:v>
                </c:pt>
                <c:pt idx="1756">
                  <c:v>96560.86</c:v>
                </c:pt>
                <c:pt idx="1757">
                  <c:v>100497.35</c:v>
                </c:pt>
                <c:pt idx="1758">
                  <c:v>99987.3</c:v>
                </c:pt>
                <c:pt idx="1759">
                  <c:v>104077.48</c:v>
                </c:pt>
                <c:pt idx="1760">
                  <c:v>104556.23</c:v>
                </c:pt>
                <c:pt idx="1761">
                  <c:v>101331.57</c:v>
                </c:pt>
                <c:pt idx="1762">
                  <c:v>102260.01</c:v>
                </c:pt>
                <c:pt idx="1763">
                  <c:v>106143.82</c:v>
                </c:pt>
                <c:pt idx="1764">
                  <c:v>103706.66</c:v>
                </c:pt>
                <c:pt idx="1765">
                  <c:v>103910.34</c:v>
                </c:pt>
                <c:pt idx="1766">
                  <c:v>104870.5</c:v>
                </c:pt>
                <c:pt idx="1767">
                  <c:v>104746.85</c:v>
                </c:pt>
                <c:pt idx="1768">
                  <c:v>102620</c:v>
                </c:pt>
                <c:pt idx="1769">
                  <c:v>102082.83</c:v>
                </c:pt>
                <c:pt idx="1770">
                  <c:v>101335.52</c:v>
                </c:pt>
                <c:pt idx="1771">
                  <c:v>103733.24</c:v>
                </c:pt>
                <c:pt idx="1772">
                  <c:v>104722.94</c:v>
                </c:pt>
                <c:pt idx="1773">
                  <c:v>102429.56</c:v>
                </c:pt>
                <c:pt idx="1774">
                  <c:v>100635.65</c:v>
                </c:pt>
                <c:pt idx="1775">
                  <c:v>97700.59</c:v>
                </c:pt>
                <c:pt idx="1776">
                  <c:v>101328.52</c:v>
                </c:pt>
                <c:pt idx="1777">
                  <c:v>97763.13</c:v>
                </c:pt>
                <c:pt idx="1778">
                  <c:v>96612.42999999999</c:v>
                </c:pt>
                <c:pt idx="1779">
                  <c:v>96554.35000000001</c:v>
                </c:pt>
                <c:pt idx="1780">
                  <c:v>96506.8</c:v>
                </c:pt>
                <c:pt idx="1781">
                  <c:v>96444.74000000001</c:v>
                </c:pt>
                <c:pt idx="1782">
                  <c:v>96462.75</c:v>
                </c:pt>
                <c:pt idx="1783">
                  <c:v>97430.82000000001</c:v>
                </c:pt>
                <c:pt idx="1784">
                  <c:v>95778.2</c:v>
                </c:pt>
                <c:pt idx="1785">
                  <c:v>97869.99000000001</c:v>
                </c:pt>
                <c:pt idx="1786">
                  <c:v>96608.14</c:v>
                </c:pt>
                <c:pt idx="1787">
                  <c:v>97500.48</c:v>
                </c:pt>
                <c:pt idx="1788">
                  <c:v>97569.66</c:v>
                </c:pt>
                <c:pt idx="1789">
                  <c:v>96118.12</c:v>
                </c:pt>
                <c:pt idx="1790">
                  <c:v>95780</c:v>
                </c:pt>
                <c:pt idx="1791">
                  <c:v>95671.74000000001</c:v>
                </c:pt>
                <c:pt idx="1792">
                  <c:v>96644.37</c:v>
                </c:pt>
                <c:pt idx="1793">
                  <c:v>98305</c:v>
                </c:pt>
                <c:pt idx="1794">
                  <c:v>96181.98</c:v>
                </c:pt>
                <c:pt idx="1795">
                  <c:v>96551.00999999999</c:v>
                </c:pt>
                <c:pt idx="1796">
                  <c:v>96258</c:v>
                </c:pt>
                <c:pt idx="1797">
                  <c:v>91552.88</c:v>
                </c:pt>
                <c:pt idx="1798">
                  <c:v>88680.39999999999</c:v>
                </c:pt>
                <c:pt idx="1799">
                  <c:v>84250.09</c:v>
                </c:pt>
                <c:pt idx="1800">
                  <c:v>84708.58</c:v>
                </c:pt>
                <c:pt idx="1801">
                  <c:v>84349.94</c:v>
                </c:pt>
                <c:pt idx="1802">
                  <c:v>86064.53</c:v>
                </c:pt>
                <c:pt idx="1803">
                  <c:v>94270</c:v>
                </c:pt>
                <c:pt idx="1804">
                  <c:v>86220.61</c:v>
                </c:pt>
                <c:pt idx="1805">
                  <c:v>87281.98</c:v>
                </c:pt>
                <c:pt idx="1806">
                  <c:v>90606.00999999999</c:v>
                </c:pt>
                <c:pt idx="1807">
                  <c:v>89931.89</c:v>
                </c:pt>
                <c:pt idx="1808">
                  <c:v>86801.75</c:v>
                </c:pt>
                <c:pt idx="1809">
                  <c:v>86222.45</c:v>
                </c:pt>
                <c:pt idx="1810">
                  <c:v>80734.37</c:v>
                </c:pt>
                <c:pt idx="1811">
                  <c:v>78595.86</c:v>
                </c:pt>
                <c:pt idx="1812">
                  <c:v>82932.99000000001</c:v>
                </c:pt>
                <c:pt idx="1813">
                  <c:v>83680.12</c:v>
                </c:pt>
                <c:pt idx="1814">
                  <c:v>81115.78</c:v>
                </c:pt>
                <c:pt idx="1815">
                  <c:v>83983.2</c:v>
                </c:pt>
                <c:pt idx="1816">
                  <c:v>84338.44</c:v>
                </c:pt>
                <c:pt idx="1817">
                  <c:v>82574.53</c:v>
                </c:pt>
                <c:pt idx="1818">
                  <c:v>84010.03</c:v>
                </c:pt>
                <c:pt idx="1819">
                  <c:v>82715.03</c:v>
                </c:pt>
                <c:pt idx="1820">
                  <c:v>86845.94</c:v>
                </c:pt>
                <c:pt idx="1821">
                  <c:v>84223.39</c:v>
                </c:pt>
                <c:pt idx="1822">
                  <c:v>84088.78999999999</c:v>
                </c:pt>
                <c:pt idx="1823">
                  <c:v>83840.59</c:v>
                </c:pt>
                <c:pt idx="1824">
                  <c:v>86082.5</c:v>
                </c:pt>
                <c:pt idx="1825">
                  <c:v>87498.16</c:v>
                </c:pt>
                <c:pt idx="1826">
                  <c:v>87392.87</c:v>
                </c:pt>
                <c:pt idx="1827">
                  <c:v>86909.17</c:v>
                </c:pt>
                <c:pt idx="1828">
                  <c:v>87232.00999999999</c:v>
                </c:pt>
                <c:pt idx="1829">
                  <c:v>84424.38</c:v>
                </c:pt>
                <c:pt idx="1830">
                  <c:v>82648.53999999999</c:v>
                </c:pt>
                <c:pt idx="1831">
                  <c:v>82389.99000000001</c:v>
                </c:pt>
                <c:pt idx="1832">
                  <c:v>82550.00999999999</c:v>
                </c:pt>
                <c:pt idx="1833">
                  <c:v>85158.34</c:v>
                </c:pt>
                <c:pt idx="1834">
                  <c:v>82516.28999999999</c:v>
                </c:pt>
                <c:pt idx="1835">
                  <c:v>83213.09</c:v>
                </c:pt>
                <c:pt idx="1836">
                  <c:v>83889.87</c:v>
                </c:pt>
                <c:pt idx="1837">
                  <c:v>83537.99000000001</c:v>
                </c:pt>
                <c:pt idx="1838">
                  <c:v>78430</c:v>
                </c:pt>
                <c:pt idx="1839">
                  <c:v>79163.24000000001</c:v>
                </c:pt>
                <c:pt idx="1840">
                  <c:v>76322.42</c:v>
                </c:pt>
                <c:pt idx="1841">
                  <c:v>82615.22</c:v>
                </c:pt>
                <c:pt idx="1842">
                  <c:v>79607.3</c:v>
                </c:pt>
                <c:pt idx="1843">
                  <c:v>83423.84</c:v>
                </c:pt>
                <c:pt idx="1844">
                  <c:v>85276.89999999999</c:v>
                </c:pt>
                <c:pt idx="1845">
                  <c:v>83760</c:v>
                </c:pt>
                <c:pt idx="1846">
                  <c:v>84591.58</c:v>
                </c:pt>
                <c:pt idx="1847">
                  <c:v>83643.99000000001</c:v>
                </c:pt>
                <c:pt idx="1848">
                  <c:v>84030.38</c:v>
                </c:pt>
                <c:pt idx="1849">
                  <c:v>84947.91</c:v>
                </c:pt>
                <c:pt idx="1850">
                  <c:v>84474.69</c:v>
                </c:pt>
                <c:pt idx="1851">
                  <c:v>85077.00999999999</c:v>
                </c:pt>
                <c:pt idx="1852">
                  <c:v>85179.24000000001</c:v>
                </c:pt>
                <c:pt idx="1853">
                  <c:v>87516.23</c:v>
                </c:pt>
                <c:pt idx="1854">
                  <c:v>93442.99000000001</c:v>
                </c:pt>
                <c:pt idx="1855">
                  <c:v>93691.08</c:v>
                </c:pt>
                <c:pt idx="1856">
                  <c:v>93980.47</c:v>
                </c:pt>
                <c:pt idx="1857">
                  <c:v>94638.67999999999</c:v>
                </c:pt>
                <c:pt idx="1858">
                  <c:v>94628</c:v>
                </c:pt>
                <c:pt idx="1859">
                  <c:v>93749.3</c:v>
                </c:pt>
                <c:pt idx="1860">
                  <c:v>95011.17999999999</c:v>
                </c:pt>
                <c:pt idx="1861">
                  <c:v>94256.82000000001</c:v>
                </c:pt>
                <c:pt idx="1862">
                  <c:v>94172</c:v>
                </c:pt>
                <c:pt idx="1863">
                  <c:v>96489.91</c:v>
                </c:pt>
                <c:pt idx="1864">
                  <c:v>96887.14</c:v>
                </c:pt>
                <c:pt idx="1865">
                  <c:v>95856.42</c:v>
                </c:pt>
                <c:pt idx="1866">
                  <c:v>94277.62</c:v>
                </c:pt>
                <c:pt idx="1867">
                  <c:v>94733.67999999999</c:v>
                </c:pt>
                <c:pt idx="1868">
                  <c:v>96834.02</c:v>
                </c:pt>
                <c:pt idx="1869">
                  <c:v>97030.5</c:v>
                </c:pt>
                <c:pt idx="1870">
                  <c:v>103261.6</c:v>
                </c:pt>
                <c:pt idx="1871">
                  <c:v>102971.99</c:v>
                </c:pt>
                <c:pt idx="1872">
                  <c:v>104809.53</c:v>
                </c:pt>
                <c:pt idx="1873">
                  <c:v>104118</c:v>
                </c:pt>
                <c:pt idx="1874">
                  <c:v>102791.32</c:v>
                </c:pt>
                <c:pt idx="1875">
                  <c:v>104103.72</c:v>
                </c:pt>
                <c:pt idx="1876">
                  <c:v>103507.82</c:v>
                </c:pt>
                <c:pt idx="1877">
                  <c:v>103763.71</c:v>
                </c:pt>
                <c:pt idx="1878">
                  <c:v>103463.9</c:v>
                </c:pt>
                <c:pt idx="1879">
                  <c:v>103126.65</c:v>
                </c:pt>
                <c:pt idx="1880">
                  <c:v>106454.26</c:v>
                </c:pt>
                <c:pt idx="1881">
                  <c:v>105573.74</c:v>
                </c:pt>
                <c:pt idx="1882">
                  <c:v>106849.99</c:v>
                </c:pt>
                <c:pt idx="1883">
                  <c:v>109643.99</c:v>
                </c:pt>
                <c:pt idx="1884">
                  <c:v>111696.21</c:v>
                </c:pt>
                <c:pt idx="1885">
                  <c:v>107318.3</c:v>
                </c:pt>
                <c:pt idx="1886">
                  <c:v>107761.91</c:v>
                </c:pt>
                <c:pt idx="1887">
                  <c:v>109004.19</c:v>
                </c:pt>
                <c:pt idx="1888">
                  <c:v>109434.79</c:v>
                </c:pt>
                <c:pt idx="1889">
                  <c:v>108938.17</c:v>
                </c:pt>
                <c:pt idx="1890">
                  <c:v>107781.78</c:v>
                </c:pt>
                <c:pt idx="1891">
                  <c:v>105589.75</c:v>
                </c:pt>
                <c:pt idx="1892">
                  <c:v>103985.48</c:v>
                </c:pt>
                <c:pt idx="1893">
                  <c:v>104591.88</c:v>
                </c:pt>
                <c:pt idx="1894">
                  <c:v>105642.93</c:v>
                </c:pt>
                <c:pt idx="1895">
                  <c:v>105857.99</c:v>
                </c:pt>
                <c:pt idx="1896">
                  <c:v>105376.89</c:v>
                </c:pt>
                <c:pt idx="1897">
                  <c:v>104696.86</c:v>
                </c:pt>
                <c:pt idx="1898">
                  <c:v>101508.68</c:v>
                </c:pt>
                <c:pt idx="1899">
                  <c:v>104288.44</c:v>
                </c:pt>
                <c:pt idx="1900">
                  <c:v>105552.15</c:v>
                </c:pt>
                <c:pt idx="1901">
                  <c:v>105734</c:v>
                </c:pt>
                <c:pt idx="1902">
                  <c:v>110263.02</c:v>
                </c:pt>
                <c:pt idx="1903">
                  <c:v>110274.39</c:v>
                </c:pt>
                <c:pt idx="1904">
                  <c:v>108645.12</c:v>
                </c:pt>
                <c:pt idx="1905">
                  <c:v>105671.73</c:v>
                </c:pt>
                <c:pt idx="1906">
                  <c:v>106066.59</c:v>
                </c:pt>
                <c:pt idx="1907">
                  <c:v>105414.64</c:v>
                </c:pt>
                <c:pt idx="1908">
                  <c:v>105594.01</c:v>
                </c:pt>
                <c:pt idx="1909">
                  <c:v>106794.53</c:v>
                </c:pt>
                <c:pt idx="1910">
                  <c:v>104551.17</c:v>
                </c:pt>
                <c:pt idx="1911">
                  <c:v>104886.78</c:v>
                </c:pt>
                <c:pt idx="1912">
                  <c:v>104658.59</c:v>
                </c:pt>
                <c:pt idx="1913">
                  <c:v>103297.99</c:v>
                </c:pt>
                <c:pt idx="1914">
                  <c:v>102120.01</c:v>
                </c:pt>
                <c:pt idx="1915">
                  <c:v>100963.87</c:v>
                </c:pt>
                <c:pt idx="1916">
                  <c:v>105333.93</c:v>
                </c:pt>
                <c:pt idx="1917">
                  <c:v>106083</c:v>
                </c:pt>
                <c:pt idx="1918">
                  <c:v>107340.58</c:v>
                </c:pt>
                <c:pt idx="1919">
                  <c:v>106947.06</c:v>
                </c:pt>
                <c:pt idx="1920">
                  <c:v>107047.59</c:v>
                </c:pt>
                <c:pt idx="1921">
                  <c:v>107296.79</c:v>
                </c:pt>
                <c:pt idx="1922">
                  <c:v>108356.93</c:v>
                </c:pt>
                <c:pt idx="1923">
                  <c:v>107146.5</c:v>
                </c:pt>
                <c:pt idx="1924">
                  <c:v>105681.14</c:v>
                </c:pt>
                <c:pt idx="1925">
                  <c:v>108849.6</c:v>
                </c:pt>
                <c:pt idx="1926">
                  <c:v>109584.78</c:v>
                </c:pt>
                <c:pt idx="1927">
                  <c:v>107984.24</c:v>
                </c:pt>
                <c:pt idx="1928">
                  <c:v>108198.12</c:v>
                </c:pt>
                <c:pt idx="1929">
                  <c:v>109203.84</c:v>
                </c:pt>
                <c:pt idx="1930">
                  <c:v>108262.94</c:v>
                </c:pt>
                <c:pt idx="1931">
                  <c:v>108922.98</c:v>
                </c:pt>
                <c:pt idx="1932">
                  <c:v>111233.99</c:v>
                </c:pt>
                <c:pt idx="1933">
                  <c:v>116010</c:v>
                </c:pt>
                <c:pt idx="1934">
                  <c:v>117527.66</c:v>
                </c:pt>
                <c:pt idx="1935">
                  <c:v>117420</c:v>
                </c:pt>
                <c:pt idx="1936">
                  <c:v>119086.64</c:v>
                </c:pt>
                <c:pt idx="1937">
                  <c:v>119841.18</c:v>
                </c:pt>
                <c:pt idx="1938">
                  <c:v>117758.09</c:v>
                </c:pt>
                <c:pt idx="1939">
                  <c:v>118630.43</c:v>
                </c:pt>
                <c:pt idx="1940">
                  <c:v>119177.56</c:v>
                </c:pt>
                <c:pt idx="1941">
                  <c:v>117924.84</c:v>
                </c:pt>
                <c:pt idx="1942">
                  <c:v>117840</c:v>
                </c:pt>
                <c:pt idx="1943">
                  <c:v>117265.12</c:v>
                </c:pt>
                <c:pt idx="1944">
                  <c:v>117380.36</c:v>
                </c:pt>
                <c:pt idx="1945">
                  <c:v>119954.42</c:v>
                </c:pt>
                <c:pt idx="1946">
                  <c:v>118755.99</c:v>
                </c:pt>
                <c:pt idx="1947">
                  <c:v>118340.99</c:v>
                </c:pt>
                <c:pt idx="1948">
                  <c:v>117614.31</c:v>
                </c:pt>
                <c:pt idx="1949">
                  <c:v>117919.99</c:v>
                </c:pt>
                <c:pt idx="1950">
                  <c:v>119415.55</c:v>
                </c:pt>
                <c:pt idx="1951">
                  <c:v>118062.32</c:v>
                </c:pt>
                <c:pt idx="1952">
                  <c:v>117950.76</c:v>
                </c:pt>
                <c:pt idx="1953">
                  <c:v>117840.3</c:v>
                </c:pt>
                <c:pt idx="1954">
                  <c:v>115764.08</c:v>
                </c:pt>
                <c:pt idx="1955">
                  <c:v>113297.93</c:v>
                </c:pt>
                <c:pt idx="1956">
                  <c:v>112546.35</c:v>
                </c:pt>
                <c:pt idx="1957">
                  <c:v>114208.8</c:v>
                </c:pt>
                <c:pt idx="1958">
                  <c:v>115055.03</c:v>
                </c:pt>
                <c:pt idx="1959">
                  <c:v>114129.75</c:v>
                </c:pt>
                <c:pt idx="1960">
                  <c:v>114992.27</c:v>
                </c:pt>
                <c:pt idx="1961">
                  <c:v>117472.01</c:v>
                </c:pt>
                <c:pt idx="1962">
                  <c:v>116674.74</c:v>
                </c:pt>
                <c:pt idx="1963">
                  <c:v>116462.25</c:v>
                </c:pt>
                <c:pt idx="1964">
                  <c:v>119294.01</c:v>
                </c:pt>
                <c:pt idx="1965">
                  <c:v>118686</c:v>
                </c:pt>
                <c:pt idx="1966">
                  <c:v>120134.08</c:v>
                </c:pt>
                <c:pt idx="1967">
                  <c:v>123306.43</c:v>
                </c:pt>
                <c:pt idx="1968">
                  <c:v>118295.09</c:v>
                </c:pt>
                <c:pt idx="1969">
                  <c:v>117342.05</c:v>
                </c:pt>
                <c:pt idx="1970">
                  <c:v>117380.66</c:v>
                </c:pt>
                <c:pt idx="1971">
                  <c:v>117405.01</c:v>
                </c:pt>
                <c:pt idx="1972">
                  <c:v>116227.05</c:v>
                </c:pt>
                <c:pt idx="1973">
                  <c:v>112872.94</c:v>
                </c:pt>
                <c:pt idx="1974">
                  <c:v>114271.24</c:v>
                </c:pt>
                <c:pt idx="1975">
                  <c:v>112500</c:v>
                </c:pt>
                <c:pt idx="1976">
                  <c:v>116935.99</c:v>
                </c:pt>
                <c:pt idx="1977">
                  <c:v>115438.05</c:v>
                </c:pt>
                <c:pt idx="1978">
                  <c:v>113493.59</c:v>
                </c:pt>
                <c:pt idx="1979">
                  <c:v>110111.98</c:v>
                </c:pt>
                <c:pt idx="1980">
                  <c:v>111763.22</c:v>
                </c:pt>
                <c:pt idx="1981">
                  <c:v>111262.01</c:v>
                </c:pt>
                <c:pt idx="1982">
                  <c:v>112566.9</c:v>
                </c:pt>
                <c:pt idx="1983">
                  <c:v>108377.4</c:v>
                </c:pt>
                <c:pt idx="1984">
                  <c:v>108816.33</c:v>
                </c:pt>
                <c:pt idx="1985">
                  <c:v>108246.35</c:v>
                </c:pt>
                <c:pt idx="1986">
                  <c:v>109237.42</c:v>
                </c:pt>
                <c:pt idx="1987">
                  <c:v>111240.01</c:v>
                </c:pt>
                <c:pt idx="1988">
                  <c:v>111705.71</c:v>
                </c:pt>
                <c:pt idx="1989">
                  <c:v>110730.87</c:v>
                </c:pt>
                <c:pt idx="1990">
                  <c:v>110659.99</c:v>
                </c:pt>
                <c:pt idx="1991">
                  <c:v>110187.97</c:v>
                </c:pt>
                <c:pt idx="1992">
                  <c:v>111137.34</c:v>
                </c:pt>
                <c:pt idx="1993">
                  <c:v>112065.23</c:v>
                </c:pt>
                <c:pt idx="1994">
                  <c:v>111546.39</c:v>
                </c:pt>
                <c:pt idx="1995">
                  <c:v>113960</c:v>
                </c:pt>
                <c:pt idx="1996">
                  <c:v>115482.69</c:v>
                </c:pt>
                <c:pt idx="1997">
                  <c:v>116029.42</c:v>
                </c:pt>
                <c:pt idx="1998">
                  <c:v>115918.29</c:v>
                </c:pt>
                <c:pt idx="1999">
                  <c:v>115268.01</c:v>
                </c:pt>
                <c:pt idx="2000">
                  <c:v>115349.71</c:v>
                </c:pt>
                <c:pt idx="2001">
                  <c:v>116788.96</c:v>
                </c:pt>
                <c:pt idx="2002">
                  <c:v>116447.59</c:v>
                </c:pt>
                <c:pt idx="2003">
                  <c:v>117073.53</c:v>
                </c:pt>
                <c:pt idx="2004">
                  <c:v>115632.38</c:v>
                </c:pt>
                <c:pt idx="2005">
                  <c:v>115685.63</c:v>
                </c:pt>
                <c:pt idx="2006">
                  <c:v>115232.29</c:v>
                </c:pt>
                <c:pt idx="2007">
                  <c:v>112650.99</c:v>
                </c:pt>
                <c:pt idx="2008">
                  <c:v>111998.8</c:v>
                </c:pt>
                <c:pt idx="2009">
                  <c:v>113307</c:v>
                </c:pt>
                <c:pt idx="2010">
                  <c:v>108994.49</c:v>
                </c:pt>
                <c:pt idx="2011">
                  <c:v>109643.46</c:v>
                </c:pt>
                <c:pt idx="2012">
                  <c:v>109635.85</c:v>
                </c:pt>
                <c:pt idx="2013">
                  <c:v>112163.95</c:v>
                </c:pt>
                <c:pt idx="2014">
                  <c:v>114311.96</c:v>
                </c:pt>
                <c:pt idx="2015">
                  <c:v>114048.93</c:v>
                </c:pt>
                <c:pt idx="2016">
                  <c:v>118594.99</c:v>
                </c:pt>
                <c:pt idx="2017">
                  <c:v>120529.35</c:v>
                </c:pt>
                <c:pt idx="2018">
                  <c:v>122232</c:v>
                </c:pt>
                <c:pt idx="2019">
                  <c:v>122391</c:v>
                </c:pt>
                <c:pt idx="2020">
                  <c:v>123482.31</c:v>
                </c:pt>
                <c:pt idx="2021">
                  <c:v>124658.54</c:v>
                </c:pt>
                <c:pt idx="2022">
                  <c:v>121332.95</c:v>
                </c:pt>
                <c:pt idx="2023">
                  <c:v>123306</c:v>
                </c:pt>
                <c:pt idx="2024">
                  <c:v>121662.4</c:v>
                </c:pt>
                <c:pt idx="2025">
                  <c:v>112774.5</c:v>
                </c:pt>
                <c:pt idx="2026">
                  <c:v>110644.4</c:v>
                </c:pt>
                <c:pt idx="2027">
                  <c:v>114958.8</c:v>
                </c:pt>
                <c:pt idx="2028">
                  <c:v>115166</c:v>
                </c:pt>
                <c:pt idx="2029">
                  <c:v>113028.14</c:v>
                </c:pt>
                <c:pt idx="2030">
                  <c:v>110763.28</c:v>
                </c:pt>
                <c:pt idx="2031">
                  <c:v>108194.28</c:v>
                </c:pt>
                <c:pt idx="2032">
                  <c:v>106431.68</c:v>
                </c:pt>
                <c:pt idx="2033">
                  <c:v>107185.01</c:v>
                </c:pt>
                <c:pt idx="2034">
                  <c:v>108642.78</c:v>
                </c:pt>
                <c:pt idx="2035">
                  <c:v>110532.09</c:v>
                </c:pt>
                <c:pt idx="2036">
                  <c:v>108297.67</c:v>
                </c:pt>
                <c:pt idx="2037">
                  <c:v>107567.44</c:v>
                </c:pt>
                <c:pt idx="2038">
                  <c:v>110078.18</c:v>
                </c:pt>
                <c:pt idx="2039">
                  <c:v>111004.89</c:v>
                </c:pt>
                <c:pt idx="2040">
                  <c:v>111646.27</c:v>
                </c:pt>
                <c:pt idx="2041">
                  <c:v>114559.4</c:v>
                </c:pt>
                <c:pt idx="2042">
                  <c:v>114107.65</c:v>
                </c:pt>
                <c:pt idx="2043">
                  <c:v>112898.45</c:v>
                </c:pt>
                <c:pt idx="2044">
                  <c:v>110021.29</c:v>
                </c:pt>
                <c:pt idx="2045">
                  <c:v>108322.88</c:v>
                </c:pt>
                <c:pt idx="2046">
                  <c:v>109608.01</c:v>
                </c:pt>
                <c:pt idx="2047">
                  <c:v>110098.1</c:v>
                </c:pt>
                <c:pt idx="2048">
                  <c:v>110540.68</c:v>
                </c:pt>
                <c:pt idx="2049">
                  <c:v>106583.04</c:v>
                </c:pt>
                <c:pt idx="2050">
                  <c:v>101497.22</c:v>
                </c:pt>
                <c:pt idx="2051">
                  <c:v>103885.16</c:v>
                </c:pt>
                <c:pt idx="2052">
                  <c:v>101346.04</c:v>
                </c:pt>
                <c:pt idx="2053">
                  <c:v>103339.08</c:v>
                </c:pt>
                <c:pt idx="2054">
                  <c:v>102312.94</c:v>
                </c:pt>
                <c:pt idx="2055">
                  <c:v>104722.96</c:v>
                </c:pt>
                <c:pt idx="2056">
                  <c:v>106011.13</c:v>
                </c:pt>
                <c:pt idx="2057">
                  <c:v>103058.99</c:v>
                </c:pt>
                <c:pt idx="2058">
                  <c:v>101654.37</c:v>
                </c:pt>
                <c:pt idx="2059">
                  <c:v>99692.02</c:v>
                </c:pt>
                <c:pt idx="2060">
                  <c:v>94594</c:v>
                </c:pt>
                <c:pt idx="2061">
                  <c:v>95596.24000000001</c:v>
                </c:pt>
                <c:pt idx="2062">
                  <c:v>94261.44</c:v>
                </c:pt>
                <c:pt idx="2063">
                  <c:v>92215.14</c:v>
                </c:pt>
                <c:pt idx="2064">
                  <c:v>92960.83</c:v>
                </c:pt>
                <c:pt idx="2065">
                  <c:v>91554.96000000001</c:v>
                </c:pt>
                <c:pt idx="2066">
                  <c:v>86637.23</c:v>
                </c:pt>
                <c:pt idx="2067">
                  <c:v>85129.42999999999</c:v>
                </c:pt>
                <c:pt idx="2068">
                  <c:v>84739.74000000001</c:v>
                </c:pt>
                <c:pt idx="2069">
                  <c:v>86830</c:v>
                </c:pt>
                <c:pt idx="2070">
                  <c:v>88300.00999999999</c:v>
                </c:pt>
                <c:pt idx="2071">
                  <c:v>87369.96000000001</c:v>
                </c:pt>
                <c:pt idx="2072">
                  <c:v>90484.02</c:v>
                </c:pt>
                <c:pt idx="2073">
                  <c:v>91333.95</c:v>
                </c:pt>
                <c:pt idx="2074">
                  <c:v>90890.7</c:v>
                </c:pt>
                <c:pt idx="2075">
                  <c:v>90802.44</c:v>
                </c:pt>
                <c:pt idx="2076">
                  <c:v>90360</c:v>
                </c:pt>
                <c:pt idx="2077">
                  <c:v>86286.00999999999</c:v>
                </c:pt>
                <c:pt idx="2078">
                  <c:v>91277.88</c:v>
                </c:pt>
                <c:pt idx="2079">
                  <c:v>93429.95</c:v>
                </c:pt>
                <c:pt idx="2080">
                  <c:v>92078.06</c:v>
                </c:pt>
                <c:pt idx="2081">
                  <c:v>89330.03999999999</c:v>
                </c:pt>
                <c:pt idx="2082">
                  <c:v>89236.78999999999</c:v>
                </c:pt>
                <c:pt idx="2083">
                  <c:v>90395.31</c:v>
                </c:pt>
                <c:pt idx="2084">
                  <c:v>90634.34</c:v>
                </c:pt>
                <c:pt idx="2085">
                  <c:v>92678.8</c:v>
                </c:pt>
                <c:pt idx="2086">
                  <c:v>92015.37</c:v>
                </c:pt>
                <c:pt idx="2087">
                  <c:v>92513.38</c:v>
                </c:pt>
                <c:pt idx="2088">
                  <c:v>90268.42</c:v>
                </c:pt>
                <c:pt idx="2089">
                  <c:v>90240.00999999999</c:v>
                </c:pt>
                <c:pt idx="2090">
                  <c:v>88172.17</c:v>
                </c:pt>
                <c:pt idx="2091">
                  <c:v>86432.08</c:v>
                </c:pt>
                <c:pt idx="2092">
                  <c:v>87863.42</c:v>
                </c:pt>
                <c:pt idx="2093">
                  <c:v>86243.22</c:v>
                </c:pt>
                <c:pt idx="2094">
                  <c:v>85516.41</c:v>
                </c:pt>
                <c:pt idx="2095">
                  <c:v>88136.94</c:v>
                </c:pt>
                <c:pt idx="2096">
                  <c:v>88360.89999999999</c:v>
                </c:pt>
                <c:pt idx="2097">
                  <c:v>88658.86</c:v>
                </c:pt>
                <c:pt idx="2098">
                  <c:v>88620.78999999999</c:v>
                </c:pt>
                <c:pt idx="2099">
                  <c:v>87486</c:v>
                </c:pt>
                <c:pt idx="2100">
                  <c:v>87669.45</c:v>
                </c:pt>
                <c:pt idx="2101">
                  <c:v>87225.27</c:v>
                </c:pt>
                <c:pt idx="2102">
                  <c:v>87369.56</c:v>
                </c:pt>
                <c:pt idx="2103">
                  <c:v>87877.00999999999</c:v>
                </c:pt>
                <c:pt idx="2104">
                  <c:v>87952.71000000001</c:v>
                </c:pt>
                <c:pt idx="2105">
                  <c:v>87237.13</c:v>
                </c:pt>
                <c:pt idx="2106">
                  <c:v>88485.49000000001</c:v>
                </c:pt>
                <c:pt idx="2107">
                  <c:v>87648.22</c:v>
                </c:pt>
                <c:pt idx="2108">
                  <c:v>88839.03999999999</c:v>
                </c:pt>
                <c:pt idx="2109">
                  <c:v>89995.13</c:v>
                </c:pt>
                <c:pt idx="2110">
                  <c:v>90628.00999999999</c:v>
                </c:pt>
                <c:pt idx="2111">
                  <c:v>91529.73</c:v>
                </c:pt>
                <c:pt idx="2112">
                  <c:v>93859.71000000001</c:v>
                </c:pt>
                <c:pt idx="2113">
                  <c:v>93747.97</c:v>
                </c:pt>
                <c:pt idx="2114">
                  <c:v>91364.16</c:v>
                </c:pt>
                <c:pt idx="2115">
                  <c:v>91099.99000000001</c:v>
                </c:pt>
                <c:pt idx="2116">
                  <c:v>90641.28</c:v>
                </c:pt>
                <c:pt idx="2117">
                  <c:v>90504.7</c:v>
                </c:pt>
                <c:pt idx="2118">
                  <c:v>91013.64999999999</c:v>
                </c:pt>
                <c:pt idx="2119">
                  <c:v>91296.2</c:v>
                </c:pt>
                <c:pt idx="2120">
                  <c:v>95414</c:v>
                </c:pt>
                <c:pt idx="2121">
                  <c:v>96951.78</c:v>
                </c:pt>
                <c:pt idx="2122">
                  <c:v>95604.8</c:v>
                </c:pt>
                <c:pt idx="2123">
                  <c:v>95550.94</c:v>
                </c:pt>
                <c:pt idx="2124">
                  <c:v>95147.77</c:v>
                </c:pt>
                <c:pt idx="2125">
                  <c:v>93673.14</c:v>
                </c:pt>
                <c:pt idx="2126">
                  <c:v>92631</c:v>
                </c:pt>
                <c:pt idx="2127">
                  <c:v>88427.66</c:v>
                </c:pt>
                <c:pt idx="2128">
                  <c:v>89454.73</c:v>
                </c:pt>
                <c:pt idx="2129">
                  <c:v>89559.67</c:v>
                </c:pt>
                <c:pt idx="2130">
                  <c:v>89600.25999999999</c:v>
                </c:pt>
                <c:pt idx="2131">
                  <c:v>89225.34</c:v>
                </c:pt>
                <c:pt idx="2132">
                  <c:v>86670.36</c:v>
                </c:pt>
                <c:pt idx="2133">
                  <c:v>88347.08</c:v>
                </c:pt>
                <c:pt idx="2134">
                  <c:v>89250</c:v>
                </c:pt>
                <c:pt idx="2135">
                  <c:v>89299.99000000001</c:v>
                </c:pt>
                <c:pt idx="2136">
                  <c:v>84650.16</c:v>
                </c:pt>
                <c:pt idx="2137">
                  <c:v>84260.49000000001</c:v>
                </c:pt>
                <c:pt idx="2138">
                  <c:v>78741.09</c:v>
                </c:pt>
                <c:pt idx="2139">
                  <c:v>76968.21000000001</c:v>
                </c:pt>
                <c:pt idx="2140">
                  <c:v>78738.61</c:v>
                </c:pt>
                <c:pt idx="2141">
                  <c:v>75770.21000000001</c:v>
                </c:pt>
                <c:pt idx="2142">
                  <c:v>73165.83</c:v>
                </c:pt>
                <c:pt idx="2143">
                  <c:v>62909.86</c:v>
                </c:pt>
                <c:pt idx="2144">
                  <c:v>70580.25999999999</c:v>
                </c:pt>
                <c:pt idx="2145">
                  <c:v>69289.38</c:v>
                </c:pt>
                <c:pt idx="2146">
                  <c:v>70330.38</c:v>
                </c:pt>
                <c:pt idx="2147">
                  <c:v>70138</c:v>
                </c:pt>
                <c:pt idx="2148">
                  <c:v>68841.28999999999</c:v>
                </c:pt>
                <c:pt idx="2149">
                  <c:v>67082.52</c:v>
                </c:pt>
                <c:pt idx="2150">
                  <c:v>66272.17</c:v>
                </c:pt>
                <c:pt idx="2151">
                  <c:v>68853.96000000001</c:v>
                </c:pt>
                <c:pt idx="2152">
                  <c:v>69822.95</c:v>
                </c:pt>
                <c:pt idx="2153">
                  <c:v>68832.58</c:v>
                </c:pt>
                <c:pt idx="2154">
                  <c:v>68892.42999999999</c:v>
                </c:pt>
                <c:pt idx="2155">
                  <c:v>67503.52</c:v>
                </c:pt>
                <c:pt idx="2156">
                  <c:v>66461</c:v>
                </c:pt>
                <c:pt idx="2157">
                  <c:v>67003.73</c:v>
                </c:pt>
                <c:pt idx="2158">
                  <c:v>68020.00999999999</c:v>
                </c:pt>
                <c:pt idx="2159">
                  <c:v>67975.92999999999</c:v>
                </c:pt>
                <c:pt idx="2160">
                  <c:v>67643.39999999999</c:v>
                </c:pt>
                <c:pt idx="2161">
                  <c:v>64656.02</c:v>
                </c:pt>
                <c:pt idx="2162">
                  <c:v>64058.15</c:v>
                </c:pt>
                <c:pt idx="2163">
                  <c:v>67988.03999999999</c:v>
                </c:pt>
                <c:pt idx="2164">
                  <c:v>67485.17999999999</c:v>
                </c:pt>
                <c:pt idx="2165">
                  <c:v>65872.10000000001</c:v>
                </c:pt>
                <c:pt idx="2166">
                  <c:v>66973.25999999999</c:v>
                </c:pt>
                <c:pt idx="2167">
                  <c:v>65776.47</c:v>
                </c:pt>
                <c:pt idx="2168">
                  <c:v>68830.06</c:v>
                </c:pt>
                <c:pt idx="2169">
                  <c:v>68338</c:v>
                </c:pt>
                <c:pt idx="2170">
                  <c:v>72666.77</c:v>
                </c:pt>
                <c:pt idx="2171">
                  <c:v>70890.72</c:v>
                </c:pt>
                <c:pt idx="2172">
                  <c:v>68114.02</c:v>
                </c:pt>
                <c:pt idx="2173">
                  <c:v>67262.91</c:v>
                </c:pt>
                <c:pt idx="2174">
                  <c:v>65971.2</c:v>
                </c:pt>
                <c:pt idx="2175">
                  <c:v>68432.16</c:v>
                </c:pt>
                <c:pt idx="2176">
                  <c:v>69948.63</c:v>
                </c:pt>
                <c:pt idx="2177">
                  <c:v>70191.86</c:v>
                </c:pt>
                <c:pt idx="2178">
                  <c:v>70541.34</c:v>
                </c:pt>
                <c:pt idx="2179">
                  <c:v>70930</c:v>
                </c:pt>
                <c:pt idx="2180">
                  <c:v>71211.95</c:v>
                </c:pt>
                <c:pt idx="2181">
                  <c:v>72815.24000000001</c:v>
                </c:pt>
                <c:pt idx="2182">
                  <c:v>74884.67</c:v>
                </c:pt>
                <c:pt idx="2183">
                  <c:v>73909.36</c:v>
                </c:pt>
                <c:pt idx="2184">
                  <c:v>71246.53999999999</c:v>
                </c:pt>
                <c:pt idx="2185">
                  <c:v>69930</c:v>
                </c:pt>
                <c:pt idx="2186">
                  <c:v>70510.73</c:v>
                </c:pt>
                <c:pt idx="2187">
                  <c:v>68918.12</c:v>
                </c:pt>
                <c:pt idx="2188">
                  <c:v>67859</c:v>
                </c:pt>
                <c:pt idx="2189">
                  <c:v>70906.45</c:v>
                </c:pt>
                <c:pt idx="2190">
                  <c:v>70556.74000000001</c:v>
                </c:pt>
                <c:pt idx="2191">
                  <c:v>71336.53</c:v>
                </c:pt>
                <c:pt idx="2192">
                  <c:v>68820.31</c:v>
                </c:pt>
                <c:pt idx="2193">
                  <c:v>66407.28</c:v>
                </c:pt>
                <c:pt idx="2194">
                  <c:v>66377.03</c:v>
                </c:pt>
                <c:pt idx="2195">
                  <c:v>66010.92999999999</c:v>
                </c:pt>
                <c:pt idx="2196">
                  <c:v>66797.37</c:v>
                </c:pt>
                <c:pt idx="2197">
                  <c:v>68284.48</c:v>
                </c:pt>
                <c:pt idx="2198">
                  <c:v>68113.92</c:v>
                </c:pt>
                <c:pt idx="2199">
                  <c:v>66901.99000000001</c:v>
                </c:pt>
                <c:pt idx="2200">
                  <c:v>66964.3</c:v>
                </c:pt>
                <c:pt idx="2201">
                  <c:v>67300.42</c:v>
                </c:pt>
                <c:pt idx="2202">
                  <c:v>69034.17999999999</c:v>
                </c:pt>
                <c:pt idx="2203">
                  <c:v>68853.66</c:v>
                </c:pt>
                <c:pt idx="2204">
                  <c:v>71924.22</c:v>
                </c:pt>
                <c:pt idx="2205">
                  <c:v>71069.92999999999</c:v>
                </c:pt>
                <c:pt idx="2206">
                  <c:v>71787.97</c:v>
                </c:pt>
                <c:pt idx="2207">
                  <c:v>72962.7</c:v>
                </c:pt>
                <c:pt idx="2208">
                  <c:v>73043.16</c:v>
                </c:pt>
                <c:pt idx="2209">
                  <c:v>70740.98</c:v>
                </c:pt>
                <c:pt idx="2210">
                  <c:v>74417.99000000001</c:v>
                </c:pt>
                <c:pt idx="2211">
                  <c:v>74131.55</c:v>
                </c:pt>
                <c:pt idx="2212">
                  <c:v>74809.99000000001</c:v>
                </c:pt>
                <c:pt idx="2213">
                  <c:v>75154.28999999999</c:v>
                </c:pt>
                <c:pt idx="2214">
                  <c:v>77072</c:v>
                </c:pt>
                <c:pt idx="2215">
                  <c:v>75691.75999999999</c:v>
                </c:pt>
                <c:pt idx="2216">
                  <c:v>73801.78999999999</c:v>
                </c:pt>
                <c:pt idx="2217">
                  <c:v>75840.97</c:v>
                </c:pt>
                <c:pt idx="2218">
                  <c:v>76336.14999999999</c:v>
                </c:pt>
                <c:pt idx="2219">
                  <c:v>78178.23</c:v>
                </c:pt>
                <c:pt idx="2220">
                  <c:v>78257.48</c:v>
                </c:pt>
                <c:pt idx="2221">
                  <c:v>77437.13</c:v>
                </c:pt>
                <c:pt idx="2222">
                  <c:v>77625</c:v>
                </c:pt>
                <c:pt idx="2223">
                  <c:v>78657.55</c:v>
                </c:pt>
                <c:pt idx="2224">
                  <c:v>77371.32000000001</c:v>
                </c:pt>
                <c:pt idx="2225">
                  <c:v>76342.77</c:v>
                </c:pt>
                <c:pt idx="2226">
                  <c:v>75780</c:v>
                </c:pt>
                <c:pt idx="2227">
                  <c:v>76346.57000000001</c:v>
                </c:pt>
                <c:pt idx="2228">
                  <c:v>78231.13</c:v>
                </c:pt>
                <c:pt idx="2229">
                  <c:v>78686.85000000001</c:v>
                </c:pt>
                <c:pt idx="2230">
                  <c:v>78568.57000000001</c:v>
                </c:pt>
                <c:pt idx="2231">
                  <c:v>79861.00999999999</c:v>
                </c:pt>
                <c:pt idx="2232">
                  <c:v>80905.52</c:v>
                </c:pt>
                <c:pt idx="2233">
                  <c:v>81447.00999999999</c:v>
                </c:pt>
                <c:pt idx="2234">
                  <c:v>80006</c:v>
                </c:pt>
                <c:pt idx="2235">
                  <c:v>80193.17</c:v>
                </c:pt>
                <c:pt idx="2236">
                  <c:v>80678.39999999999</c:v>
                </c:pt>
                <c:pt idx="2237">
                  <c:v>82210.07000000001</c:v>
                </c:pt>
                <c:pt idx="2238">
                  <c:v>81745.64999999999</c:v>
                </c:pt>
                <c:pt idx="2239">
                  <c:v>80504.47</c:v>
                </c:pt>
                <c:pt idx="2240">
                  <c:v>79313.61</c:v>
                </c:pt>
                <c:pt idx="2241">
                  <c:v>81089.99000000001</c:v>
                </c:pt>
                <c:pt idx="2242">
                  <c:v>79113.21000000001</c:v>
                </c:pt>
                <c:pt idx="2243">
                  <c:v>78148.05</c:v>
                </c:pt>
                <c:pt idx="2244">
                  <c:v>77457.67</c:v>
                </c:pt>
                <c:pt idx="2245">
                  <c:v>77001.87</c:v>
                </c:pt>
                <c:pt idx="2246">
                  <c:v>76834.36</c:v>
                </c:pt>
                <c:pt idx="2247">
                  <c:v>77552.23</c:v>
                </c:pt>
                <c:pt idx="2248">
                  <c:v>77615.52</c:v>
                </c:pt>
                <c:pt idx="2249">
                  <c:v>75539.5</c:v>
                </c:pt>
                <c:pt idx="2250">
                  <c:v>76752.00999999999</c:v>
                </c:pt>
                <c:pt idx="2251">
                  <c:v>77064.96000000001</c:v>
                </c:pt>
                <c:pt idx="2252">
                  <c:v>77322.00999999999</c:v>
                </c:pt>
                <c:pt idx="2253">
                  <c:v>75930.00999999999</c:v>
                </c:pt>
                <c:pt idx="2254">
                  <c:v>74449.3</c:v>
                </c:pt>
                <c:pt idx="2255">
                  <c:v>73617.50999999999</c:v>
                </c:pt>
                <c:pt idx="2256">
                  <c:v>73460.78</c:v>
                </c:pt>
                <c:pt idx="2257">
                  <c:v>73884.38</c:v>
                </c:pt>
                <c:pt idx="2258">
                  <c:v>73674.39</c:v>
                </c:pt>
                <c:pt idx="2259">
                  <c:v>71408.89999999999</c:v>
                </c:pt>
                <c:pt idx="2260">
                  <c:v>66760.83</c:v>
                </c:pt>
                <c:pt idx="2261">
                  <c:v>64142.75</c:v>
                </c:pt>
                <c:pt idx="2262">
                  <c:v>63885.99</c:v>
                </c:pt>
                <c:pt idx="2263">
                  <c:v>61056.47</c:v>
                </c:pt>
                <c:pt idx="2264">
                  <c:v>60884.62</c:v>
                </c:pt>
                <c:pt idx="2265">
                  <c:v>63332.01</c:v>
                </c:pt>
                <c:pt idx="2266">
                  <c:v>63085.99</c:v>
                </c:pt>
                <c:pt idx="2267">
                  <c:v>61730</c:v>
                </c:pt>
                <c:pt idx="2268">
                  <c:v>61510.99</c:v>
                </c:pt>
                <c:pt idx="2269">
                  <c:v>63625.99</c:v>
                </c:pt>
                <c:pt idx="2270">
                  <c:v>63580.01</c:v>
                </c:pt>
                <c:pt idx="2271">
                  <c:v>64458.01</c:v>
                </c:pt>
                <c:pt idx="2272">
                  <c:v>65746.45</c:v>
                </c:pt>
                <c:pt idx="2273">
                  <c:v>66328.74000000001</c:v>
                </c:pt>
                <c:pt idx="2274">
                  <c:v>65675.00999999999</c:v>
                </c:pt>
                <c:pt idx="2275">
                  <c:v>64509.4</c:v>
                </c:pt>
                <c:pt idx="2276">
                  <c:v>62958.01</c:v>
                </c:pt>
                <c:pt idx="2277">
                  <c:v>63543.91</c:v>
                </c:pt>
                <c:pt idx="2278">
                  <c:v>64298.01</c:v>
                </c:pt>
                <c:pt idx="2279">
                  <c:v>63311.99</c:v>
                </c:pt>
                <c:pt idx="2280">
                  <c:v>64020.01</c:v>
                </c:pt>
                <c:pt idx="2281">
                  <c:v>62734.57</c:v>
                </c:pt>
                <c:pt idx="2282">
                  <c:v>61077.99</c:v>
                </c:pt>
                <c:pt idx="2283">
                  <c:v>59794</c:v>
                </c:pt>
                <c:pt idx="2284">
                  <c:v>60097.27</c:v>
                </c:pt>
                <c:pt idx="2285">
                  <c:v>60029</c:v>
                </c:pt>
                <c:pt idx="2286">
                  <c:v>59577.01</c:v>
                </c:pt>
                <c:pt idx="2287">
                  <c:v>60260.21</c:v>
                </c:pt>
                <c:pt idx="2288">
                  <c:v>58624.71</c:v>
                </c:pt>
                <c:pt idx="2289">
                  <c:v>60024</c:v>
                </c:pt>
                <c:pt idx="2290">
                  <c:v>61560</c:v>
                </c:pt>
                <c:pt idx="2291">
                  <c:v>62583.26</c:v>
                </c:pt>
                <c:pt idx="2292">
                  <c:v>63144.01</c:v>
                </c:pt>
                <c:pt idx="2293">
                  <c:v>63650</c:v>
                </c:pt>
                <c:pt idx="2294">
                  <c:v>64042.02</c:v>
                </c:pt>
                <c:pt idx="2295">
                  <c:v>63363.99</c:v>
                </c:pt>
                <c:pt idx="2296">
                  <c:v>62290</c:v>
                </c:pt>
                <c:pt idx="2297">
                  <c:v>63230</c:v>
                </c:pt>
                <c:pt idx="2298">
                  <c:v>64161.72</c:v>
                </c:pt>
                <c:pt idx="2299">
                  <c:v>63819</c:v>
                </c:pt>
                <c:pt idx="2300">
                  <c:v>63780</c:v>
                </c:pt>
                <c:pt idx="2301">
                  <c:v>62334.52</c:v>
                </c:pt>
                <c:pt idx="2302">
                  <c:v>65043.98</c:v>
                </c:pt>
                <c:pt idx="2303">
                  <c:v>64756.28</c:v>
                </c:pt>
                <c:pt idx="2304">
                  <c:v>63830.2</c:v>
                </c:pt>
                <c:pt idx="2305">
                  <c:v>63931.67</c:v>
                </c:pt>
                <c:pt idx="2306">
                  <c:v>64834.22</c:v>
                </c:pt>
                <c:pt idx="2307">
                  <c:v>64722.54</c:v>
                </c:pt>
                <c:pt idx="2308">
                  <c:v>65255.51</c:v>
                </c:pt>
                <c:pt idx="2309">
                  <c:v>66556.16</c:v>
                </c:pt>
                <c:pt idx="2310">
                  <c:v>66114.49000000001</c:v>
                </c:pt>
                <c:pt idx="2311">
                  <c:v>65098.97</c:v>
                </c:pt>
                <c:pt idx="2312">
                  <c:v>64139.99</c:v>
                </c:pt>
                <c:pt idx="2313">
                  <c:v>64375</c:v>
                </c:pt>
                <c:pt idx="2314">
                  <c:v>65399.99</c:v>
                </c:pt>
                <c:pt idx="2315">
                  <c:v>63755.86</c:v>
                </c:pt>
                <c:pt idx="2316">
                  <c:v>63915</c:v>
                </c:pt>
                <c:pt idx="2317">
                  <c:v>63984.28</c:v>
                </c:pt>
                <c:pt idx="2318">
                  <c:v>64780.02</c:v>
                </c:pt>
                <c:pt idx="2319">
                  <c:v>62887.88</c:v>
                </c:pt>
                <c:pt idx="2320">
                  <c:v>62823.64</c:v>
                </c:pt>
                <c:pt idx="2321">
                  <c:v>63570</c:v>
                </c:pt>
                <c:pt idx="2322">
                  <c:v>63520</c:v>
                </c:pt>
                <c:pt idx="2323">
                  <c:v>64106.56</c:v>
                </c:pt>
                <c:pt idx="2324">
                  <c:v>64665.23</c:v>
                </c:pt>
                <c:pt idx="2325">
                  <c:v>64323.61</c:v>
                </c:pt>
                <c:pt idx="2326">
                  <c:v>64923.19</c:v>
                </c:pt>
                <c:pt idx="2327">
                  <c:v>64962.6</c:v>
                </c:pt>
                <c:pt idx="2328">
                  <c:v>64901.59</c:v>
                </c:pt>
                <c:pt idx="2329">
                  <c:v>63970.01</c:v>
                </c:pt>
                <c:pt idx="2330">
                  <c:v>63600</c:v>
                </c:pt>
                <c:pt idx="2331">
                  <c:v>63479.99</c:v>
                </c:pt>
                <c:pt idx="2332">
                  <c:v>63490.86</c:v>
                </c:pt>
                <c:pt idx="2333">
                  <c:v>63043.56</c:v>
                </c:pt>
                <c:pt idx="2334">
                  <c:v>63086.01</c:v>
                </c:pt>
                <c:pt idx="2335">
                  <c:v>62900</c:v>
                </c:pt>
                <c:pt idx="2336">
                  <c:v>64532.1</c:v>
                </c:pt>
                <c:pt idx="2337">
                  <c:v>64725.42</c:v>
                </c:pt>
                <c:pt idx="2338">
                  <c:v>69334.78999999999</c:v>
                </c:pt>
                <c:pt idx="2339">
                  <c:v>73025.14999999999</c:v>
                </c:pt>
                <c:pt idx="2340">
                  <c:v>78338.03</c:v>
                </c:pt>
                <c:pt idx="2341">
                  <c:v>77074.92999999999</c:v>
                </c:pt>
                <c:pt idx="2342">
                  <c:v>77734</c:v>
                </c:pt>
                <c:pt idx="2343">
                  <c:v>78992.75</c:v>
                </c:pt>
                <c:pt idx="2344">
                  <c:v>78539.14</c:v>
                </c:pt>
                <c:pt idx="2345">
                  <c:v>79023.75</c:v>
                </c:pt>
                <c:pt idx="2346">
                  <c:v>80249.58</c:v>
                </c:pt>
                <c:pt idx="2347">
                  <c:v>77845.87</c:v>
                </c:pt>
                <c:pt idx="2348">
                  <c:v>78230</c:v>
                </c:pt>
                <c:pt idx="2349">
                  <c:v>77682</c:v>
                </c:pt>
                <c:pt idx="2350">
                  <c:v>78581.28999999999</c:v>
                </c:pt>
                <c:pt idx="2351">
                  <c:v>77439</c:v>
                </c:pt>
                <c:pt idx="2352">
                  <c:v>77340.00999999999</c:v>
                </c:pt>
                <c:pt idx="2353">
                  <c:v>81270.37</c:v>
                </c:pt>
                <c:pt idx="2354">
                  <c:v>79660.77</c:v>
                </c:pt>
                <c:pt idx="2355">
                  <c:v>79831.75</c:v>
                </c:pt>
                <c:pt idx="2356">
                  <c:v>80341.83</c:v>
                </c:pt>
                <c:pt idx="2357">
                  <c:v>79112.00999999999</c:v>
                </c:pt>
                <c:pt idx="2358">
                  <c:v>78455.8</c:v>
                </c:pt>
                <c:pt idx="2359">
                  <c:v>78306.42999999999</c:v>
                </c:pt>
                <c:pt idx="2360">
                  <c:v>76568.72</c:v>
                </c:pt>
                <c:pt idx="2361">
                  <c:v>77225.7</c:v>
                </c:pt>
                <c:pt idx="2362">
                  <c:v>77278.73</c:v>
                </c:pt>
                <c:pt idx="2363">
                  <c:v>76842.00999999999</c:v>
                </c:pt>
                <c:pt idx="2364">
                  <c:v>78189.21000000001</c:v>
                </c:pt>
                <c:pt idx="2365">
                  <c:v>75644.48</c:v>
                </c:pt>
                <c:pt idx="2366">
                  <c:v>76206.00999999999</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000" b="0" dirty="0">
                <a:solidFill>
                  <a:srgbClr val="142735"/>
                </a:solidFill>
                <a:latin typeface="Arial"/>
              </a:rPr>
              <a:t/>
            </a:r>
            <a:endParaRPr lang="en-US" sz="1000"/>
          </a:p>
        </c:txPr>
        <c:crossAx val="200"/>
        <c:crosses val="autoZero"/>
        <c:auto val="1"/>
        <c:lblAlgn val="ctr"/>
        <c:lblOffset val="100"/>
        <c:tickLblSkip val="339"/>
        <c:tickMarkSkip val="339"/>
      </c:catAx>
      <c:valAx>
        <c:axId val="200"/>
        <c:scaling>
          <c:orientation val="minMax"/>
          <c:max val="148413.96399999998"/>
          <c:min val="-5996.2919999999995"/>
        </c:scaling>
        <c:delete val="0"/>
        <c:axPos val="l"/>
        <c:majorGridlines>
          <c:spPr>
            <a:ln w="6350">
              <a:solidFill>
                <a:srgbClr val="DFE5EA"/>
              </a:solidFill>
            </a:ln>
          </c:spPr>
        </c:majorGridlines>
        <c:numFmt formatCode="#,##0" sourceLinked="0"/>
        <c:majorTickMark val="none"/>
        <c:minorTickMark val="none"/>
        <c:tickLblPos val="nextTo"/>
        <c:spPr>
          <a:ln w="7620">
            <a:solidFill>
              <a:srgbClr val="C3CDD5"/>
            </a:solidFill>
          </a:ln>
        </c:spPr>
        <c:txPr>
          <a:bodyPr/>
          <a:lstStyle/>
          <a:p>
            <a:pPr marL="0" marR="0" indent="0"/>
            <a:r>
              <a:rPr lang="en-US" sz="1000" b="0" dirty="0">
                <a:solidFill>
                  <a:srgbClr val="142735"/>
                </a:solidFill>
                <a:latin typeface="Arial"/>
              </a:rPr>
              <a:t/>
            </a:r>
            <a:endParaRPr lang="en-US" sz="1000"/>
          </a:p>
        </c:txPr>
        <c:crossAx val="100"/>
        <c:crosses val="autoZero"/>
        <c:crossBetween val="between"/>
        <c:majorUnit val="30882.051199999994"/>
      </c:valAx>
    </c:plotArea>
    <c:plotVisOnly val="1"/>
    <c:dispBlanksAs val="gap"/>
    <c:showDLblsOverMax val="0"/>
  </c:chart>
  <c:spPr>
    <a:solidFill>
      <a:srgbClr val="FFFFFF"/>
    </a:solidFill>
    <a:ln>
      <a:noFill/>
    </a:ln>
  </c:spPr>
  <c:txPr>
    <a:bodyPr/>
    <a:lstStyle/>
    <a:p>
      <a:pPr marL="0" marR="0" indent="0"/>
      <a:r>
        <a:rPr lang="en-US" sz="1000" b="0" dirty="0">
          <a:solidFill>
            <a:srgbClr val="142735"/>
          </a:solidFill>
          <a:latin typeface="Arial"/>
        </a:rPr>
        <a:t/>
      </a:r>
      <a:endParaRPr lang="en-US" sz="1000"/>
    </a:p>
  </c:txPr>
  <c:externalData r:id="rId1">
    <c:autoUpdate val="0"/>
  </c:externalData>
</c:chartSpace>
</file>

<file path=ppt/charts/chart2.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200" b="1" dirty="0">
                <a:solidFill>
                  <a:srgbClr val="142735"/>
                </a:solidFill>
                <a:latin typeface="Arial"/>
              </a:rPr>
              <a:t>2026 windows: days since 1 January; endpoints exclusive</a:t>
            </a:r>
            <a:endParaRPr lang="en-US" sz="1200"/>
          </a:p>
        </c:rich>
      </c:tx>
      <c:overlay val="0"/>
    </c:title>
    <c:autoTitleDeleted val="0"/>
    <c:plotArea>
      <c:layout/>
      <c:barChart>
        <c:barDir val="bar"/>
        <c:grouping val="stacked"/>
        <c:varyColors val="0"/>
        <c:ser>
          <c:idx val="0"/>
          <c:order val="0"/>
          <c:tx>
            <c:strRef>
              <c:f>Data!$B$1</c:f>
              <c:strCache>
                <c:ptCount val="1"/>
                <c:pt idx="0">
                  <c:v>Start offset</c:v>
                </c:pt>
              </c:strCache>
            </c:strRef>
          </c:tx>
          <c:spPr>
            <a:noFill/>
            <a:ln>
              <a:noFill/>
            </a:ln>
          </c:spPr>
          <c:invertIfNegative val="0"/>
          <c:cat>
            <c:strRef>
              <c:f>Data!$A$2:$A$6</c:f>
              <c:strCache>
                <c:ptCount val="5"/>
                <c:pt idx="0">
                  <c:v>Validation 1  19 Jan–18 Feb</c:v>
                </c:pt>
                <c:pt idx="1">
                  <c:v>Validation 2  20 Mar–19 Apr</c:v>
                </c:pt>
                <c:pt idx="2">
                  <c:v>Validation 3  19 May–18 Jun</c:v>
                </c:pt>
                <c:pt idx="3">
                  <c:v>Validation 4  18 Jul–17 Aug</c:v>
                </c:pt>
                <c:pt idx="4">
                  <c:v>Evaluation  17 Aug–17 Sep</c:v>
                </c:pt>
              </c:strCache>
            </c:strRef>
          </c:cat>
          <c:val>
            <c:numRef>
              <c:f>Data!$B$2:$B$6</c:f>
              <c:numCache>
                <c:formatCode>0.00</c:formatCode>
                <c:ptCount val="5"/>
                <c:pt idx="0">
                  <c:v>18</c:v>
                </c:pt>
                <c:pt idx="1">
                  <c:v>78</c:v>
                </c:pt>
                <c:pt idx="2">
                  <c:v>138</c:v>
                </c:pt>
                <c:pt idx="3">
                  <c:v>198</c:v>
                </c:pt>
                <c:pt idx="4">
                  <c:v>228</c:v>
                </c:pt>
              </c:numCache>
            </c:numRef>
          </c:val>
        </c:ser>
        <c:ser>
          <c:idx val="1"/>
          <c:order val="1"/>
          <c:tx>
            <c:strRef>
              <c:f>Data!$C$1</c:f>
              <c:strCache>
                <c:ptCount val="1"/>
                <c:pt idx="0">
                  <c:v>Duration</c:v>
                </c:pt>
              </c:strCache>
            </c:strRef>
          </c:tx>
          <c:spPr>
            <a:solidFill>
              <a:srgbClr val="2166AC"/>
            </a:solidFill>
            <a:ln>
              <a:noFill/>
            </a:ln>
          </c:spPr>
          <c:invertIfNegative val="0"/>
          <c:dPt>
            <c:idx val="0"/>
            <c:spPr>
              <a:solidFill>
                <a:srgbClr val="C66118"/>
              </a:solidFill>
              <a:ln>
                <a:noFill/>
              </a:ln>
            </c:spPr>
          </c:dPt>
          <c:dPt>
            <c:idx val="1"/>
            <c:spPr>
              <a:solidFill>
                <a:srgbClr val="C66118"/>
              </a:solidFill>
              <a:ln>
                <a:noFill/>
              </a:ln>
            </c:spPr>
          </c:dPt>
          <c:dPt>
            <c:idx val="2"/>
            <c:spPr>
              <a:solidFill>
                <a:srgbClr val="C66118"/>
              </a:solidFill>
              <a:ln>
                <a:noFill/>
              </a:ln>
            </c:spPr>
          </c:dPt>
          <c:dPt>
            <c:idx val="3"/>
            <c:spPr>
              <a:solidFill>
                <a:srgbClr val="C66118"/>
              </a:solidFill>
              <a:ln>
                <a:noFill/>
              </a:ln>
            </c:spPr>
          </c:dPt>
          <c:dPt>
            <c:idx val="4"/>
            <c:spPr>
              <a:solidFill>
                <a:srgbClr val="237A57"/>
              </a:solidFill>
              <a:ln>
                <a:noFill/>
              </a:ln>
            </c:spPr>
          </c:dPt>
          <c:cat>
            <c:strRef>
              <c:f>Data!$A$2:$A$6</c:f>
              <c:strCache>
                <c:ptCount val="5"/>
                <c:pt idx="0">
                  <c:v>Validation 1  19 Jan–18 Feb</c:v>
                </c:pt>
                <c:pt idx="1">
                  <c:v>Validation 2  20 Mar–19 Apr</c:v>
                </c:pt>
                <c:pt idx="2">
                  <c:v>Validation 3  19 May–18 Jun</c:v>
                </c:pt>
                <c:pt idx="3">
                  <c:v>Validation 4  18 Jul–17 Aug</c:v>
                </c:pt>
                <c:pt idx="4">
                  <c:v>Evaluation  17 Aug–17 Sep</c:v>
                </c:pt>
              </c:strCache>
            </c:strRef>
          </c:cat>
          <c:val>
            <c:numRef>
              <c:f>Data!$C$2:$C$6</c:f>
              <c:numCache>
                <c:formatCode>0.00</c:formatCode>
                <c:ptCount val="5"/>
                <c:pt idx="0">
                  <c:v>30</c:v>
                </c:pt>
                <c:pt idx="1">
                  <c:v>30</c:v>
                </c:pt>
                <c:pt idx="2">
                  <c:v>30</c:v>
                </c:pt>
                <c:pt idx="3">
                  <c:v>30</c:v>
                </c:pt>
                <c:pt idx="4">
                  <c:v>31</c:v>
                </c:pt>
              </c:numCache>
            </c:numRef>
          </c:val>
        </c:ser>
        <c:gapWidth val="70"/>
        <c:overlap val="100"/>
        <c:axId val="100"/>
        <c:axId val="200"/>
      </c:barChart>
      <c:catAx>
        <c:axId val="100"/>
        <c:scaling>
          <c:orientation val="maxMin"/>
        </c:scaling>
        <c:delete val="0"/>
        <c:axPos val="l"/>
        <c:majorTickMark val="none"/>
        <c:minorTickMark val="none"/>
        <c:tickLblPos val="low"/>
        <c:spPr>
          <a:ln w="7620">
            <a:solidFill>
              <a:srgbClr val="C3CDD5"/>
            </a:solidFill>
          </a:ln>
        </c:spPr>
        <c:txPr>
          <a:bodyPr/>
          <a:lstStyle/>
          <a:p>
            <a:pPr marL="0" marR="0" indent="0"/>
            <a:r>
              <a:rPr lang="en-US" sz="1000" b="0" dirty="0">
                <a:solidFill>
                  <a:srgbClr val="142735"/>
                </a:solidFill>
                <a:latin typeface="Arial"/>
              </a:rPr>
              <a:t/>
            </a:r>
            <a:endParaRPr lang="en-US" sz="1000"/>
          </a:p>
        </c:txPr>
        <c:crossAx val="200"/>
        <c:crosses val="autoZero"/>
        <c:auto val="1"/>
        <c:lblAlgn val="ctr"/>
        <c:lblOffset val="100"/>
      </c:catAx>
      <c:valAx>
        <c:axId val="200"/>
        <c:scaling>
          <c:orientation val="minMax"/>
          <c:max val="273"/>
          <c:min val="0"/>
        </c:scaling>
        <c:delete val="0"/>
        <c:axPos val="b"/>
        <c:majorGridlines>
          <c:spPr>
            <a:ln w="6350">
              <a:solidFill>
                <a:srgbClr val="DFE5EA"/>
              </a:solidFill>
            </a:ln>
          </c:spPr>
        </c:majorGridlines>
        <c:numFmt formatCode="0" sourceLinked="0"/>
        <c:majorTickMark val="none"/>
        <c:minorTickMark val="none"/>
        <c:tickLblPos val="nextTo"/>
        <c:spPr>
          <a:ln w="7620">
            <a:solidFill>
              <a:srgbClr val="C3CDD5"/>
            </a:solidFill>
          </a:ln>
        </c:spPr>
        <c:txPr>
          <a:bodyPr/>
          <a:lstStyle/>
          <a:p>
            <a:pPr marL="0" marR="0" indent="0"/>
            <a:r>
              <a:rPr lang="en-US" sz="1000" b="0" dirty="0">
                <a:solidFill>
                  <a:srgbClr val="142735"/>
                </a:solidFill>
                <a:latin typeface="Arial"/>
              </a:rPr>
              <a:t/>
            </a:r>
            <a:endParaRPr lang="en-US" sz="1000"/>
          </a:p>
        </c:txPr>
        <c:crossAx val="100"/>
        <c:crosses val="max"/>
        <c:crossBetween val="between"/>
        <c:majorUnit val="54.6"/>
      </c:valAx>
    </c:plotArea>
    <c:plotVisOnly val="1"/>
    <c:dispBlanksAs val="gap"/>
    <c:showDLblsOverMax val="0"/>
  </c:chart>
  <c:spPr>
    <a:solidFill>
      <a:srgbClr val="FFFFFF"/>
    </a:solidFill>
    <a:ln>
      <a:noFill/>
    </a:ln>
  </c:spPr>
  <c:txPr>
    <a:bodyPr/>
    <a:lstStyle/>
    <a:p>
      <a:pPr marL="0" marR="0" indent="0"/>
      <a:r>
        <a:rPr lang="en-US" sz="1000" b="0" dirty="0">
          <a:solidFill>
            <a:srgbClr val="142735"/>
          </a:solidFill>
          <a:latin typeface="Arial"/>
        </a:rPr>
        <a:t/>
      </a:r>
      <a:endParaRPr lang="en-US" sz="1000"/>
    </a:p>
  </c:txPr>
  <c:externalData r:id="rId1">
    <c:autoUpdate val="0"/>
  </c:externalData>
</c:chartSpace>
</file>

<file path=ppt/charts/chart3.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Nine discrete target positions</a:t>
            </a:r>
            <a:endParaRPr lang="en-US" sz="1400"/>
          </a:p>
        </c:rich>
      </c:tx>
      <c:overlay val="0"/>
    </c:title>
    <c:autoTitleDeleted val="0"/>
    <c:plotArea>
      <c:layout/>
      <c:barChart>
        <c:barDir val="col"/>
        <c:grouping val="clustered"/>
        <c:varyColors val="0"/>
        <c:ser>
          <c:idx val="0"/>
          <c:order val="0"/>
          <c:tx>
            <c:strRef>
              <c:f>Data!$B$1</c:f>
              <c:strCache>
                <c:ptCount val="1"/>
                <c:pt idx="0">
                  <c:v>Exposure</c:v>
                </c:pt>
              </c:strCache>
            </c:strRef>
          </c:tx>
          <c:spPr>
            <a:solidFill>
              <a:srgbClr val="2166AC"/>
            </a:solidFill>
            <a:ln>
              <a:noFill/>
            </a:ln>
          </c:spPr>
          <c:invertIfNegative val="0"/>
          <c:dPt>
            <c:idx val="0"/>
            <c:spPr>
              <a:solidFill>
                <a:srgbClr val="AE4E56"/>
              </a:solidFill>
              <a:ln>
                <a:noFill/>
              </a:ln>
            </c:spPr>
          </c:dPt>
          <c:dPt>
            <c:idx val="1"/>
            <c:spPr>
              <a:solidFill>
                <a:srgbClr val="AE4E56"/>
              </a:solidFill>
              <a:ln>
                <a:noFill/>
              </a:ln>
            </c:spPr>
          </c:dPt>
          <c:dPt>
            <c:idx val="2"/>
            <c:spPr>
              <a:solidFill>
                <a:srgbClr val="AE4E56"/>
              </a:solidFill>
              <a:ln>
                <a:noFill/>
              </a:ln>
            </c:spPr>
          </c:dPt>
          <c:dPt>
            <c:idx val="3"/>
            <c:spPr>
              <a:solidFill>
                <a:srgbClr val="AE4E56"/>
              </a:solidFill>
              <a:ln>
                <a:noFill/>
              </a:ln>
            </c:spPr>
          </c:dPt>
          <c:dPt>
            <c:idx val="4"/>
            <c:spPr>
              <a:solidFill>
                <a:srgbClr val="777C85"/>
              </a:solidFill>
              <a:ln>
                <a:noFill/>
              </a:ln>
            </c:spPr>
          </c:dPt>
          <c:dPt>
            <c:idx val="5"/>
            <c:spPr>
              <a:solidFill>
                <a:srgbClr val="237A57"/>
              </a:solidFill>
              <a:ln>
                <a:noFill/>
              </a:ln>
            </c:spPr>
          </c:dPt>
          <c:dPt>
            <c:idx val="6"/>
            <c:spPr>
              <a:solidFill>
                <a:srgbClr val="237A57"/>
              </a:solidFill>
              <a:ln>
                <a:noFill/>
              </a:ln>
            </c:spPr>
          </c:dPt>
          <c:dPt>
            <c:idx val="7"/>
            <c:spPr>
              <a:solidFill>
                <a:srgbClr val="237A57"/>
              </a:solidFill>
              <a:ln>
                <a:noFill/>
              </a:ln>
            </c:spPr>
          </c:dPt>
          <c:dPt>
            <c:idx val="8"/>
            <c:spPr>
              <a:solidFill>
                <a:srgbClr val="237A57"/>
              </a:solidFill>
              <a:ln>
                <a:noFill/>
              </a:ln>
            </c:spPr>
          </c:dPt>
          <c:cat>
            <c:strRef>
              <c:f>Data!$A$2:$A$10</c:f>
              <c:strCache>
                <c:ptCount val="9"/>
                <c:pt idx="0">
                  <c:v>-1.0</c:v>
                </c:pt>
                <c:pt idx="1">
                  <c:v>-0.75</c:v>
                </c:pt>
                <c:pt idx="2">
                  <c:v>-0.5</c:v>
                </c:pt>
                <c:pt idx="3">
                  <c:v>-0.25</c:v>
                </c:pt>
                <c:pt idx="4">
                  <c:v>0.0</c:v>
                </c:pt>
                <c:pt idx="5">
                  <c:v>0.25</c:v>
                </c:pt>
                <c:pt idx="6">
                  <c:v>0.5</c:v>
                </c:pt>
                <c:pt idx="7">
                  <c:v>0.75</c:v>
                </c:pt>
                <c:pt idx="8">
                  <c:v>1.0</c:v>
                </c:pt>
              </c:strCache>
            </c:strRef>
          </c:cat>
          <c:val>
            <c:numRef>
              <c:f>Data!$B$2:$B$10</c:f>
              <c:numCache>
                <c:formatCode>0.##</c:formatCode>
                <c:ptCount val="9"/>
                <c:pt idx="0">
                  <c:v>-1</c:v>
                </c:pt>
                <c:pt idx="1">
                  <c:v>-0.75</c:v>
                </c:pt>
                <c:pt idx="2">
                  <c:v>-0.5</c:v>
                </c:pt>
                <c:pt idx="3">
                  <c:v>-0.25</c:v>
                </c:pt>
                <c:pt idx="4">
                  <c:v>0</c:v>
                </c:pt>
                <c:pt idx="5">
                  <c:v>0.25</c:v>
                </c:pt>
                <c:pt idx="6">
                  <c:v>0.5</c:v>
                </c:pt>
                <c:pt idx="7">
                  <c:v>0.75</c:v>
                </c:pt>
                <c:pt idx="8">
                  <c:v>1</c:v>
                </c:pt>
              </c:numCache>
            </c:numRef>
          </c:val>
        </c:ser>
        <c:dLbls>
          <c:numFmt formatCode="0.##" sourceLinked="0"/>
          <c:txPr>
            <a:bodyPr/>
            <a:lstStyle/>
            <a:p>
              <a:pPr marL="0" marR="0" indent="0"/>
              <a:r>
                <a:rPr lang="en-US" sz="1000" b="0" dirty="0">
                  <a:solidFill>
                    <a:srgbClr val="142735"/>
                  </a:solidFill>
                  <a:latin typeface="Arial"/>
                </a:rPr>
                <a:t/>
              </a:r>
              <a:endParaRPr lang="en-US" sz="1000"/>
            </a:p>
          </c:txPr>
          <c:dLblPos val="outEnd"/>
          <c:showLegendKey val="0"/>
          <c:showVal val="1"/>
          <c:showCatName val="0"/>
          <c:showSerName val="0"/>
        </c:dLbls>
        <c:gapWidth val="70"/>
        <c:overlap val="0"/>
        <c:axId val="100"/>
        <c:axId val="200"/>
      </c:bar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1.1"/>
          <c:min val="-1.1"/>
        </c:scaling>
        <c:delete val="0"/>
        <c:axPos val="l"/>
        <c:majorGridlines>
          <c:spPr>
            <a:ln w="6350">
              <a:solidFill>
                <a:srgbClr val="DFE5EA"/>
              </a:solidFill>
            </a:ln>
          </c:spPr>
        </c:majorGridlines>
        <c:numFmt formatCode="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0.44000000000000006"/>
      </c:valAx>
    </c:plotArea>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4.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Screening: fold returns and four-fold means (%)</a:t>
            </a:r>
            <a:endParaRPr lang="en-US" sz="1400"/>
          </a:p>
        </c:rich>
      </c:tx>
      <c:overlay val="0"/>
    </c:title>
    <c:autoTitleDeleted val="0"/>
    <c:plotArea>
      <c:layout/>
      <c:barChart>
        <c:barDir val="col"/>
        <c:grouping val="clustered"/>
        <c:varyColors val="0"/>
        <c:ser>
          <c:idx val="0"/>
          <c:order val="0"/>
          <c:tx>
            <c:strRef>
              <c:f>Data!$B$1</c:f>
              <c:strCache>
                <c:ptCount val="1"/>
                <c:pt idx="0">
                  <c:v>Four-fold mean</c:v>
                </c:pt>
              </c:strCache>
            </c:strRef>
          </c:tx>
          <c:spPr>
            <a:solidFill>
              <a:srgbClr val="9EBACB"/>
            </a:solidFill>
            <a:ln>
              <a:noFill/>
            </a:ln>
          </c:spPr>
          <c:invertIfNegative val="0"/>
          <c:cat>
            <c:strRef>
              <c:f>Data!$A$2:$A$8</c:f>
              <c:strCache>
                <c:ptCount val="7"/>
                <c:pt idx="0">
                  <c:v>baseline</c:v>
                </c:pt>
                <c:pt idx="1">
                  <c:v>short
horizon</c:v>
                </c:pt>
                <c:pt idx="2">
                  <c:v>exploration</c:v>
                </c:pt>
                <c:pt idx="3">
                  <c:v>cautious</c:v>
                </c:pt>
                <c:pt idx="4">
                  <c:v>turnover</c:v>
                </c:pt>
                <c:pt idx="5">
                  <c:v>low
turnover</c:v>
                </c:pt>
                <c:pt idx="6">
                  <c:v>momentum</c:v>
                </c:pt>
              </c:strCache>
            </c:strRef>
          </c:cat>
          <c:val>
            <c:numRef>
              <c:f>Data!$B$2:$B$8</c:f>
              <c:numCache>
                <c:formatCode>0.00</c:formatCode>
                <c:ptCount val="7"/>
                <c:pt idx="0">
                  <c:v>-10.6570731061592</c:v>
                </c:pt>
                <c:pt idx="1">
                  <c:v>-4.3386501534777</c:v>
                </c:pt>
                <c:pt idx="2">
                  <c:v>-1.5207134376949</c:v>
                </c:pt>
                <c:pt idx="3">
                  <c:v>-0.5377918484082</c:v>
                </c:pt>
                <c:pt idx="4">
                  <c:v>0.7326092820235</c:v>
                </c:pt>
                <c:pt idx="5">
                  <c:v>0.9468658182177001</c:v>
                </c:pt>
                <c:pt idx="6">
                  <c:v>1.3736561786007</c:v>
                </c:pt>
              </c:numCache>
            </c:numRef>
          </c:val>
        </c:ser>
        <c:gapWidth val="70"/>
        <c:overlap val="0"/>
        <c:axId val="100"/>
        <c:axId val="200"/>
      </c:barChart>
      <c:lineChart>
        <c:grouping val="standard"/>
        <c:varyColors val="0"/>
        <c:ser>
          <c:idx val="1"/>
          <c:order val="1"/>
          <c:tx>
            <c:strRef>
              <c:f>Data!$C$1</c:f>
              <c:strCache>
                <c:ptCount val="1"/>
                <c:pt idx="0">
                  <c:v>Fold 1</c:v>
                </c:pt>
              </c:strCache>
            </c:strRef>
          </c:tx>
          <c:spPr>
            <a:ln w="16510">
              <a:noFill/>
            </a:ln>
          </c:spPr>
          <c:marker>
            <c:symbol val="circle"/>
            <c:size val="4"/>
            <c:spPr>
              <a:solidFill>
                <a:srgbClr val="142735"/>
              </a:solidFill>
              <a:ln>
                <a:noFill/>
              </a:ln>
            </c:spPr>
          </c:marker>
          <c:cat>
            <c:strRef>
              <c:f>Data!$A$2:$A$8</c:f>
              <c:strCache>
                <c:ptCount val="7"/>
                <c:pt idx="0">
                  <c:v>baseline</c:v>
                </c:pt>
                <c:pt idx="1">
                  <c:v>short
horizon</c:v>
                </c:pt>
                <c:pt idx="2">
                  <c:v>exploration</c:v>
                </c:pt>
                <c:pt idx="3">
                  <c:v>cautious</c:v>
                </c:pt>
                <c:pt idx="4">
                  <c:v>turnover</c:v>
                </c:pt>
                <c:pt idx="5">
                  <c:v>low
turnover</c:v>
                </c:pt>
                <c:pt idx="6">
                  <c:v>momentum</c:v>
                </c:pt>
              </c:strCache>
            </c:strRef>
          </c:cat>
          <c:val>
            <c:numRef>
              <c:f>Data!$C$2:$C$8</c:f>
              <c:numCache>
                <c:formatCode>0.00</c:formatCode>
                <c:ptCount val="7"/>
                <c:pt idx="0">
                  <c:v>-28.1963606984718</c:v>
                </c:pt>
                <c:pt idx="1">
                  <c:v>-8.198441610379099</c:v>
                </c:pt>
                <c:pt idx="2">
                  <c:v>4.988828040417</c:v>
                </c:pt>
                <c:pt idx="3">
                  <c:v>-0.7159140977085</c:v>
                </c:pt>
                <c:pt idx="4">
                  <c:v>2.0282218177267</c:v>
                </c:pt>
                <c:pt idx="5">
                  <c:v>8.093688413955601</c:v>
                </c:pt>
                <c:pt idx="6">
                  <c:v>8.231503389704701</c:v>
                </c:pt>
              </c:numCache>
            </c:numRef>
          </c:val>
          <c:smooth val="0"/>
        </c:ser>
        <c:ser>
          <c:idx val="2"/>
          <c:order val="2"/>
          <c:tx>
            <c:strRef>
              <c:f>Data!$D$1</c:f>
              <c:strCache>
                <c:ptCount val="1"/>
                <c:pt idx="0">
                  <c:v>Fold 2</c:v>
                </c:pt>
              </c:strCache>
            </c:strRef>
          </c:tx>
          <c:spPr>
            <a:ln w="16510">
              <a:noFill/>
            </a:ln>
          </c:spPr>
          <c:marker>
            <c:symbol val="circle"/>
            <c:size val="4"/>
            <c:spPr>
              <a:solidFill>
                <a:srgbClr val="142735"/>
              </a:solidFill>
              <a:ln>
                <a:noFill/>
              </a:ln>
            </c:spPr>
          </c:marker>
          <c:cat>
            <c:strRef>
              <c:f>Data!$A$2:$A$8</c:f>
              <c:strCache>
                <c:ptCount val="7"/>
                <c:pt idx="0">
                  <c:v>baseline</c:v>
                </c:pt>
                <c:pt idx="1">
                  <c:v>short
horizon</c:v>
                </c:pt>
                <c:pt idx="2">
                  <c:v>exploration</c:v>
                </c:pt>
                <c:pt idx="3">
                  <c:v>cautious</c:v>
                </c:pt>
                <c:pt idx="4">
                  <c:v>turnover</c:v>
                </c:pt>
                <c:pt idx="5">
                  <c:v>low
turnover</c:v>
                </c:pt>
                <c:pt idx="6">
                  <c:v>momentum</c:v>
                </c:pt>
              </c:strCache>
            </c:strRef>
          </c:cat>
          <c:val>
            <c:numRef>
              <c:f>Data!$D$2:$D$8</c:f>
              <c:numCache>
                <c:formatCode>0.00</c:formatCode>
                <c:ptCount val="7"/>
                <c:pt idx="0">
                  <c:v>5.2583142915681</c:v>
                </c:pt>
                <c:pt idx="1">
                  <c:v>-7.6092276367485</c:v>
                </c:pt>
                <c:pt idx="2">
                  <c:v>-6.581617450391001</c:v>
                </c:pt>
                <c:pt idx="3">
                  <c:v>-6.4869241623199</c:v>
                </c:pt>
                <c:pt idx="4">
                  <c:v>-4.6041937228514</c:v>
                </c:pt>
                <c:pt idx="5">
                  <c:v>-7.493950966565601</c:v>
                </c:pt>
                <c:pt idx="6">
                  <c:v>-7.289325789616</c:v>
                </c:pt>
              </c:numCache>
            </c:numRef>
          </c:val>
          <c:smooth val="0"/>
        </c:ser>
        <c:ser>
          <c:idx val="3"/>
          <c:order val="3"/>
          <c:tx>
            <c:strRef>
              <c:f>Data!$E$1</c:f>
              <c:strCache>
                <c:ptCount val="1"/>
                <c:pt idx="0">
                  <c:v>Fold 3</c:v>
                </c:pt>
              </c:strCache>
            </c:strRef>
          </c:tx>
          <c:spPr>
            <a:ln w="16510">
              <a:noFill/>
            </a:ln>
          </c:spPr>
          <c:marker>
            <c:symbol val="circle"/>
            <c:size val="4"/>
            <c:spPr>
              <a:solidFill>
                <a:srgbClr val="142735"/>
              </a:solidFill>
              <a:ln>
                <a:noFill/>
              </a:ln>
            </c:spPr>
          </c:marker>
          <c:cat>
            <c:strRef>
              <c:f>Data!$A$2:$A$8</c:f>
              <c:strCache>
                <c:ptCount val="7"/>
                <c:pt idx="0">
                  <c:v>baseline</c:v>
                </c:pt>
                <c:pt idx="1">
                  <c:v>short
horizon</c:v>
                </c:pt>
                <c:pt idx="2">
                  <c:v>exploration</c:v>
                </c:pt>
                <c:pt idx="3">
                  <c:v>cautious</c:v>
                </c:pt>
                <c:pt idx="4">
                  <c:v>turnover</c:v>
                </c:pt>
                <c:pt idx="5">
                  <c:v>low
turnover</c:v>
                </c:pt>
                <c:pt idx="6">
                  <c:v>momentum</c:v>
                </c:pt>
              </c:strCache>
            </c:strRef>
          </c:cat>
          <c:val>
            <c:numRef>
              <c:f>Data!$E$2:$E$8</c:f>
              <c:numCache>
                <c:formatCode>0.00</c:formatCode>
                <c:ptCount val="7"/>
                <c:pt idx="0">
                  <c:v>-14.8535428334595</c:v>
                </c:pt>
                <c:pt idx="1">
                  <c:v>-1.2064921534415</c:v>
                </c:pt>
                <c:pt idx="2">
                  <c:v>-5.9474536287493</c:v>
                </c:pt>
                <c:pt idx="3">
                  <c:v>2.011889875779</c:v>
                </c:pt>
                <c:pt idx="4">
                  <c:v>-1.8732277251678</c:v>
                </c:pt>
                <c:pt idx="5">
                  <c:v>1.6612050638616</c:v>
                </c:pt>
                <c:pt idx="6">
                  <c:v>1.8740299035563</c:v>
                </c:pt>
              </c:numCache>
            </c:numRef>
          </c:val>
          <c:smooth val="0"/>
        </c:ser>
        <c:ser>
          <c:idx val="4"/>
          <c:order val="4"/>
          <c:tx>
            <c:strRef>
              <c:f>Data!$F$1</c:f>
              <c:strCache>
                <c:ptCount val="1"/>
                <c:pt idx="0">
                  <c:v>Fold 4</c:v>
                </c:pt>
              </c:strCache>
            </c:strRef>
          </c:tx>
          <c:spPr>
            <a:ln w="16510">
              <a:noFill/>
            </a:ln>
          </c:spPr>
          <c:marker>
            <c:symbol val="circle"/>
            <c:size val="4"/>
            <c:spPr>
              <a:solidFill>
                <a:srgbClr val="142735"/>
              </a:solidFill>
              <a:ln>
                <a:noFill/>
              </a:ln>
            </c:spPr>
          </c:marker>
          <c:cat>
            <c:strRef>
              <c:f>Data!$A$2:$A$8</c:f>
              <c:strCache>
                <c:ptCount val="7"/>
                <c:pt idx="0">
                  <c:v>baseline</c:v>
                </c:pt>
                <c:pt idx="1">
                  <c:v>short
horizon</c:v>
                </c:pt>
                <c:pt idx="2">
                  <c:v>exploration</c:v>
                </c:pt>
                <c:pt idx="3">
                  <c:v>cautious</c:v>
                </c:pt>
                <c:pt idx="4">
                  <c:v>turnover</c:v>
                </c:pt>
                <c:pt idx="5">
                  <c:v>low
turnover</c:v>
                </c:pt>
                <c:pt idx="6">
                  <c:v>momentum</c:v>
                </c:pt>
              </c:strCache>
            </c:strRef>
          </c:cat>
          <c:val>
            <c:numRef>
              <c:f>Data!$F$2:$F$8</c:f>
              <c:numCache>
                <c:formatCode>0.00</c:formatCode>
                <c:ptCount val="7"/>
                <c:pt idx="0">
                  <c:v>-4.8367031842736</c:v>
                </c:pt>
                <c:pt idx="1">
                  <c:v>-0.3404392133418</c:v>
                </c:pt>
                <c:pt idx="2">
                  <c:v>1.4573892879436</c:v>
                </c:pt>
                <c:pt idx="3">
                  <c:v>3.0397809906167</c:v>
                </c:pt>
                <c:pt idx="4">
                  <c:v>7.3796367583864</c:v>
                </c:pt>
                <c:pt idx="5">
                  <c:v>1.5265207616192</c:v>
                </c:pt>
                <c:pt idx="6">
                  <c:v>2.6784172107576</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15.51707620734"/>
          <c:min val="-31.83914710728945"/>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9.471244662925889"/>
      </c:valAx>
    </c:plotArea>
    <c:legend>
      <c:legendPos val="b"/>
      <c:overlay val="0"/>
      <c:txPr>
        <a:bodyPr/>
        <a:lstStyle/>
        <a:p>
          <a:pPr marL="0" marR="0" indent="0"/>
          <a:r>
            <a:rPr lang="en-US" sz="1100" b="0" dirty="0">
              <a:solidFill>
                <a:srgbClr val="142735"/>
              </a:solidFill>
              <a:latin typeface="Arial"/>
            </a:rPr>
            <a:t/>
          </a:r>
          <a:endParaRPr lang="en-US" sz="1100"/>
        </a:p>
      </c:txPr>
    </c:legend>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5.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Mean individual-agent validation return (%)</a:t>
            </a:r>
            <a:endParaRPr lang="en-US" sz="1400"/>
          </a:p>
        </c:rich>
      </c:tx>
      <c:overlay val="0"/>
    </c:title>
    <c:autoTitleDeleted val="0"/>
    <c:plotArea>
      <c:layout/>
      <c:barChart>
        <c:barDir val="col"/>
        <c:grouping val="clustered"/>
        <c:varyColors val="0"/>
        <c:ser>
          <c:idx val="0"/>
          <c:order val="0"/>
          <c:tx>
            <c:strRef>
              <c:f>Data!$B$1</c:f>
              <c:strCache>
                <c:ptCount val="1"/>
                <c:pt idx="0">
                  <c:v>Screening: 1 seed × 4 folds</c:v>
                </c:pt>
              </c:strCache>
            </c:strRef>
          </c:tx>
          <c:spPr>
            <a:solidFill>
              <a:srgbClr val="9EBACB"/>
            </a:solidFill>
            <a:ln>
              <a:noFill/>
            </a:ln>
          </c:spPr>
          <c:invertIfNegative val="0"/>
          <c:cat>
            <c:strRef>
              <c:f>Data!$A$2:$A$4</c:f>
              <c:strCache>
                <c:ptCount val="3"/>
                <c:pt idx="0">
                  <c:v>Baseline</c:v>
                </c:pt>
                <c:pt idx="1">
                  <c:v>Momentum</c:v>
                </c:pt>
                <c:pt idx="2">
                  <c:v>Low turnover</c:v>
                </c:pt>
              </c:strCache>
            </c:strRef>
          </c:cat>
          <c:val>
            <c:numRef>
              <c:f>Data!$B$2:$B$4</c:f>
              <c:numCache>
                <c:formatCode>0.00</c:formatCode>
                <c:ptCount val="3"/>
                <c:pt idx="0">
                  <c:v>-10.6570731061592</c:v>
                </c:pt>
                <c:pt idx="1">
                  <c:v>1.3736561786007</c:v>
                </c:pt>
                <c:pt idx="2">
                  <c:v>0.9468658182177001</c:v>
                </c:pt>
              </c:numCache>
            </c:numRef>
          </c:val>
        </c:ser>
        <c:ser>
          <c:idx val="1"/>
          <c:order val="1"/>
          <c:tx>
            <c:strRef>
              <c:f>Data!$C$1</c:f>
              <c:strCache>
                <c:ptCount val="1"/>
                <c:pt idx="0">
                  <c:v>Confirmation: 3 seeds × 4 folds</c:v>
                </c:pt>
              </c:strCache>
            </c:strRef>
          </c:tx>
          <c:spPr>
            <a:solidFill>
              <a:srgbClr val="2166AC"/>
            </a:solidFill>
            <a:ln>
              <a:noFill/>
            </a:ln>
          </c:spPr>
          <c:invertIfNegative val="0"/>
          <c:cat>
            <c:strRef>
              <c:f>Data!$A$2:$A$4</c:f>
              <c:strCache>
                <c:ptCount val="3"/>
                <c:pt idx="0">
                  <c:v>Baseline</c:v>
                </c:pt>
                <c:pt idx="1">
                  <c:v>Momentum</c:v>
                </c:pt>
                <c:pt idx="2">
                  <c:v>Low turnover</c:v>
                </c:pt>
              </c:strCache>
            </c:strRef>
          </c:cat>
          <c:val>
            <c:numRef>
              <c:f>Data!$C$2:$C$4</c:f>
              <c:numCache>
                <c:formatCode>0.00</c:formatCode>
                <c:ptCount val="3"/>
                <c:pt idx="0">
                  <c:v>-5.6137993786501</c:v>
                </c:pt>
                <c:pt idx="1">
                  <c:v>-4.7988304202741</c:v>
                </c:pt>
                <c:pt idx="2">
                  <c:v>-2.6515071483681</c:v>
                </c:pt>
              </c:numCache>
            </c:numRef>
          </c:val>
        </c:ser>
        <c:dLbls>
          <c:numFmt formatCode="0.00" sourceLinked="0"/>
          <c:txPr>
            <a:bodyPr/>
            <a:lstStyle/>
            <a:p>
              <a:pPr marL="0" marR="0" indent="0"/>
              <a:r>
                <a:rPr lang="en-US" sz="1000" b="0" dirty="0">
                  <a:solidFill>
                    <a:srgbClr val="142735"/>
                  </a:solidFill>
                  <a:latin typeface="Arial"/>
                </a:rPr>
                <a:t/>
              </a:r>
              <a:endParaRPr lang="en-US" sz="1000"/>
            </a:p>
          </c:txPr>
          <c:dLblPos val="outEnd"/>
          <c:showLegendKey val="0"/>
          <c:showVal val="1"/>
          <c:showCatName val="0"/>
          <c:showSerName val="0"/>
        </c:dLbls>
        <c:gapWidth val="70"/>
        <c:overlap val="0"/>
        <c:axId val="100"/>
        <c:axId val="200"/>
      </c:bar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3.5000000000000004"/>
          <c:min val="-13.0"/>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3.3"/>
      </c:valAx>
    </c:plotArea>
    <c:legend>
      <c:legendPos val="b"/>
      <c:overlay val="0"/>
      <c:txPr>
        <a:bodyPr/>
        <a:lstStyle/>
        <a:p>
          <a:pPr marL="0" marR="0" indent="0"/>
          <a:r>
            <a:rPr lang="en-US" sz="1100" b="0" dirty="0">
              <a:solidFill>
                <a:srgbClr val="142735"/>
              </a:solidFill>
              <a:latin typeface="Arial"/>
            </a:rPr>
            <a:t/>
          </a:r>
          <a:endParaRPr lang="en-US" sz="1100"/>
        </a:p>
      </c:txPr>
    </c:legend>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6.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Validation selection score (higher is better)</a:t>
            </a:r>
            <a:endParaRPr lang="en-US" sz="1400"/>
          </a:p>
        </c:rich>
      </c:tx>
      <c:overlay val="0"/>
    </c:title>
    <c:autoTitleDeleted val="0"/>
    <c:plotArea>
      <c:layout/>
      <c:barChart>
        <c:barDir val="bar"/>
        <c:grouping val="clustered"/>
        <c:varyColors val="0"/>
        <c:ser>
          <c:idx val="0"/>
          <c:order val="0"/>
          <c:tx>
            <c:strRef>
              <c:f>Data!$B$1</c:f>
              <c:strCache>
                <c:ptCount val="1"/>
                <c:pt idx="0">
                  <c:v>Score</c:v>
                </c:pt>
              </c:strCache>
            </c:strRef>
          </c:tx>
          <c:spPr>
            <a:solidFill>
              <a:srgbClr val="2166AC"/>
            </a:solidFill>
            <a:ln>
              <a:noFill/>
            </a:ln>
          </c:spPr>
          <c:invertIfNegative val="0"/>
          <c:dPt>
            <c:idx val="0"/>
            <c:spPr>
              <a:solidFill>
                <a:srgbClr val="777C85"/>
              </a:solidFill>
              <a:ln>
                <a:noFill/>
              </a:ln>
            </c:spPr>
          </c:dPt>
          <c:dPt>
            <c:idx val="1"/>
            <c:spPr>
              <a:solidFill>
                <a:srgbClr val="C66118"/>
              </a:solidFill>
              <a:ln>
                <a:noFill/>
              </a:ln>
            </c:spPr>
          </c:dPt>
          <c:dPt>
            <c:idx val="2"/>
            <c:spPr>
              <a:solidFill>
                <a:srgbClr val="2166AC"/>
              </a:solidFill>
              <a:ln>
                <a:noFill/>
              </a:ln>
            </c:spPr>
          </c:dPt>
          <c:dPt>
            <c:idx val="3"/>
            <c:spPr>
              <a:solidFill>
                <a:srgbClr val="2166AC"/>
              </a:solidFill>
              <a:ln>
                <a:noFill/>
              </a:ln>
            </c:spPr>
          </c:dPt>
          <c:dPt>
            <c:idx val="4"/>
            <c:spPr>
              <a:solidFill>
                <a:srgbClr val="2166AC"/>
              </a:solidFill>
              <a:ln>
                <a:noFill/>
              </a:ln>
            </c:spPr>
          </c:dPt>
          <c:dPt>
            <c:idx val="5"/>
            <c:spPr>
              <a:solidFill>
                <a:srgbClr val="2166AC"/>
              </a:solidFill>
              <a:ln>
                <a:noFill/>
              </a:ln>
            </c:spPr>
          </c:dPt>
          <c:dPt>
            <c:idx val="6"/>
            <c:spPr>
              <a:solidFill>
                <a:srgbClr val="2166AC"/>
              </a:solidFill>
              <a:ln>
                <a:noFill/>
              </a:ln>
            </c:spPr>
          </c:dPt>
          <c:cat>
            <c:strRef>
              <c:f>Data!$A$2:$A$8</c:f>
              <c:strCache>
                <c:ptCount val="7"/>
                <c:pt idx="0">
                  <c:v>Cash</c:v>
                </c:pt>
                <c:pt idx="1">
                  <c:v>baseline / unanimous</c:v>
                </c:pt>
                <c:pt idx="2">
                  <c:v>low turnover / unanimous</c:v>
                </c:pt>
                <c:pt idx="3">
                  <c:v>momentum / unanimous</c:v>
                </c:pt>
                <c:pt idx="4">
                  <c:v>low turnover / mean probability</c:v>
                </c:pt>
                <c:pt idx="5">
                  <c:v>momentum / mean probability</c:v>
                </c:pt>
                <c:pt idx="6">
                  <c:v>baseline / mean probability</c:v>
                </c:pt>
              </c:strCache>
            </c:strRef>
          </c:cat>
          <c:val>
            <c:numRef>
              <c:f>Data!$B$2:$B$8</c:f>
              <c:numCache>
                <c:formatCode>0.000000</c:formatCode>
                <c:ptCount val="7"/>
                <c:pt idx="0">
                  <c:v>0</c:v>
                </c:pt>
                <c:pt idx="1">
                  <c:v>-0.000714429979456</c:v>
                </c:pt>
                <c:pt idx="2">
                  <c:v>-0.003596706569629</c:v>
                </c:pt>
                <c:pt idx="3">
                  <c:v>-0.013401130941804</c:v>
                </c:pt>
                <c:pt idx="4">
                  <c:v>-0.026450727308849</c:v>
                </c:pt>
                <c:pt idx="5">
                  <c:v>-0.049737976297278</c:v>
                </c:pt>
                <c:pt idx="6">
                  <c:v>-0.109889737705267</c:v>
                </c:pt>
              </c:numCache>
            </c:numRef>
          </c:val>
        </c:ser>
        <c:dLbls>
          <c:numFmt formatCode="0.000000" sourceLinked="0"/>
          <c:txPr>
            <a:bodyPr/>
            <a:lstStyle/>
            <a:p>
              <a:pPr marL="0" marR="0" indent="0"/>
              <a:r>
                <a:rPr lang="en-US" sz="1000" b="0" dirty="0">
                  <a:solidFill>
                    <a:srgbClr val="142735"/>
                  </a:solidFill>
                  <a:latin typeface="Arial"/>
                </a:rPr>
                <a:t/>
              </a:r>
              <a:endParaRPr lang="en-US" sz="1000"/>
            </a:p>
          </c:txPr>
          <c:dLblPos val="outEnd"/>
          <c:showLegendKey val="0"/>
          <c:showVal val="1"/>
          <c:showCatName val="0"/>
          <c:showSerName val="0"/>
        </c:dLbls>
        <c:gapWidth val="70"/>
        <c:overlap val="0"/>
        <c:axId val="100"/>
        <c:axId val="200"/>
      </c:barChart>
      <c:catAx>
        <c:axId val="100"/>
        <c:scaling>
          <c:orientation val="maxMin"/>
        </c:scaling>
        <c:delete val="0"/>
        <c:axPos val="l"/>
        <c:majorTickMark val="none"/>
        <c:minorTickMark val="none"/>
        <c:tickLblPos val="low"/>
        <c:spPr>
          <a:ln w="7620">
            <a:solidFill>
              <a:srgbClr val="C3CDD5"/>
            </a:solidFill>
          </a:ln>
        </c:spPr>
        <c:txPr>
          <a:bodyPr/>
          <a:lstStyle/>
          <a:p>
            <a:pPr marL="0" marR="0" indent="0"/>
            <a:r>
              <a:rPr lang="en-US" sz="1000" b="0" dirty="0">
                <a:solidFill>
                  <a:srgbClr val="142735"/>
                </a:solidFill>
                <a:latin typeface="Arial"/>
              </a:rPr>
              <a:t/>
            </a:r>
            <a:endParaRPr lang="en-US" sz="1000"/>
          </a:p>
        </c:txPr>
        <c:crossAx val="200"/>
        <c:crosses val="autoZero"/>
        <c:auto val="1"/>
        <c:lblAlgn val="ctr"/>
        <c:lblOffset val="100"/>
      </c:catAx>
      <c:valAx>
        <c:axId val="200"/>
        <c:scaling>
          <c:orientation val="minMax"/>
          <c:max val="0.02"/>
          <c:min val="-0.12"/>
        </c:scaling>
        <c:delete val="0"/>
        <c:axPos val="b"/>
        <c:majorGridlines>
          <c:spPr>
            <a:ln w="6350">
              <a:solidFill>
                <a:srgbClr val="DFE5EA"/>
              </a:solidFill>
            </a:ln>
          </c:spPr>
        </c:majorGridlines>
        <c:numFmt formatCode="0.00" sourceLinked="0"/>
        <c:majorTickMark val="none"/>
        <c:minorTickMark val="none"/>
        <c:tickLblPos val="nextTo"/>
        <c:spPr>
          <a:ln w="7620">
            <a:solidFill>
              <a:srgbClr val="C3CDD5"/>
            </a:solidFill>
          </a:ln>
        </c:spPr>
        <c:txPr>
          <a:bodyPr/>
          <a:lstStyle/>
          <a:p>
            <a:pPr marL="0" marR="0" indent="0"/>
            <a:r>
              <a:rPr lang="en-US" sz="1000" b="0" dirty="0">
                <a:solidFill>
                  <a:srgbClr val="142735"/>
                </a:solidFill>
                <a:latin typeface="Arial"/>
              </a:rPr>
              <a:t/>
            </a:r>
            <a:endParaRPr lang="en-US" sz="1000"/>
          </a:p>
        </c:txPr>
        <c:crossAx val="100"/>
        <c:crosses val="max"/>
        <c:crossBetween val="between"/>
        <c:majorUnit val="0.027999999999999997"/>
      </c:valAx>
    </c:plotArea>
    <c:plotVisOnly val="1"/>
    <c:dispBlanksAs val="gap"/>
    <c:showDLblsOverMax val="0"/>
  </c:chart>
  <c:spPr>
    <a:solidFill>
      <a:srgbClr val="FFFFFF"/>
    </a:solidFill>
    <a:ln>
      <a:noFill/>
    </a:ln>
  </c:spPr>
  <c:txPr>
    <a:bodyPr/>
    <a:lstStyle/>
    <a:p>
      <a:pPr marL="0" marR="0" indent="0"/>
      <a:r>
        <a:rPr lang="en-US" sz="1000" b="0" dirty="0">
          <a:solidFill>
            <a:srgbClr val="142735"/>
          </a:solidFill>
          <a:latin typeface="Arial"/>
        </a:rPr>
        <a:t/>
      </a:r>
      <a:endParaRPr lang="en-US" sz="1000"/>
    </a:p>
  </c:txPr>
  <c:externalData r:id="rId1">
    <c:autoUpdate val="0"/>
  </c:externalData>
</c:chartSpace>
</file>

<file path=ppt/charts/chart7.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Portfolio return by validation fold (%)</a:t>
            </a:r>
            <a:endParaRPr lang="en-US" sz="1400"/>
          </a:p>
        </c:rich>
      </c:tx>
      <c:overlay val="0"/>
    </c:title>
    <c:autoTitleDeleted val="0"/>
    <c:plotArea>
      <c:layout/>
      <c:barChart>
        <c:barDir val="col"/>
        <c:grouping val="clustered"/>
        <c:varyColors val="0"/>
        <c:ser>
          <c:idx val="0"/>
          <c:order val="0"/>
          <c:tx>
            <c:strRef>
              <c:f>Data!$B$1</c:f>
              <c:strCache>
                <c:ptCount val="1"/>
                <c:pt idx="0">
                  <c:v>Buy and hold</c:v>
                </c:pt>
              </c:strCache>
            </c:strRef>
          </c:tx>
          <c:spPr>
            <a:solidFill>
              <a:srgbClr val="237A57"/>
            </a:solidFill>
            <a:ln>
              <a:noFill/>
            </a:ln>
          </c:spPr>
          <c:invertIfNegative val="0"/>
          <c:cat>
            <c:strRef>
              <c:f>Data!$A$2:$A$5</c:f>
              <c:strCache>
                <c:ptCount val="4"/>
                <c:pt idx="0">
                  <c:v>19 Jan–18 Feb</c:v>
                </c:pt>
                <c:pt idx="1">
                  <c:v>20 Mar–19 Apr</c:v>
                </c:pt>
                <c:pt idx="2">
                  <c:v>19 May–18 Jun</c:v>
                </c:pt>
                <c:pt idx="3">
                  <c:v>18 Jul–17 Aug</c:v>
                </c:pt>
              </c:strCache>
            </c:strRef>
          </c:cat>
          <c:val>
            <c:numRef>
              <c:f>Data!$B$2:$B$5</c:f>
              <c:numCache>
                <c:formatCode>0.00</c:formatCode>
                <c:ptCount val="4"/>
                <c:pt idx="0">
                  <c:v>-27.196605486597</c:v>
                </c:pt>
                <c:pt idx="1">
                  <c:v>7.8414254912298</c:v>
                </c:pt>
                <c:pt idx="2">
                  <c:v>-16.3829121190881</c:v>
                </c:pt>
                <c:pt idx="3">
                  <c:v>-1.5902509214515</c:v>
                </c:pt>
              </c:numCache>
            </c:numRef>
          </c:val>
        </c:ser>
        <c:ser>
          <c:idx val="1"/>
          <c:order val="1"/>
          <c:tx>
            <c:strRef>
              <c:f>Data!$C$1</c:f>
              <c:strCache>
                <c:ptCount val="1"/>
                <c:pt idx="0">
                  <c:v>Baseline PPO</c:v>
                </c:pt>
              </c:strCache>
            </c:strRef>
          </c:tx>
          <c:spPr>
            <a:solidFill>
              <a:srgbClr val="2166AC"/>
            </a:solidFill>
            <a:ln>
              <a:noFill/>
            </a:ln>
          </c:spPr>
          <c:invertIfNegative val="0"/>
          <c:cat>
            <c:strRef>
              <c:f>Data!$A$2:$A$5</c:f>
              <c:strCache>
                <c:ptCount val="4"/>
                <c:pt idx="0">
                  <c:v>19 Jan–18 Feb</c:v>
                </c:pt>
                <c:pt idx="1">
                  <c:v>20 Mar–19 Apr</c:v>
                </c:pt>
                <c:pt idx="2">
                  <c:v>19 May–18 Jun</c:v>
                </c:pt>
                <c:pt idx="3">
                  <c:v>18 Jul–17 Aug</c:v>
                </c:pt>
              </c:strCache>
            </c:strRef>
          </c:cat>
          <c:val>
            <c:numRef>
              <c:f>Data!$C$2:$C$5</c:f>
              <c:numCache>
                <c:formatCode>0.00</c:formatCode>
                <c:ptCount val="4"/>
                <c:pt idx="0">
                  <c:v>-5.2839282023972</c:v>
                </c:pt>
                <c:pt idx="1">
                  <c:v>-12.429734176729</c:v>
                </c:pt>
                <c:pt idx="2">
                  <c:v>-8.393676787865999</c:v>
                </c:pt>
                <c:pt idx="3">
                  <c:v>-2.1687260777494</c:v>
                </c:pt>
              </c:numCache>
            </c:numRef>
          </c:val>
        </c:ser>
        <c:ser>
          <c:idx val="2"/>
          <c:order val="2"/>
          <c:tx>
            <c:strRef>
              <c:f>Data!$D$1</c:f>
              <c:strCache>
                <c:ptCount val="1"/>
                <c:pt idx="0">
                  <c:v>Selected PPO</c:v>
                </c:pt>
              </c:strCache>
            </c:strRef>
          </c:tx>
          <c:spPr>
            <a:solidFill>
              <a:srgbClr val="C66118"/>
            </a:solidFill>
            <a:ln>
              <a:noFill/>
            </a:ln>
          </c:spPr>
          <c:invertIfNegative val="0"/>
          <c:cat>
            <c:strRef>
              <c:f>Data!$A$2:$A$5</c:f>
              <c:strCache>
                <c:ptCount val="4"/>
                <c:pt idx="0">
                  <c:v>19 Jan–18 Feb</c:v>
                </c:pt>
                <c:pt idx="1">
                  <c:v>20 Mar–19 Apr</c:v>
                </c:pt>
                <c:pt idx="2">
                  <c:v>19 May–18 Jun</c:v>
                </c:pt>
                <c:pt idx="3">
                  <c:v>18 Jul–17 Aug</c:v>
                </c:pt>
              </c:strCache>
            </c:strRef>
          </c:cat>
          <c:val>
            <c:numRef>
              <c:f>Data!$D$2:$D$5</c:f>
              <c:numCache>
                <c:formatCode>0.00</c:formatCode>
                <c:ptCount val="4"/>
                <c:pt idx="0">
                  <c:v>0</c:v>
                </c:pt>
                <c:pt idx="1">
                  <c:v>0.4783667799995</c:v>
                </c:pt>
                <c:pt idx="2">
                  <c:v>-0.2378176098437</c:v>
                </c:pt>
                <c:pt idx="3">
                  <c:v>-0.08809529212549999</c:v>
                </c:pt>
              </c:numCache>
            </c:numRef>
          </c:val>
        </c:ser>
        <c:gapWidth val="70"/>
        <c:overlap val="0"/>
        <c:axId val="100"/>
        <c:axId val="200"/>
      </c:barChart>
      <c:lineChart>
        <c:grouping val="standard"/>
        <c:varyColors val="0"/>
        <c:ser>
          <c:idx val="3"/>
          <c:order val="3"/>
          <c:tx>
            <c:strRef>
              <c:f>Data!$E$1</c:f>
              <c:strCache>
                <c:ptCount val="1"/>
                <c:pt idx="0">
                  <c:v>Cash</c:v>
                </c:pt>
              </c:strCache>
            </c:strRef>
          </c:tx>
          <c:spPr>
            <a:ln w="16510">
              <a:solidFill>
                <a:srgbClr val="777C85"/>
              </a:solidFill>
              <a:prstDash val="dash"/>
            </a:ln>
          </c:spPr>
          <c:marker>
            <c:symbol val="none"/>
          </c:marker>
          <c:cat>
            <c:strRef>
              <c:f>Data!$A$2:$A$5</c:f>
              <c:strCache>
                <c:ptCount val="4"/>
                <c:pt idx="0">
                  <c:v>19 Jan–18 Feb</c:v>
                </c:pt>
                <c:pt idx="1">
                  <c:v>20 Mar–19 Apr</c:v>
                </c:pt>
                <c:pt idx="2">
                  <c:v>19 May–18 Jun</c:v>
                </c:pt>
                <c:pt idx="3">
                  <c:v>18 Jul–17 Aug</c:v>
                </c:pt>
              </c:strCache>
            </c:strRef>
          </c:cat>
          <c:val>
            <c:numRef>
              <c:f>Data!$E$2:$E$5</c:f>
              <c:numCache>
                <c:formatCode>0.00</c:formatCode>
                <c:ptCount val="4"/>
                <c:pt idx="0">
                  <c:v>0</c:v>
                </c:pt>
                <c:pt idx="1">
                  <c:v>0</c:v>
                </c:pt>
                <c:pt idx="2">
                  <c:v>0</c:v>
                </c:pt>
                <c:pt idx="3">
                  <c:v>0</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14.849031686795161"/>
          <c:min val="-30.700408584379677"/>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9.109888054234968"/>
      </c:valAx>
    </c:plotArea>
    <c:legend>
      <c:legendPos val="b"/>
      <c:overlay val="0"/>
      <c:txPr>
        <a:bodyPr/>
        <a:lstStyle/>
        <a:p>
          <a:pPr marL="0" marR="0" indent="0"/>
          <a:r>
            <a:rPr lang="en-US" sz="1100" b="0" dirty="0">
              <a:solidFill>
                <a:srgbClr val="142735"/>
              </a:solidFill>
              <a:latin typeface="Arial"/>
            </a:rPr>
            <a:t/>
          </a:r>
          <a:endParaRPr lang="en-US" sz="1100"/>
        </a:p>
      </c:txPr>
    </c:legend>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8.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Evaluation net return (%)</a:t>
            </a:r>
            <a:endParaRPr lang="en-US" sz="1400"/>
          </a:p>
        </c:rich>
      </c:tx>
      <c:overlay val="0"/>
    </c:title>
    <c:autoTitleDeleted val="0"/>
    <c:plotArea>
      <c:layout/>
      <c:barChart>
        <c:barDir val="col"/>
        <c:grouping val="clustered"/>
        <c:varyColors val="0"/>
        <c:ser>
          <c:idx val="0"/>
          <c:order val="0"/>
          <c:tx>
            <c:strRef>
              <c:f>Data!$B$1</c:f>
              <c:strCache>
                <c:ptCount val="1"/>
                <c:pt idx="0">
                  <c:v>Net return</c:v>
                </c:pt>
              </c:strCache>
            </c:strRef>
          </c:tx>
          <c:spPr>
            <a:solidFill>
              <a:srgbClr val="2166AC"/>
            </a:solidFill>
            <a:ln>
              <a:noFill/>
            </a:ln>
          </c:spPr>
          <c:invertIfNegative val="0"/>
          <c:dPt>
            <c:idx val="0"/>
            <c:spPr>
              <a:solidFill>
                <a:srgbClr val="2166AC"/>
              </a:solidFill>
              <a:ln>
                <a:noFill/>
              </a:ln>
            </c:spPr>
          </c:dPt>
          <c:dPt>
            <c:idx val="1"/>
            <c:spPr>
              <a:solidFill>
                <a:srgbClr val="C66118"/>
              </a:solidFill>
              <a:ln>
                <a:noFill/>
              </a:ln>
            </c:spPr>
          </c:dPt>
          <c:dPt>
            <c:idx val="2"/>
            <c:spPr>
              <a:solidFill>
                <a:srgbClr val="777C85"/>
              </a:solidFill>
              <a:ln>
                <a:noFill/>
              </a:ln>
            </c:spPr>
          </c:dPt>
          <c:dPt>
            <c:idx val="3"/>
            <c:spPr>
              <a:solidFill>
                <a:srgbClr val="237A57"/>
              </a:solidFill>
              <a:ln>
                <a:noFill/>
              </a:ln>
            </c:spPr>
          </c:dPt>
          <c:cat>
            <c:strRef>
              <c:f>Data!$A$2:$A$5</c:f>
              <c:strCache>
                <c:ptCount val="4"/>
                <c:pt idx="0">
                  <c:v>Baseline
PPO</c:v>
                </c:pt>
                <c:pt idx="1">
                  <c:v>Selected
PPO</c:v>
                </c:pt>
                <c:pt idx="2">
                  <c:v>Cash</c:v>
                </c:pt>
                <c:pt idx="3">
                  <c:v>Buy and
hold</c:v>
                </c:pt>
              </c:strCache>
            </c:strRef>
          </c:cat>
          <c:val>
            <c:numRef>
              <c:f>Data!$B$2:$B$5</c:f>
              <c:numCache>
                <c:formatCode>0.00</c:formatCode>
                <c:ptCount val="4"/>
                <c:pt idx="0">
                  <c:v>14.4425438368368</c:v>
                </c:pt>
                <c:pt idx="1">
                  <c:v>-0.571426876578</c:v>
                </c:pt>
                <c:pt idx="2">
                  <c:v>0</c:v>
                </c:pt>
                <c:pt idx="3">
                  <c:v>21.1083418057985</c:v>
                </c:pt>
              </c:numCache>
            </c:numRef>
          </c:val>
        </c:ser>
        <c:dLbls>
          <c:numFmt formatCode="0.00" sourceLinked="0"/>
          <c:txPr>
            <a:bodyPr/>
            <a:lstStyle/>
            <a:p>
              <a:pPr marL="0" marR="0" indent="0"/>
              <a:r>
                <a:rPr lang="en-US" sz="1000" b="0" dirty="0">
                  <a:solidFill>
                    <a:srgbClr val="142735"/>
                  </a:solidFill>
                  <a:latin typeface="Arial"/>
                </a:rPr>
                <a:t/>
              </a:r>
              <a:endParaRPr lang="en-US" sz="1000"/>
            </a:p>
          </c:txPr>
          <c:dLblPos val="outEnd"/>
          <c:showLegendKey val="0"/>
          <c:showVal val="1"/>
          <c:showCatName val="0"/>
          <c:showSerName val="0"/>
        </c:dLbls>
        <c:gapWidth val="70"/>
        <c:overlap val="0"/>
        <c:axId val="100"/>
        <c:axId val="200"/>
      </c:bar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26.0"/>
          <c:min val="-4.0"/>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6.0"/>
      </c:valAx>
    </c:plotArea>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9.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Maximum drawdown magnitude (%)</a:t>
            </a:r>
            <a:endParaRPr lang="en-US" sz="1400"/>
          </a:p>
        </c:rich>
      </c:tx>
      <c:overlay val="0"/>
    </c:title>
    <c:autoTitleDeleted val="0"/>
    <c:plotArea>
      <c:layout/>
      <c:barChart>
        <c:barDir val="col"/>
        <c:grouping val="clustered"/>
        <c:varyColors val="0"/>
        <c:ser>
          <c:idx val="0"/>
          <c:order val="0"/>
          <c:tx>
            <c:strRef>
              <c:f>Data!$B$1</c:f>
              <c:strCache>
                <c:ptCount val="1"/>
                <c:pt idx="0">
                  <c:v>Drawdown</c:v>
                </c:pt>
              </c:strCache>
            </c:strRef>
          </c:tx>
          <c:spPr>
            <a:solidFill>
              <a:srgbClr val="2166AC"/>
            </a:solidFill>
            <a:ln>
              <a:noFill/>
            </a:ln>
          </c:spPr>
          <c:invertIfNegative val="0"/>
          <c:dPt>
            <c:idx val="0"/>
            <c:spPr>
              <a:solidFill>
                <a:srgbClr val="2166AC"/>
              </a:solidFill>
              <a:ln>
                <a:noFill/>
              </a:ln>
            </c:spPr>
          </c:dPt>
          <c:dPt>
            <c:idx val="1"/>
            <c:spPr>
              <a:solidFill>
                <a:srgbClr val="C66118"/>
              </a:solidFill>
              <a:ln>
                <a:noFill/>
              </a:ln>
            </c:spPr>
          </c:dPt>
          <c:dPt>
            <c:idx val="2"/>
            <c:spPr>
              <a:solidFill>
                <a:srgbClr val="777C85"/>
              </a:solidFill>
              <a:ln>
                <a:noFill/>
              </a:ln>
            </c:spPr>
          </c:dPt>
          <c:dPt>
            <c:idx val="3"/>
            <c:spPr>
              <a:solidFill>
                <a:srgbClr val="237A57"/>
              </a:solidFill>
              <a:ln>
                <a:noFill/>
              </a:ln>
            </c:spPr>
          </c:dPt>
          <c:cat>
            <c:strRef>
              <c:f>Data!$A$2:$A$5</c:f>
              <c:strCache>
                <c:ptCount val="4"/>
                <c:pt idx="0">
                  <c:v>Baseline
PPO</c:v>
                </c:pt>
                <c:pt idx="1">
                  <c:v>Selected
PPO</c:v>
                </c:pt>
                <c:pt idx="2">
                  <c:v>Cash</c:v>
                </c:pt>
                <c:pt idx="3">
                  <c:v>Buy and
hold</c:v>
                </c:pt>
              </c:strCache>
            </c:strRef>
          </c:cat>
          <c:val>
            <c:numRef>
              <c:f>Data!$B$2:$B$5</c:f>
              <c:numCache>
                <c:formatCode>0.00</c:formatCode>
                <c:ptCount val="4"/>
                <c:pt idx="0">
                  <c:v>4.024600887899401</c:v>
                </c:pt>
                <c:pt idx="1">
                  <c:v>0.571426876578</c:v>
                </c:pt>
                <c:pt idx="2">
                  <c:v>0</c:v>
                </c:pt>
                <c:pt idx="3">
                  <c:v>7.7078201919604</c:v>
                </c:pt>
              </c:numCache>
            </c:numRef>
          </c:val>
        </c:ser>
        <c:dLbls>
          <c:numFmt formatCode="0.00" sourceLinked="0"/>
          <c:txPr>
            <a:bodyPr/>
            <a:lstStyle/>
            <a:p>
              <a:pPr marL="0" marR="0" indent="0"/>
              <a:r>
                <a:rPr lang="en-US" sz="1000" b="0" dirty="0">
                  <a:solidFill>
                    <a:srgbClr val="142735"/>
                  </a:solidFill>
                  <a:latin typeface="Arial"/>
                </a:rPr>
                <a:t/>
              </a:r>
              <a:endParaRPr lang="en-US" sz="1000"/>
            </a:p>
          </c:txPr>
          <c:dLblPos val="outEnd"/>
          <c:showLegendKey val="0"/>
          <c:showVal val="1"/>
          <c:showCatName val="0"/>
          <c:showSerName val="0"/>
        </c:dLbls>
        <c:gapWidth val="70"/>
        <c:overlap val="0"/>
        <c:axId val="100"/>
        <c:axId val="200"/>
      </c:bar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10.0"/>
          <c:min val="0"/>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2.0"/>
      </c:valAx>
    </c:plotArea>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10.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Cumulative return (%)</a:t>
            </a:r>
            <a:endParaRPr lang="en-US" sz="1400"/>
          </a:p>
        </c:rich>
      </c:tx>
      <c:overlay val="0"/>
    </c:title>
    <c:autoTitleDeleted val="0"/>
    <c:plotArea>
      <c:layout/>
      <c:lineChart>
        <c:grouping val="standard"/>
        <c:varyColors val="0"/>
        <c:ser>
          <c:idx val="0"/>
          <c:order val="0"/>
          <c:tx>
            <c:strRef>
              <c:f>Data!$B$1</c:f>
              <c:strCache>
                <c:ptCount val="1"/>
                <c:pt idx="0">
                  <c:v>Baseline PPO</c:v>
                </c:pt>
              </c:strCache>
            </c:strRef>
          </c:tx>
          <c:spPr>
            <a:ln w="16510">
              <a:solidFill>
                <a:srgbClr val="2166AC"/>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Data!$B$2:$B$745</c:f>
              <c:numCache>
                <c:formatCode>0.00</c:formatCode>
                <c:ptCount val="744"/>
                <c:pt idx="0">
                  <c:v>0</c:v>
                </c:pt>
                <c:pt idx="1">
                  <c:v>0.1528015891117951</c:v>
                </c:pt>
                <c:pt idx="2">
                  <c:v>0.381041312312913</c:v>
                </c:pt>
                <c:pt idx="3">
                  <c:v>0.4015989393556518</c:v>
                </c:pt>
                <c:pt idx="4">
                  <c:v>0.4836307847217558</c:v>
                </c:pt>
                <c:pt idx="5">
                  <c:v>0.4738883607734001</c:v>
                </c:pt>
                <c:pt idx="6">
                  <c:v>0.5913457574949321</c:v>
                </c:pt>
                <c:pt idx="7">
                  <c:v>0.4693350092869419</c:v>
                </c:pt>
                <c:pt idx="8">
                  <c:v>0.2529968971787477</c:v>
                </c:pt>
                <c:pt idx="9">
                  <c:v>0.1630266401813518</c:v>
                </c:pt>
                <c:pt idx="10">
                  <c:v>0.3011236760196656</c:v>
                </c:pt>
                <c:pt idx="11">
                  <c:v>0.2505107841272336</c:v>
                </c:pt>
                <c:pt idx="12">
                  <c:v>0.2179117137509623</c:v>
                </c:pt>
                <c:pt idx="13">
                  <c:v>0.2642576945989905</c:v>
                </c:pt>
                <c:pt idx="14">
                  <c:v>0.4430496369381531</c:v>
                </c:pt>
                <c:pt idx="15">
                  <c:v>0.6771766368347309</c:v>
                </c:pt>
                <c:pt idx="16">
                  <c:v>0.6108523321930903</c:v>
                </c:pt>
                <c:pt idx="17">
                  <c:v>0.9357170403769155</c:v>
                </c:pt>
                <c:pt idx="18">
                  <c:v>1.01138191449508</c:v>
                </c:pt>
                <c:pt idx="19">
                  <c:v>0.9180940694890616</c:v>
                </c:pt>
                <c:pt idx="20">
                  <c:v>0.9480424769324536</c:v>
                </c:pt>
                <c:pt idx="21">
                  <c:v>0.9371262979130712</c:v>
                </c:pt>
                <c:pt idx="22">
                  <c:v>0.8659783208907035</c:v>
                </c:pt>
                <c:pt idx="23">
                  <c:v>0.9579250908364312</c:v>
                </c:pt>
                <c:pt idx="24">
                  <c:v>0.8393358445712096</c:v>
                </c:pt>
                <c:pt idx="25">
                  <c:v>0.7649131190065495</c:v>
                </c:pt>
                <c:pt idx="26">
                  <c:v>0.726995772727923</c:v>
                </c:pt>
                <c:pt idx="27">
                  <c:v>0.8479420381237723</c:v>
                </c:pt>
                <c:pt idx="28">
                  <c:v>0.8627820202353531</c:v>
                </c:pt>
                <c:pt idx="29">
                  <c:v>0.8882657247340831</c:v>
                </c:pt>
                <c:pt idx="30">
                  <c:v>0.9473951463622843</c:v>
                </c:pt>
                <c:pt idx="31">
                  <c:v>0.8538658659178244</c:v>
                </c:pt>
                <c:pt idx="32">
                  <c:v>0.8894583158330471</c:v>
                </c:pt>
                <c:pt idx="33">
                  <c:v>0.789599641543548</c:v>
                </c:pt>
                <c:pt idx="34">
                  <c:v>0.7991977922867433</c:v>
                </c:pt>
                <c:pt idx="35">
                  <c:v>0.9131627601701497</c:v>
                </c:pt>
                <c:pt idx="36">
                  <c:v>0.8180459308002597</c:v>
                </c:pt>
                <c:pt idx="37">
                  <c:v>0.8115885729289785</c:v>
                </c:pt>
                <c:pt idx="38">
                  <c:v>1.196928534859376</c:v>
                </c:pt>
                <c:pt idx="39">
                  <c:v>1.307517135556413</c:v>
                </c:pt>
                <c:pt idx="40">
                  <c:v>1.295696948711145</c:v>
                </c:pt>
                <c:pt idx="41">
                  <c:v>1.162284242206657</c:v>
                </c:pt>
                <c:pt idx="42">
                  <c:v>1.199617879801007</c:v>
                </c:pt>
                <c:pt idx="43">
                  <c:v>1.096521731429334</c:v>
                </c:pt>
                <c:pt idx="44">
                  <c:v>1.070201011007854</c:v>
                </c:pt>
                <c:pt idx="45">
                  <c:v>1.078876609376911</c:v>
                </c:pt>
                <c:pt idx="46">
                  <c:v>1.099362737203236</c:v>
                </c:pt>
                <c:pt idx="47">
                  <c:v>1.170877788989122</c:v>
                </c:pt>
                <c:pt idx="48">
                  <c:v>0.9851514315727394</c:v>
                </c:pt>
                <c:pt idx="49">
                  <c:v>0.9483691117380344</c:v>
                </c:pt>
                <c:pt idx="50">
                  <c:v>0.9293510919958337</c:v>
                </c:pt>
                <c:pt idx="51">
                  <c:v>0.8885455481451254</c:v>
                </c:pt>
                <c:pt idx="52">
                  <c:v>0.8721392504611236</c:v>
                </c:pt>
                <c:pt idx="53">
                  <c:v>0.8092465386857484</c:v>
                </c:pt>
                <c:pt idx="54">
                  <c:v>0.847449837428349</c:v>
                </c:pt>
                <c:pt idx="55">
                  <c:v>0.8106059518637077</c:v>
                </c:pt>
                <c:pt idx="56">
                  <c:v>0.9904899252523469</c:v>
                </c:pt>
                <c:pt idx="57">
                  <c:v>0.9957167973497993</c:v>
                </c:pt>
                <c:pt idx="58">
                  <c:v>1.018958799279468</c:v>
                </c:pt>
                <c:pt idx="59">
                  <c:v>1.06514492925236</c:v>
                </c:pt>
                <c:pt idx="60">
                  <c:v>1.352452131520998</c:v>
                </c:pt>
                <c:pt idx="61">
                  <c:v>1.454332839473804</c:v>
                </c:pt>
                <c:pt idx="62">
                  <c:v>2.168516837386392</c:v>
                </c:pt>
                <c:pt idx="63">
                  <c:v>5.22386752170898</c:v>
                </c:pt>
                <c:pt idx="64">
                  <c:v>5.120733992104753</c:v>
                </c:pt>
                <c:pt idx="65">
                  <c:v>5.012545870417706</c:v>
                </c:pt>
                <c:pt idx="66">
                  <c:v>5.088812387608588</c:v>
                </c:pt>
                <c:pt idx="67">
                  <c:v>5.111879963335797</c:v>
                </c:pt>
                <c:pt idx="68">
                  <c:v>5.587115533090037</c:v>
                </c:pt>
                <c:pt idx="69">
                  <c:v>6.343033250547347</c:v>
                </c:pt>
                <c:pt idx="70">
                  <c:v>5.826304547052175</c:v>
                </c:pt>
                <c:pt idx="71">
                  <c:v>5.849995228469296</c:v>
                </c:pt>
                <c:pt idx="72">
                  <c:v>5.912392342318706</c:v>
                </c:pt>
                <c:pt idx="73">
                  <c:v>6.142849752084478</c:v>
                </c:pt>
                <c:pt idx="74">
                  <c:v>5.821764996460566</c:v>
                </c:pt>
                <c:pt idx="75">
                  <c:v>5.778797906234634</c:v>
                </c:pt>
                <c:pt idx="76">
                  <c:v>5.891932964191149</c:v>
                </c:pt>
                <c:pt idx="77">
                  <c:v>5.824173021406565</c:v>
                </c:pt>
                <c:pt idx="78">
                  <c:v>5.991320805396505</c:v>
                </c:pt>
                <c:pt idx="79">
                  <c:v>5.945590358991559</c:v>
                </c:pt>
                <c:pt idx="80">
                  <c:v>7.290172269620854</c:v>
                </c:pt>
                <c:pt idx="81">
                  <c:v>7.509952543913201</c:v>
                </c:pt>
                <c:pt idx="82">
                  <c:v>7.661519128235006</c:v>
                </c:pt>
                <c:pt idx="83">
                  <c:v>7.60991442428256</c:v>
                </c:pt>
                <c:pt idx="84">
                  <c:v>7.616558131395146</c:v>
                </c:pt>
                <c:pt idx="85">
                  <c:v>7.419398561283064</c:v>
                </c:pt>
                <c:pt idx="86">
                  <c:v>7.616074672954931</c:v>
                </c:pt>
                <c:pt idx="87">
                  <c:v>8.093097704375452</c:v>
                </c:pt>
                <c:pt idx="88">
                  <c:v>8.500194809244022</c:v>
                </c:pt>
                <c:pt idx="89">
                  <c:v>8.42325311464387</c:v>
                </c:pt>
                <c:pt idx="90">
                  <c:v>8.306465179825873</c:v>
                </c:pt>
                <c:pt idx="91">
                  <c:v>8.403128832268569</c:v>
                </c:pt>
                <c:pt idx="92">
                  <c:v>8.386242938886745</c:v>
                </c:pt>
                <c:pt idx="93">
                  <c:v>8.409656008339738</c:v>
                </c:pt>
                <c:pt idx="94">
                  <c:v>8.358073279653077</c:v>
                </c:pt>
                <c:pt idx="95">
                  <c:v>8.485424507181193</c:v>
                </c:pt>
                <c:pt idx="96">
                  <c:v>8.98994173880887</c:v>
                </c:pt>
                <c:pt idx="97">
                  <c:v>10.56333019054487</c:v>
                </c:pt>
                <c:pt idx="98">
                  <c:v>9.798702267264936</c:v>
                </c:pt>
                <c:pt idx="99">
                  <c:v>9.81938292636384</c:v>
                </c:pt>
                <c:pt idx="100">
                  <c:v>10.1963214749464</c:v>
                </c:pt>
                <c:pt idx="101">
                  <c:v>10.52552480528783</c:v>
                </c:pt>
                <c:pt idx="102">
                  <c:v>10.65336532136607</c:v>
                </c:pt>
                <c:pt idx="103">
                  <c:v>11.1415292104073</c:v>
                </c:pt>
                <c:pt idx="104">
                  <c:v>14.36050865874874</c:v>
                </c:pt>
                <c:pt idx="105">
                  <c:v>12.88879263392575</c:v>
                </c:pt>
                <c:pt idx="106">
                  <c:v>12.74012288917108</c:v>
                </c:pt>
                <c:pt idx="107">
                  <c:v>12.33770044557621</c:v>
                </c:pt>
                <c:pt idx="108">
                  <c:v>13.06325809745816</c:v>
                </c:pt>
                <c:pt idx="109">
                  <c:v>13.08923497798189</c:v>
                </c:pt>
                <c:pt idx="110">
                  <c:v>13.21572771498582</c:v>
                </c:pt>
                <c:pt idx="111">
                  <c:v>13.09387983578931</c:v>
                </c:pt>
                <c:pt idx="112">
                  <c:v>13.1877258985347</c:v>
                </c:pt>
                <c:pt idx="113">
                  <c:v>13.11673909328255</c:v>
                </c:pt>
                <c:pt idx="114">
                  <c:v>13.02378021148363</c:v>
                </c:pt>
                <c:pt idx="115">
                  <c:v>12.98100770756976</c:v>
                </c:pt>
                <c:pt idx="116">
                  <c:v>13.16050533739799</c:v>
                </c:pt>
                <c:pt idx="117">
                  <c:v>14.23314718735387</c:v>
                </c:pt>
                <c:pt idx="118">
                  <c:v>14.18387196148916</c:v>
                </c:pt>
                <c:pt idx="119">
                  <c:v>14.09213974906642</c:v>
                </c:pt>
                <c:pt idx="120">
                  <c:v>13.94921434360445</c:v>
                </c:pt>
                <c:pt idx="121">
                  <c:v>13.90432532613708</c:v>
                </c:pt>
                <c:pt idx="122">
                  <c:v>14.13734116107044</c:v>
                </c:pt>
                <c:pt idx="123">
                  <c:v>14.06725599209466</c:v>
                </c:pt>
                <c:pt idx="124">
                  <c:v>14.08301764936413</c:v>
                </c:pt>
                <c:pt idx="125">
                  <c:v>13.28838787746851</c:v>
                </c:pt>
                <c:pt idx="126">
                  <c:v>13.43689790708808</c:v>
                </c:pt>
                <c:pt idx="127">
                  <c:v>13.28709834443611</c:v>
                </c:pt>
                <c:pt idx="128">
                  <c:v>13.25546091782726</c:v>
                </c:pt>
                <c:pt idx="129">
                  <c:v>13.20102408837116</c:v>
                </c:pt>
                <c:pt idx="130">
                  <c:v>13.16951477923727</c:v>
                </c:pt>
                <c:pt idx="131">
                  <c:v>13.27989345465303</c:v>
                </c:pt>
                <c:pt idx="132">
                  <c:v>13.40504042724147</c:v>
                </c:pt>
                <c:pt idx="133">
                  <c:v>13.39647677243585</c:v>
                </c:pt>
                <c:pt idx="134">
                  <c:v>13.1869796377063</c:v>
                </c:pt>
                <c:pt idx="135">
                  <c:v>13.1750394515048</c:v>
                </c:pt>
                <c:pt idx="136">
                  <c:v>13.28865188670552</c:v>
                </c:pt>
                <c:pt idx="137">
                  <c:v>13.27849855695635</c:v>
                </c:pt>
                <c:pt idx="138">
                  <c:v>13.2637310049037</c:v>
                </c:pt>
                <c:pt idx="139">
                  <c:v>13.38127778771891</c:v>
                </c:pt>
                <c:pt idx="140">
                  <c:v>13.30318198887366</c:v>
                </c:pt>
                <c:pt idx="141">
                  <c:v>13.13339861235976</c:v>
                </c:pt>
                <c:pt idx="142">
                  <c:v>13.1853322992179</c:v>
                </c:pt>
                <c:pt idx="143">
                  <c:v>13.23921173641391</c:v>
                </c:pt>
                <c:pt idx="144">
                  <c:v>13.4065797060172</c:v>
                </c:pt>
                <c:pt idx="145">
                  <c:v>13.32399818017571</c:v>
                </c:pt>
                <c:pt idx="146">
                  <c:v>13.28048123770327</c:v>
                </c:pt>
                <c:pt idx="147">
                  <c:v>13.224844854127</c:v>
                </c:pt>
                <c:pt idx="148">
                  <c:v>13.10524442985099</c:v>
                </c:pt>
                <c:pt idx="149">
                  <c:v>12.90388689227298</c:v>
                </c:pt>
                <c:pt idx="150">
                  <c:v>12.96007896902216</c:v>
                </c:pt>
                <c:pt idx="151">
                  <c:v>12.88776856963174</c:v>
                </c:pt>
                <c:pt idx="152">
                  <c:v>13.06293468188226</c:v>
                </c:pt>
                <c:pt idx="153">
                  <c:v>13.12767979707379</c:v>
                </c:pt>
                <c:pt idx="154">
                  <c:v>13.30245798107175</c:v>
                </c:pt>
                <c:pt idx="155">
                  <c:v>13.68717862695144</c:v>
                </c:pt>
                <c:pt idx="156">
                  <c:v>13.56854207952511</c:v>
                </c:pt>
                <c:pt idx="157">
                  <c:v>13.66642563217726</c:v>
                </c:pt>
                <c:pt idx="158">
                  <c:v>13.44237424297599</c:v>
                </c:pt>
                <c:pt idx="159">
                  <c:v>13.42857425828738</c:v>
                </c:pt>
                <c:pt idx="160">
                  <c:v>13.62695487475405</c:v>
                </c:pt>
                <c:pt idx="161">
                  <c:v>13.44064419727358</c:v>
                </c:pt>
                <c:pt idx="162">
                  <c:v>13.49864816382624</c:v>
                </c:pt>
                <c:pt idx="163">
                  <c:v>13.49877203928793</c:v>
                </c:pt>
                <c:pt idx="164">
                  <c:v>13.5163272550815</c:v>
                </c:pt>
                <c:pt idx="165">
                  <c:v>13.82999470865709</c:v>
                </c:pt>
                <c:pt idx="166">
                  <c:v>13.65815144861053</c:v>
                </c:pt>
                <c:pt idx="167">
                  <c:v>13.70477861245007</c:v>
                </c:pt>
                <c:pt idx="168">
                  <c:v>13.66208084027811</c:v>
                </c:pt>
                <c:pt idx="169">
                  <c:v>13.10815431505075</c:v>
                </c:pt>
                <c:pt idx="170">
                  <c:v>13.30995708716305</c:v>
                </c:pt>
                <c:pt idx="171">
                  <c:v>12.70581873380729</c:v>
                </c:pt>
                <c:pt idx="172">
                  <c:v>12.68716786144393</c:v>
                </c:pt>
                <c:pt idx="173">
                  <c:v>12.77944274534535</c:v>
                </c:pt>
                <c:pt idx="174">
                  <c:v>13.00681065627978</c:v>
                </c:pt>
                <c:pt idx="175">
                  <c:v>12.89192816493212</c:v>
                </c:pt>
                <c:pt idx="176">
                  <c:v>12.79210907972717</c:v>
                </c:pt>
                <c:pt idx="177">
                  <c:v>12.97924597963529</c:v>
                </c:pt>
                <c:pt idx="178">
                  <c:v>13.04258601700636</c:v>
                </c:pt>
                <c:pt idx="179">
                  <c:v>13.33782244189483</c:v>
                </c:pt>
                <c:pt idx="180">
                  <c:v>14.1083820322041</c:v>
                </c:pt>
                <c:pt idx="181">
                  <c:v>13.49941606724618</c:v>
                </c:pt>
                <c:pt idx="182">
                  <c:v>14.81486628762532</c:v>
                </c:pt>
                <c:pt idx="183">
                  <c:v>14.36698704192607</c:v>
                </c:pt>
                <c:pt idx="184">
                  <c:v>14.28834148791602</c:v>
                </c:pt>
                <c:pt idx="185">
                  <c:v>14.17623524970486</c:v>
                </c:pt>
                <c:pt idx="186">
                  <c:v>14.23666946998114</c:v>
                </c:pt>
                <c:pt idx="187">
                  <c:v>14.1105355269991</c:v>
                </c:pt>
                <c:pt idx="188">
                  <c:v>14.1708328967767</c:v>
                </c:pt>
                <c:pt idx="189">
                  <c:v>14.20551738511575</c:v>
                </c:pt>
                <c:pt idx="190">
                  <c:v>14.02888984516066</c:v>
                </c:pt>
                <c:pt idx="191">
                  <c:v>14.11754995342702</c:v>
                </c:pt>
                <c:pt idx="192">
                  <c:v>14.65444359242274</c:v>
                </c:pt>
                <c:pt idx="193">
                  <c:v>14.74651092825043</c:v>
                </c:pt>
                <c:pt idx="194">
                  <c:v>15.33413942810311</c:v>
                </c:pt>
                <c:pt idx="195">
                  <c:v>15.1579445994076</c:v>
                </c:pt>
                <c:pt idx="196">
                  <c:v>15.10773981683458</c:v>
                </c:pt>
                <c:pt idx="197">
                  <c:v>15.23942272873864</c:v>
                </c:pt>
                <c:pt idx="198">
                  <c:v>15.12391930699242</c:v>
                </c:pt>
                <c:pt idx="199">
                  <c:v>14.81089866485799</c:v>
                </c:pt>
                <c:pt idx="200">
                  <c:v>15.12630896865481</c:v>
                </c:pt>
                <c:pt idx="201">
                  <c:v>14.58508780571837</c:v>
                </c:pt>
                <c:pt idx="202">
                  <c:v>14.62653830384653</c:v>
                </c:pt>
                <c:pt idx="203">
                  <c:v>14.48519023250587</c:v>
                </c:pt>
                <c:pt idx="204">
                  <c:v>14.43241768209018</c:v>
                </c:pt>
                <c:pt idx="205">
                  <c:v>14.31231452973312</c:v>
                </c:pt>
                <c:pt idx="206">
                  <c:v>14.52502093491961</c:v>
                </c:pt>
                <c:pt idx="207">
                  <c:v>14.80765556662209</c:v>
                </c:pt>
                <c:pt idx="208">
                  <c:v>14.55496480920975</c:v>
                </c:pt>
                <c:pt idx="209">
                  <c:v>14.58250027892212</c:v>
                </c:pt>
                <c:pt idx="210">
                  <c:v>14.49865562353858</c:v>
                </c:pt>
                <c:pt idx="211">
                  <c:v>14.42270709141469</c:v>
                </c:pt>
                <c:pt idx="212">
                  <c:v>14.16231770746221</c:v>
                </c:pt>
                <c:pt idx="213">
                  <c:v>14.29394489917513</c:v>
                </c:pt>
                <c:pt idx="214">
                  <c:v>14.63678524764591</c:v>
                </c:pt>
                <c:pt idx="215">
                  <c:v>14.37935011585028</c:v>
                </c:pt>
                <c:pt idx="216">
                  <c:v>14.41023482404185</c:v>
                </c:pt>
                <c:pt idx="217">
                  <c:v>14.54075461633413</c:v>
                </c:pt>
                <c:pt idx="218">
                  <c:v>14.75381404489893</c:v>
                </c:pt>
                <c:pt idx="219">
                  <c:v>14.7397153262675</c:v>
                </c:pt>
                <c:pt idx="220">
                  <c:v>14.54866241156236</c:v>
                </c:pt>
                <c:pt idx="221">
                  <c:v>14.64023886977386</c:v>
                </c:pt>
                <c:pt idx="222">
                  <c:v>14.53731885392404</c:v>
                </c:pt>
                <c:pt idx="223">
                  <c:v>14.52635060584175</c:v>
                </c:pt>
                <c:pt idx="224">
                  <c:v>14.44729508315337</c:v>
                </c:pt>
                <c:pt idx="225">
                  <c:v>14.35187136420437</c:v>
                </c:pt>
                <c:pt idx="226">
                  <c:v>14.45449810503982</c:v>
                </c:pt>
                <c:pt idx="227">
                  <c:v>14.27704005481818</c:v>
                </c:pt>
                <c:pt idx="228">
                  <c:v>14.21316164754236</c:v>
                </c:pt>
                <c:pt idx="229">
                  <c:v>14.26014178780324</c:v>
                </c:pt>
                <c:pt idx="230">
                  <c:v>13.77797788124102</c:v>
                </c:pt>
                <c:pt idx="231">
                  <c:v>13.85602728505426</c:v>
                </c:pt>
                <c:pt idx="232">
                  <c:v>13.83833702329027</c:v>
                </c:pt>
                <c:pt idx="233">
                  <c:v>14.16782710226716</c:v>
                </c:pt>
                <c:pt idx="234">
                  <c:v>14.18941219414618</c:v>
                </c:pt>
                <c:pt idx="235">
                  <c:v>14.191659729068</c:v>
                </c:pt>
                <c:pt idx="236">
                  <c:v>14.17454781545868</c:v>
                </c:pt>
                <c:pt idx="237">
                  <c:v>14.37300952737004</c:v>
                </c:pt>
                <c:pt idx="238">
                  <c:v>14.3554889710477</c:v>
                </c:pt>
                <c:pt idx="239">
                  <c:v>14.82019969869484</c:v>
                </c:pt>
                <c:pt idx="240">
                  <c:v>14.57201117946838</c:v>
                </c:pt>
                <c:pt idx="241">
                  <c:v>14.64510885292894</c:v>
                </c:pt>
                <c:pt idx="242">
                  <c:v>14.51081431929522</c:v>
                </c:pt>
                <c:pt idx="243">
                  <c:v>14.54902323776697</c:v>
                </c:pt>
                <c:pt idx="244">
                  <c:v>14.51224062871941</c:v>
                </c:pt>
                <c:pt idx="245">
                  <c:v>14.55609365221258</c:v>
                </c:pt>
                <c:pt idx="246">
                  <c:v>14.48423628836113</c:v>
                </c:pt>
                <c:pt idx="247">
                  <c:v>14.67634736410042</c:v>
                </c:pt>
                <c:pt idx="248">
                  <c:v>15.16542203938629</c:v>
                </c:pt>
                <c:pt idx="249">
                  <c:v>15.41166329272325</c:v>
                </c:pt>
                <c:pt idx="250">
                  <c:v>15.14905644298794</c:v>
                </c:pt>
                <c:pt idx="251">
                  <c:v>15.09256607823235</c:v>
                </c:pt>
                <c:pt idx="252">
                  <c:v>15.02193914795324</c:v>
                </c:pt>
                <c:pt idx="253">
                  <c:v>15.11262331662242</c:v>
                </c:pt>
                <c:pt idx="254">
                  <c:v>15.59524559191059</c:v>
                </c:pt>
                <c:pt idx="255">
                  <c:v>15.69860207362912</c:v>
                </c:pt>
                <c:pt idx="256">
                  <c:v>15.7989853533159</c:v>
                </c:pt>
                <c:pt idx="257">
                  <c:v>15.84250958275699</c:v>
                </c:pt>
                <c:pt idx="258">
                  <c:v>15.63233601581637</c:v>
                </c:pt>
                <c:pt idx="259">
                  <c:v>15.54271380185361</c:v>
                </c:pt>
                <c:pt idx="260">
                  <c:v>15.60972853589728</c:v>
                </c:pt>
                <c:pt idx="261">
                  <c:v>15.67034421984881</c:v>
                </c:pt>
                <c:pt idx="262">
                  <c:v>15.75637530129661</c:v>
                </c:pt>
                <c:pt idx="263">
                  <c:v>15.71767177895749</c:v>
                </c:pt>
                <c:pt idx="264">
                  <c:v>15.83244242531025</c:v>
                </c:pt>
                <c:pt idx="265">
                  <c:v>15.77520269026664</c:v>
                </c:pt>
                <c:pt idx="266">
                  <c:v>15.56583812580417</c:v>
                </c:pt>
                <c:pt idx="267">
                  <c:v>15.52426815249259</c:v>
                </c:pt>
                <c:pt idx="268">
                  <c:v>15.46434008510314</c:v>
                </c:pt>
                <c:pt idx="269">
                  <c:v>15.47950906256392</c:v>
                </c:pt>
                <c:pt idx="270">
                  <c:v>15.63470897759405</c:v>
                </c:pt>
                <c:pt idx="271">
                  <c:v>15.45776107910193</c:v>
                </c:pt>
                <c:pt idx="272">
                  <c:v>15.40298168342074</c:v>
                </c:pt>
                <c:pt idx="273">
                  <c:v>15.31906819290425</c:v>
                </c:pt>
                <c:pt idx="274">
                  <c:v>15.42077602479672</c:v>
                </c:pt>
                <c:pt idx="275">
                  <c:v>15.44562318126948</c:v>
                </c:pt>
                <c:pt idx="276">
                  <c:v>15.31283570852791</c:v>
                </c:pt>
                <c:pt idx="277">
                  <c:v>15.27718184205424</c:v>
                </c:pt>
                <c:pt idx="278">
                  <c:v>15.57612171048568</c:v>
                </c:pt>
                <c:pt idx="279">
                  <c:v>14.69036262166146</c:v>
                </c:pt>
                <c:pt idx="280">
                  <c:v>13.89006111914797</c:v>
                </c:pt>
                <c:pt idx="281">
                  <c:v>14.05922319873798</c:v>
                </c:pt>
                <c:pt idx="282">
                  <c:v>13.79731531604693</c:v>
                </c:pt>
                <c:pt idx="283">
                  <c:v>13.80403153529599</c:v>
                </c:pt>
                <c:pt idx="284">
                  <c:v>13.6745285952582</c:v>
                </c:pt>
                <c:pt idx="285">
                  <c:v>13.65578193455954</c:v>
                </c:pt>
                <c:pt idx="286">
                  <c:v>13.80068124419811</c:v>
                </c:pt>
                <c:pt idx="287">
                  <c:v>13.86163860500127</c:v>
                </c:pt>
                <c:pt idx="288">
                  <c:v>13.77950842631614</c:v>
                </c:pt>
                <c:pt idx="289">
                  <c:v>13.79879552974239</c:v>
                </c:pt>
                <c:pt idx="290">
                  <c:v>13.70604208051669</c:v>
                </c:pt>
                <c:pt idx="291">
                  <c:v>13.64318010239307</c:v>
                </c:pt>
                <c:pt idx="292">
                  <c:v>13.69505356470651</c:v>
                </c:pt>
                <c:pt idx="293">
                  <c:v>13.68021877654419</c:v>
                </c:pt>
                <c:pt idx="294">
                  <c:v>13.61671497742054</c:v>
                </c:pt>
                <c:pt idx="295">
                  <c:v>13.67499048928498</c:v>
                </c:pt>
                <c:pt idx="296">
                  <c:v>13.67799107563059</c:v>
                </c:pt>
                <c:pt idx="297">
                  <c:v>13.68973521434535</c:v>
                </c:pt>
                <c:pt idx="298">
                  <c:v>13.67885504593504</c:v>
                </c:pt>
                <c:pt idx="299">
                  <c:v>13.64188004561739</c:v>
                </c:pt>
                <c:pt idx="300">
                  <c:v>13.6386998959682</c:v>
                </c:pt>
                <c:pt idx="301">
                  <c:v>13.72416471163931</c:v>
                </c:pt>
                <c:pt idx="302">
                  <c:v>13.95122774062456</c:v>
                </c:pt>
                <c:pt idx="303">
                  <c:v>13.84210127086454</c:v>
                </c:pt>
                <c:pt idx="304">
                  <c:v>13.89838643578145</c:v>
                </c:pt>
                <c:pt idx="305">
                  <c:v>13.94869791056395</c:v>
                </c:pt>
                <c:pt idx="306">
                  <c:v>13.99103624261588</c:v>
                </c:pt>
                <c:pt idx="307">
                  <c:v>14.00854523392647</c:v>
                </c:pt>
                <c:pt idx="308">
                  <c:v>13.9705348851372</c:v>
                </c:pt>
                <c:pt idx="309">
                  <c:v>13.97924560122299</c:v>
                </c:pt>
                <c:pt idx="310">
                  <c:v>14.02503557875343</c:v>
                </c:pt>
                <c:pt idx="311">
                  <c:v>14.02624589651909</c:v>
                </c:pt>
                <c:pt idx="312">
                  <c:v>13.98968846713973</c:v>
                </c:pt>
                <c:pt idx="313">
                  <c:v>13.95098557970291</c:v>
                </c:pt>
                <c:pt idx="314">
                  <c:v>13.95991952189439</c:v>
                </c:pt>
                <c:pt idx="315">
                  <c:v>13.9852782264263</c:v>
                </c:pt>
                <c:pt idx="316">
                  <c:v>13.95979670203464</c:v>
                </c:pt>
                <c:pt idx="317">
                  <c:v>13.96349811183628</c:v>
                </c:pt>
                <c:pt idx="318">
                  <c:v>14.0719659209426</c:v>
                </c:pt>
                <c:pt idx="319">
                  <c:v>13.95356764829867</c:v>
                </c:pt>
                <c:pt idx="320">
                  <c:v>13.93467703978679</c:v>
                </c:pt>
                <c:pt idx="321">
                  <c:v>13.90769109156487</c:v>
                </c:pt>
                <c:pt idx="322">
                  <c:v>13.96067107207408</c:v>
                </c:pt>
                <c:pt idx="323">
                  <c:v>13.97292316313965</c:v>
                </c:pt>
                <c:pt idx="324">
                  <c:v>14.4243050039099</c:v>
                </c:pt>
                <c:pt idx="325">
                  <c:v>14.50309554426497</c:v>
                </c:pt>
                <c:pt idx="326">
                  <c:v>14.44484641439898</c:v>
                </c:pt>
                <c:pt idx="327">
                  <c:v>14.45648503664396</c:v>
                </c:pt>
                <c:pt idx="328">
                  <c:v>14.82701195981129</c:v>
                </c:pt>
                <c:pt idx="329">
                  <c:v>14.5969318546316</c:v>
                </c:pt>
                <c:pt idx="330">
                  <c:v>14.59974074243551</c:v>
                </c:pt>
                <c:pt idx="331">
                  <c:v>14.46616574550863</c:v>
                </c:pt>
                <c:pt idx="332">
                  <c:v>14.36930148016493</c:v>
                </c:pt>
                <c:pt idx="333">
                  <c:v>14.38950330686097</c:v>
                </c:pt>
                <c:pt idx="334">
                  <c:v>14.21867119188704</c:v>
                </c:pt>
                <c:pt idx="335">
                  <c:v>13.94638167264057</c:v>
                </c:pt>
                <c:pt idx="336">
                  <c:v>14.31188799248564</c:v>
                </c:pt>
                <c:pt idx="337">
                  <c:v>14.08903493616593</c:v>
                </c:pt>
                <c:pt idx="338">
                  <c:v>14.0248640930833</c:v>
                </c:pt>
                <c:pt idx="339">
                  <c:v>14.12872182788543</c:v>
                </c:pt>
                <c:pt idx="340">
                  <c:v>14.02721817144434</c:v>
                </c:pt>
                <c:pt idx="341">
                  <c:v>14.16896252650832</c:v>
                </c:pt>
                <c:pt idx="342">
                  <c:v>14.22309523816934</c:v>
                </c:pt>
                <c:pt idx="343">
                  <c:v>14.2978294426602</c:v>
                </c:pt>
                <c:pt idx="344">
                  <c:v>14.50620573105812</c:v>
                </c:pt>
                <c:pt idx="345">
                  <c:v>14.52832453859445</c:v>
                </c:pt>
                <c:pt idx="346">
                  <c:v>14.67391502233832</c:v>
                </c:pt>
                <c:pt idx="347">
                  <c:v>14.38520714679477</c:v>
                </c:pt>
                <c:pt idx="348">
                  <c:v>14.24174550204389</c:v>
                </c:pt>
                <c:pt idx="349">
                  <c:v>14.21874209390677</c:v>
                </c:pt>
                <c:pt idx="350">
                  <c:v>15.28490725232139</c:v>
                </c:pt>
                <c:pt idx="351">
                  <c:v>15.26033257107864</c:v>
                </c:pt>
                <c:pt idx="352">
                  <c:v>15.30083044940866</c:v>
                </c:pt>
                <c:pt idx="353">
                  <c:v>15.48988656804569</c:v>
                </c:pt>
                <c:pt idx="354">
                  <c:v>15.57689389150703</c:v>
                </c:pt>
                <c:pt idx="355">
                  <c:v>15.49039992885506</c:v>
                </c:pt>
                <c:pt idx="356">
                  <c:v>15.47530054351918</c:v>
                </c:pt>
                <c:pt idx="357">
                  <c:v>15.51174806546878</c:v>
                </c:pt>
                <c:pt idx="358">
                  <c:v>15.23738854960211</c:v>
                </c:pt>
                <c:pt idx="359">
                  <c:v>15.23017378691915</c:v>
                </c:pt>
                <c:pt idx="360">
                  <c:v>15.27913519483246</c:v>
                </c:pt>
                <c:pt idx="361">
                  <c:v>15.10216200007624</c:v>
                </c:pt>
                <c:pt idx="362">
                  <c:v>15.11373847939106</c:v>
                </c:pt>
                <c:pt idx="363">
                  <c:v>15.27888383748581</c:v>
                </c:pt>
                <c:pt idx="364">
                  <c:v>15.31417276768066</c:v>
                </c:pt>
                <c:pt idx="365">
                  <c:v>15.64643161813042</c:v>
                </c:pt>
                <c:pt idx="366">
                  <c:v>15.32758402846988</c:v>
                </c:pt>
                <c:pt idx="367">
                  <c:v>15.2833097414842</c:v>
                </c:pt>
                <c:pt idx="368">
                  <c:v>15.00904425121243</c:v>
                </c:pt>
                <c:pt idx="369">
                  <c:v>15.04723181396603</c:v>
                </c:pt>
                <c:pt idx="370">
                  <c:v>15.12613427875058</c:v>
                </c:pt>
                <c:pt idx="371">
                  <c:v>15.17729499559659</c:v>
                </c:pt>
                <c:pt idx="372">
                  <c:v>15.10718340427095</c:v>
                </c:pt>
                <c:pt idx="373">
                  <c:v>15.15737701377111</c:v>
                </c:pt>
                <c:pt idx="374">
                  <c:v>15.22824900247557</c:v>
                </c:pt>
                <c:pt idx="375">
                  <c:v>15.04447645926517</c:v>
                </c:pt>
                <c:pt idx="376">
                  <c:v>14.92236040130592</c:v>
                </c:pt>
                <c:pt idx="377">
                  <c:v>14.80047418632375</c:v>
                </c:pt>
                <c:pt idx="378">
                  <c:v>14.75917490525553</c:v>
                </c:pt>
                <c:pt idx="379">
                  <c:v>14.87386108358886</c:v>
                </c:pt>
                <c:pt idx="380">
                  <c:v>14.97533680311565</c:v>
                </c:pt>
                <c:pt idx="381">
                  <c:v>14.79898695063202</c:v>
                </c:pt>
                <c:pt idx="382">
                  <c:v>14.81942001882344</c:v>
                </c:pt>
                <c:pt idx="383">
                  <c:v>14.93911778181878</c:v>
                </c:pt>
                <c:pt idx="384">
                  <c:v>14.7714039989759</c:v>
                </c:pt>
                <c:pt idx="385">
                  <c:v>14.69697865938693</c:v>
                </c:pt>
                <c:pt idx="386">
                  <c:v>15.14777563911012</c:v>
                </c:pt>
                <c:pt idx="387">
                  <c:v>15.31645255383149</c:v>
                </c:pt>
                <c:pt idx="388">
                  <c:v>15.31520180644128</c:v>
                </c:pt>
                <c:pt idx="389">
                  <c:v>15.38164776154718</c:v>
                </c:pt>
                <c:pt idx="390">
                  <c:v>15.3522179732521</c:v>
                </c:pt>
                <c:pt idx="391">
                  <c:v>15.24970880172796</c:v>
                </c:pt>
                <c:pt idx="392">
                  <c:v>15.01634735007666</c:v>
                </c:pt>
                <c:pt idx="393">
                  <c:v>14.97847041214497</c:v>
                </c:pt>
                <c:pt idx="394">
                  <c:v>14.86290436499249</c:v>
                </c:pt>
                <c:pt idx="395">
                  <c:v>14.96791264123398</c:v>
                </c:pt>
                <c:pt idx="396">
                  <c:v>14.80698264968201</c:v>
                </c:pt>
                <c:pt idx="397">
                  <c:v>15.00345726918864</c:v>
                </c:pt>
                <c:pt idx="398">
                  <c:v>14.90875242973948</c:v>
                </c:pt>
                <c:pt idx="399">
                  <c:v>14.9859661301353</c:v>
                </c:pt>
                <c:pt idx="400">
                  <c:v>14.8957098470013</c:v>
                </c:pt>
                <c:pt idx="401">
                  <c:v>15.20283881602995</c:v>
                </c:pt>
                <c:pt idx="402">
                  <c:v>15.1941754462386</c:v>
                </c:pt>
                <c:pt idx="403">
                  <c:v>15.16716321895741</c:v>
                </c:pt>
                <c:pt idx="404">
                  <c:v>15.21520315141063</c:v>
                </c:pt>
                <c:pt idx="405">
                  <c:v>15.12438579537378</c:v>
                </c:pt>
                <c:pt idx="406">
                  <c:v>15.02842301494452</c:v>
                </c:pt>
                <c:pt idx="407">
                  <c:v>15.14236923929826</c:v>
                </c:pt>
                <c:pt idx="408">
                  <c:v>14.93702288797905</c:v>
                </c:pt>
                <c:pt idx="409">
                  <c:v>15.04179283227778</c:v>
                </c:pt>
                <c:pt idx="410">
                  <c:v>15.38044994003782</c:v>
                </c:pt>
                <c:pt idx="411">
                  <c:v>15.30013786455737</c:v>
                </c:pt>
                <c:pt idx="412">
                  <c:v>15.32246553992067</c:v>
                </c:pt>
                <c:pt idx="413">
                  <c:v>15.34472364623012</c:v>
                </c:pt>
                <c:pt idx="414">
                  <c:v>15.36346515446681</c:v>
                </c:pt>
                <c:pt idx="415">
                  <c:v>15.23592207388773</c:v>
                </c:pt>
                <c:pt idx="416">
                  <c:v>15.29988471611687</c:v>
                </c:pt>
                <c:pt idx="417">
                  <c:v>15.1280828916259</c:v>
                </c:pt>
                <c:pt idx="418">
                  <c:v>15.16994881985654</c:v>
                </c:pt>
                <c:pt idx="419">
                  <c:v>15.32449143293195</c:v>
                </c:pt>
                <c:pt idx="420">
                  <c:v>15.84597821334894</c:v>
                </c:pt>
                <c:pt idx="421">
                  <c:v>16.05094236160682</c:v>
                </c:pt>
                <c:pt idx="422">
                  <c:v>17.30613446778917</c:v>
                </c:pt>
                <c:pt idx="423">
                  <c:v>18.1748806546141</c:v>
                </c:pt>
                <c:pt idx="424">
                  <c:v>17.89689187754673</c:v>
                </c:pt>
                <c:pt idx="425">
                  <c:v>17.9967321860915</c:v>
                </c:pt>
                <c:pt idx="426">
                  <c:v>18.14539273573845</c:v>
                </c:pt>
                <c:pt idx="427">
                  <c:v>18.51016671734169</c:v>
                </c:pt>
                <c:pt idx="428">
                  <c:v>18.30458324901352</c:v>
                </c:pt>
                <c:pt idx="429">
                  <c:v>18.34408188275958</c:v>
                </c:pt>
                <c:pt idx="430">
                  <c:v>17.68254540409653</c:v>
                </c:pt>
                <c:pt idx="431">
                  <c:v>17.72098643998301</c:v>
                </c:pt>
                <c:pt idx="432">
                  <c:v>17.50204307512353</c:v>
                </c:pt>
                <c:pt idx="433">
                  <c:v>17.49762523981184</c:v>
                </c:pt>
                <c:pt idx="434">
                  <c:v>17.3959965426349</c:v>
                </c:pt>
                <c:pt idx="435">
                  <c:v>17.39960552751745</c:v>
                </c:pt>
                <c:pt idx="436">
                  <c:v>17.55678629106818</c:v>
                </c:pt>
                <c:pt idx="437">
                  <c:v>17.50277801434066</c:v>
                </c:pt>
                <c:pt idx="438">
                  <c:v>17.42775056806185</c:v>
                </c:pt>
                <c:pt idx="439">
                  <c:v>17.3767880321158</c:v>
                </c:pt>
                <c:pt idx="440">
                  <c:v>17.5546020212205</c:v>
                </c:pt>
                <c:pt idx="441">
                  <c:v>17.45037280994925</c:v>
                </c:pt>
                <c:pt idx="442">
                  <c:v>17.62565559433056</c:v>
                </c:pt>
                <c:pt idx="443">
                  <c:v>17.65254050321976</c:v>
                </c:pt>
                <c:pt idx="444">
                  <c:v>16.36962717996649</c:v>
                </c:pt>
                <c:pt idx="445">
                  <c:v>16.25348074381982</c:v>
                </c:pt>
                <c:pt idx="446">
                  <c:v>15.57545588594356</c:v>
                </c:pt>
                <c:pt idx="447">
                  <c:v>16.32767449554786</c:v>
                </c:pt>
                <c:pt idx="448">
                  <c:v>16.55353694892963</c:v>
                </c:pt>
                <c:pt idx="449">
                  <c:v>16.35326337660681</c:v>
                </c:pt>
                <c:pt idx="450">
                  <c:v>16.40376466963875</c:v>
                </c:pt>
                <c:pt idx="451">
                  <c:v>16.52892136137702</c:v>
                </c:pt>
                <c:pt idx="452">
                  <c:v>16.45852659167064</c:v>
                </c:pt>
                <c:pt idx="453">
                  <c:v>16.42893013388003</c:v>
                </c:pt>
                <c:pt idx="454">
                  <c:v>16.43334669800574</c:v>
                </c:pt>
                <c:pt idx="455">
                  <c:v>16.44847551160644</c:v>
                </c:pt>
                <c:pt idx="456">
                  <c:v>16.38457744579103</c:v>
                </c:pt>
                <c:pt idx="457">
                  <c:v>16.36703703099096</c:v>
                </c:pt>
                <c:pt idx="458">
                  <c:v>16.38010875720797</c:v>
                </c:pt>
                <c:pt idx="459">
                  <c:v>16.38664003011958</c:v>
                </c:pt>
                <c:pt idx="460">
                  <c:v>16.32668102753865</c:v>
                </c:pt>
                <c:pt idx="461">
                  <c:v>16.35213197391945</c:v>
                </c:pt>
                <c:pt idx="462">
                  <c:v>16.39782490429593</c:v>
                </c:pt>
                <c:pt idx="463">
                  <c:v>16.44603720366471</c:v>
                </c:pt>
                <c:pt idx="464">
                  <c:v>16.40220385309381</c:v>
                </c:pt>
                <c:pt idx="465">
                  <c:v>16.39245179586337</c:v>
                </c:pt>
                <c:pt idx="466">
                  <c:v>16.38760365213274</c:v>
                </c:pt>
                <c:pt idx="467">
                  <c:v>16.37831223306268</c:v>
                </c:pt>
                <c:pt idx="468">
                  <c:v>16.41007037042699</c:v>
                </c:pt>
                <c:pt idx="469">
                  <c:v>16.34109727234208</c:v>
                </c:pt>
                <c:pt idx="470">
                  <c:v>16.37694888370542</c:v>
                </c:pt>
                <c:pt idx="471">
                  <c:v>16.43699562934124</c:v>
                </c:pt>
                <c:pt idx="472">
                  <c:v>16.60924345236425</c:v>
                </c:pt>
                <c:pt idx="473">
                  <c:v>16.62135970246885</c:v>
                </c:pt>
                <c:pt idx="474">
                  <c:v>16.57857328191881</c:v>
                </c:pt>
                <c:pt idx="475">
                  <c:v>16.48603825169195</c:v>
                </c:pt>
                <c:pt idx="476">
                  <c:v>16.48014753698013</c:v>
                </c:pt>
                <c:pt idx="477">
                  <c:v>16.60007019960386</c:v>
                </c:pt>
                <c:pt idx="478">
                  <c:v>16.5109423906312</c:v>
                </c:pt>
                <c:pt idx="479">
                  <c:v>16.52546376077335</c:v>
                </c:pt>
                <c:pt idx="480">
                  <c:v>16.54900706567182</c:v>
                </c:pt>
                <c:pt idx="481">
                  <c:v>16.60986515530067</c:v>
                </c:pt>
                <c:pt idx="482">
                  <c:v>16.57767364152769</c:v>
                </c:pt>
                <c:pt idx="483">
                  <c:v>16.61878887413561</c:v>
                </c:pt>
                <c:pt idx="484">
                  <c:v>16.4978443122588</c:v>
                </c:pt>
                <c:pt idx="485">
                  <c:v>16.53983431860853</c:v>
                </c:pt>
                <c:pt idx="486">
                  <c:v>16.38796961637181</c:v>
                </c:pt>
                <c:pt idx="487">
                  <c:v>16.39248863248797</c:v>
                </c:pt>
                <c:pt idx="488">
                  <c:v>16.41303799190554</c:v>
                </c:pt>
                <c:pt idx="489">
                  <c:v>16.44847771091218</c:v>
                </c:pt>
                <c:pt idx="490">
                  <c:v>16.53464143926242</c:v>
                </c:pt>
                <c:pt idx="491">
                  <c:v>16.47283340257515</c:v>
                </c:pt>
                <c:pt idx="492">
                  <c:v>16.47096299219597</c:v>
                </c:pt>
                <c:pt idx="493">
                  <c:v>16.40097297834235</c:v>
                </c:pt>
                <c:pt idx="494">
                  <c:v>16.29347854412919</c:v>
                </c:pt>
                <c:pt idx="495">
                  <c:v>16.35670065882795</c:v>
                </c:pt>
                <c:pt idx="496">
                  <c:v>16.3286104830674</c:v>
                </c:pt>
                <c:pt idx="497">
                  <c:v>16.34882056346758</c:v>
                </c:pt>
                <c:pt idx="498">
                  <c:v>16.49910509010641</c:v>
                </c:pt>
                <c:pt idx="499">
                  <c:v>16.4076642595286</c:v>
                </c:pt>
                <c:pt idx="500">
                  <c:v>16.43464679511348</c:v>
                </c:pt>
                <c:pt idx="501">
                  <c:v>16.4553268463824</c:v>
                </c:pt>
                <c:pt idx="502">
                  <c:v>16.53603732951301</c:v>
                </c:pt>
                <c:pt idx="503">
                  <c:v>16.74486905705359</c:v>
                </c:pt>
                <c:pt idx="504">
                  <c:v>16.61241323935516</c:v>
                </c:pt>
                <c:pt idx="505">
                  <c:v>16.5244356230865</c:v>
                </c:pt>
                <c:pt idx="506">
                  <c:v>16.50556077367633</c:v>
                </c:pt>
                <c:pt idx="507">
                  <c:v>16.4045130490402</c:v>
                </c:pt>
                <c:pt idx="508">
                  <c:v>16.45092190324504</c:v>
                </c:pt>
                <c:pt idx="509">
                  <c:v>16.47390302750489</c:v>
                </c:pt>
                <c:pt idx="510">
                  <c:v>16.40072500420655</c:v>
                </c:pt>
                <c:pt idx="511">
                  <c:v>16.3023134978185</c:v>
                </c:pt>
                <c:pt idx="512">
                  <c:v>16.35151233833685</c:v>
                </c:pt>
                <c:pt idx="513">
                  <c:v>16.25523212501894</c:v>
                </c:pt>
                <c:pt idx="514">
                  <c:v>16.26924100241336</c:v>
                </c:pt>
                <c:pt idx="515">
                  <c:v>16.3104040860599</c:v>
                </c:pt>
                <c:pt idx="516">
                  <c:v>16.44715181471055</c:v>
                </c:pt>
                <c:pt idx="517">
                  <c:v>16.2604825213098</c:v>
                </c:pt>
                <c:pt idx="518">
                  <c:v>16.19895078404516</c:v>
                </c:pt>
                <c:pt idx="519">
                  <c:v>16.0634449131108</c:v>
                </c:pt>
                <c:pt idx="520">
                  <c:v>16.13921919838191</c:v>
                </c:pt>
                <c:pt idx="521">
                  <c:v>16.25156293709993</c:v>
                </c:pt>
                <c:pt idx="522">
                  <c:v>16.25922660278838</c:v>
                </c:pt>
                <c:pt idx="523">
                  <c:v>16.3838879182922</c:v>
                </c:pt>
                <c:pt idx="524">
                  <c:v>16.28996943811007</c:v>
                </c:pt>
                <c:pt idx="525">
                  <c:v>16.25990444791767</c:v>
                </c:pt>
                <c:pt idx="526">
                  <c:v>16.18219311939024</c:v>
                </c:pt>
                <c:pt idx="527">
                  <c:v>16.24082974903594</c:v>
                </c:pt>
                <c:pt idx="528">
                  <c:v>16.38563446803878</c:v>
                </c:pt>
                <c:pt idx="529">
                  <c:v>16.48033709461942</c:v>
                </c:pt>
                <c:pt idx="530">
                  <c:v>16.10421537592608</c:v>
                </c:pt>
                <c:pt idx="531">
                  <c:v>16.09259303104162</c:v>
                </c:pt>
                <c:pt idx="532">
                  <c:v>15.92228542904282</c:v>
                </c:pt>
                <c:pt idx="533">
                  <c:v>15.88230100241672</c:v>
                </c:pt>
                <c:pt idx="534">
                  <c:v>15.7885937801822</c:v>
                </c:pt>
                <c:pt idx="535">
                  <c:v>16.01406547000002</c:v>
                </c:pt>
                <c:pt idx="536">
                  <c:v>15.96096363746211</c:v>
                </c:pt>
                <c:pt idx="537">
                  <c:v>16.21519825748536</c:v>
                </c:pt>
                <c:pt idx="538">
                  <c:v>16.0718249793717</c:v>
                </c:pt>
                <c:pt idx="539">
                  <c:v>16.01795659477254</c:v>
                </c:pt>
                <c:pt idx="540">
                  <c:v>16.02533573456313</c:v>
                </c:pt>
                <c:pt idx="541">
                  <c:v>15.66132753617817</c:v>
                </c:pt>
                <c:pt idx="542">
                  <c:v>16.55431509140683</c:v>
                </c:pt>
                <c:pt idx="543">
                  <c:v>16.7980573579102</c:v>
                </c:pt>
                <c:pt idx="544">
                  <c:v>16.67336864326239</c:v>
                </c:pt>
                <c:pt idx="545">
                  <c:v>16.58468290371082</c:v>
                </c:pt>
                <c:pt idx="546">
                  <c:v>16.55935161875697</c:v>
                </c:pt>
                <c:pt idx="547">
                  <c:v>16.56305610617346</c:v>
                </c:pt>
                <c:pt idx="548">
                  <c:v>16.59132955657423</c:v>
                </c:pt>
                <c:pt idx="549">
                  <c:v>16.59444244289565</c:v>
                </c:pt>
                <c:pt idx="550">
                  <c:v>16.64664086603298</c:v>
                </c:pt>
                <c:pt idx="551">
                  <c:v>16.56741456595667</c:v>
                </c:pt>
                <c:pt idx="552">
                  <c:v>16.68293156635872</c:v>
                </c:pt>
                <c:pt idx="553">
                  <c:v>16.76656160699233</c:v>
                </c:pt>
                <c:pt idx="554">
                  <c:v>16.64400075115651</c:v>
                </c:pt>
                <c:pt idx="555">
                  <c:v>16.60849100335895</c:v>
                </c:pt>
                <c:pt idx="556">
                  <c:v>16.8060967666021</c:v>
                </c:pt>
                <c:pt idx="557">
                  <c:v>16.52578883493803</c:v>
                </c:pt>
                <c:pt idx="558">
                  <c:v>16.60692729448538</c:v>
                </c:pt>
                <c:pt idx="559">
                  <c:v>16.69122216727883</c:v>
                </c:pt>
                <c:pt idx="560">
                  <c:v>17.00099405394773</c:v>
                </c:pt>
                <c:pt idx="561">
                  <c:v>16.4515446491263</c:v>
                </c:pt>
                <c:pt idx="562">
                  <c:v>16.43684147639146</c:v>
                </c:pt>
                <c:pt idx="563">
                  <c:v>16.58608220795283</c:v>
                </c:pt>
                <c:pt idx="564">
                  <c:v>16.78995643775965</c:v>
                </c:pt>
                <c:pt idx="565">
                  <c:v>16.44792170037188</c:v>
                </c:pt>
                <c:pt idx="566">
                  <c:v>16.37781985148881</c:v>
                </c:pt>
                <c:pt idx="567">
                  <c:v>16.24491492874356</c:v>
                </c:pt>
                <c:pt idx="568">
                  <c:v>16.54408726604288</c:v>
                </c:pt>
                <c:pt idx="569">
                  <c:v>16.51689821585347</c:v>
                </c:pt>
                <c:pt idx="570">
                  <c:v>16.38028348911295</c:v>
                </c:pt>
                <c:pt idx="571">
                  <c:v>16.31391832838989</c:v>
                </c:pt>
                <c:pt idx="572">
                  <c:v>16.34687535299011</c:v>
                </c:pt>
                <c:pt idx="573">
                  <c:v>16.21097198888388</c:v>
                </c:pt>
                <c:pt idx="574">
                  <c:v>16.12592686693328</c:v>
                </c:pt>
                <c:pt idx="575">
                  <c:v>16.26808077829052</c:v>
                </c:pt>
                <c:pt idx="576">
                  <c:v>16.17183985859796</c:v>
                </c:pt>
                <c:pt idx="577">
                  <c:v>16.13673320854645</c:v>
                </c:pt>
                <c:pt idx="578">
                  <c:v>16.23475080288188</c:v>
                </c:pt>
                <c:pt idx="579">
                  <c:v>16.20976269692573</c:v>
                </c:pt>
                <c:pt idx="580">
                  <c:v>16.23353345628189</c:v>
                </c:pt>
                <c:pt idx="581">
                  <c:v>16.33196805344133</c:v>
                </c:pt>
                <c:pt idx="582">
                  <c:v>16.24249715435053</c:v>
                </c:pt>
                <c:pt idx="583">
                  <c:v>16.01714464372426</c:v>
                </c:pt>
                <c:pt idx="584">
                  <c:v>16.01351220230203</c:v>
                </c:pt>
                <c:pt idx="585">
                  <c:v>15.92299105136701</c:v>
                </c:pt>
                <c:pt idx="586">
                  <c:v>15.87223818878019</c:v>
                </c:pt>
                <c:pt idx="587">
                  <c:v>15.86391115188193</c:v>
                </c:pt>
                <c:pt idx="588">
                  <c:v>15.15788070630388</c:v>
                </c:pt>
                <c:pt idx="589">
                  <c:v>15.5690377129688</c:v>
                </c:pt>
                <c:pt idx="590">
                  <c:v>15.74113109816357</c:v>
                </c:pt>
                <c:pt idx="591">
                  <c:v>15.61983184684359</c:v>
                </c:pt>
                <c:pt idx="592">
                  <c:v>15.5982339492496</c:v>
                </c:pt>
                <c:pt idx="593">
                  <c:v>15.69170432810592</c:v>
                </c:pt>
                <c:pt idx="594">
                  <c:v>15.63426602808202</c:v>
                </c:pt>
                <c:pt idx="595">
                  <c:v>15.56600938296759</c:v>
                </c:pt>
                <c:pt idx="596">
                  <c:v>15.60327848137113</c:v>
                </c:pt>
                <c:pt idx="597">
                  <c:v>15.50757353050793</c:v>
                </c:pt>
                <c:pt idx="598">
                  <c:v>15.38956976697454</c:v>
                </c:pt>
                <c:pt idx="599">
                  <c:v>15.28935435565459</c:v>
                </c:pt>
                <c:pt idx="600">
                  <c:v>15.41657286626346</c:v>
                </c:pt>
                <c:pt idx="601">
                  <c:v>15.46083145043686</c:v>
                </c:pt>
                <c:pt idx="602">
                  <c:v>15.36122511184237</c:v>
                </c:pt>
                <c:pt idx="603">
                  <c:v>15.37828097085228</c:v>
                </c:pt>
                <c:pt idx="604">
                  <c:v>15.54210983659803</c:v>
                </c:pt>
                <c:pt idx="605">
                  <c:v>15.6462813737031</c:v>
                </c:pt>
                <c:pt idx="606">
                  <c:v>15.68015494158421</c:v>
                </c:pt>
                <c:pt idx="607">
                  <c:v>15.62965594149388</c:v>
                </c:pt>
                <c:pt idx="608">
                  <c:v>15.67699337764203</c:v>
                </c:pt>
                <c:pt idx="609">
                  <c:v>15.43268665372244</c:v>
                </c:pt>
                <c:pt idx="610">
                  <c:v>15.41155265490006</c:v>
                </c:pt>
                <c:pt idx="611">
                  <c:v>15.42761037690967</c:v>
                </c:pt>
                <c:pt idx="612">
                  <c:v>16.17153928029098</c:v>
                </c:pt>
                <c:pt idx="613">
                  <c:v>17.51919856622644</c:v>
                </c:pt>
                <c:pt idx="614">
                  <c:v>17.02340154258193</c:v>
                </c:pt>
                <c:pt idx="615">
                  <c:v>15.43703749286003</c:v>
                </c:pt>
                <c:pt idx="616">
                  <c:v>15.70991722603785</c:v>
                </c:pt>
                <c:pt idx="617">
                  <c:v>15.42049920738955</c:v>
                </c:pt>
                <c:pt idx="618">
                  <c:v>15.23899500703987</c:v>
                </c:pt>
                <c:pt idx="619">
                  <c:v>15.32533791410962</c:v>
                </c:pt>
                <c:pt idx="620">
                  <c:v>15.36222847752695</c:v>
                </c:pt>
                <c:pt idx="621">
                  <c:v>15.18964621713277</c:v>
                </c:pt>
                <c:pt idx="622">
                  <c:v>15.20245459468736</c:v>
                </c:pt>
                <c:pt idx="623">
                  <c:v>15.25609279082956</c:v>
                </c:pt>
                <c:pt idx="624">
                  <c:v>15.30218008700364</c:v>
                </c:pt>
                <c:pt idx="625">
                  <c:v>15.2909363695181</c:v>
                </c:pt>
                <c:pt idx="626">
                  <c:v>15.29387932824537</c:v>
                </c:pt>
                <c:pt idx="627">
                  <c:v>15.27614733808553</c:v>
                </c:pt>
                <c:pt idx="628">
                  <c:v>15.25635585807281</c:v>
                </c:pt>
                <c:pt idx="629">
                  <c:v>15.25458427288804</c:v>
                </c:pt>
                <c:pt idx="630">
                  <c:v>15.30523165735176</c:v>
                </c:pt>
                <c:pt idx="631">
                  <c:v>15.29017183105799</c:v>
                </c:pt>
                <c:pt idx="632">
                  <c:v>15.3210294886323</c:v>
                </c:pt>
                <c:pt idx="633">
                  <c:v>15.31027066520052</c:v>
                </c:pt>
                <c:pt idx="634">
                  <c:v>15.29797264807245</c:v>
                </c:pt>
                <c:pt idx="635">
                  <c:v>15.30370103903542</c:v>
                </c:pt>
                <c:pt idx="636">
                  <c:v>15.28886496798059</c:v>
                </c:pt>
                <c:pt idx="637">
                  <c:v>15.30862927932917</c:v>
                </c:pt>
                <c:pt idx="638">
                  <c:v>15.37922036420611</c:v>
                </c:pt>
                <c:pt idx="639">
                  <c:v>15.31895113876272</c:v>
                </c:pt>
                <c:pt idx="640">
                  <c:v>15.30773669088579</c:v>
                </c:pt>
                <c:pt idx="641">
                  <c:v>15.25280981542216</c:v>
                </c:pt>
                <c:pt idx="642">
                  <c:v>15.22316129918126</c:v>
                </c:pt>
                <c:pt idx="643">
                  <c:v>15.21719657506697</c:v>
                </c:pt>
                <c:pt idx="644">
                  <c:v>15.2554026653196</c:v>
                </c:pt>
                <c:pt idx="645">
                  <c:v>15.32563088651315</c:v>
                </c:pt>
                <c:pt idx="646">
                  <c:v>15.30184547471862</c:v>
                </c:pt>
                <c:pt idx="647">
                  <c:v>15.3163356926681</c:v>
                </c:pt>
                <c:pt idx="648">
                  <c:v>15.3114320452145</c:v>
                </c:pt>
                <c:pt idx="649">
                  <c:v>15.34422260932453</c:v>
                </c:pt>
                <c:pt idx="650">
                  <c:v>15.32183251082757</c:v>
                </c:pt>
                <c:pt idx="651">
                  <c:v>15.24875319900549</c:v>
                </c:pt>
                <c:pt idx="652">
                  <c:v>15.25259353857382</c:v>
                </c:pt>
                <c:pt idx="653">
                  <c:v>15.33330257280157</c:v>
                </c:pt>
                <c:pt idx="654">
                  <c:v>15.18428849020765</c:v>
                </c:pt>
                <c:pt idx="655">
                  <c:v>15.18351790234118</c:v>
                </c:pt>
                <c:pt idx="656">
                  <c:v>14.9459701423023</c:v>
                </c:pt>
                <c:pt idx="657">
                  <c:v>14.94097580211455</c:v>
                </c:pt>
                <c:pt idx="658">
                  <c:v>14.84029506118945</c:v>
                </c:pt>
                <c:pt idx="659">
                  <c:v>14.88049817452015</c:v>
                </c:pt>
                <c:pt idx="660">
                  <c:v>14.8559454237164</c:v>
                </c:pt>
                <c:pt idx="661">
                  <c:v>14.8866235179526</c:v>
                </c:pt>
                <c:pt idx="662">
                  <c:v>15.15506156538373</c:v>
                </c:pt>
                <c:pt idx="663">
                  <c:v>15.09438559502241</c:v>
                </c:pt>
                <c:pt idx="664">
                  <c:v>15.14420916129162</c:v>
                </c:pt>
                <c:pt idx="665">
                  <c:v>15.18067032666146</c:v>
                </c:pt>
                <c:pt idx="666">
                  <c:v>15.1880681693219</c:v>
                </c:pt>
                <c:pt idx="667">
                  <c:v>15.14719005987799</c:v>
                </c:pt>
                <c:pt idx="668">
                  <c:v>15.16815290808633</c:v>
                </c:pt>
                <c:pt idx="669">
                  <c:v>15.14144512675524</c:v>
                </c:pt>
                <c:pt idx="670">
                  <c:v>14.91444392676353</c:v>
                </c:pt>
                <c:pt idx="671">
                  <c:v>14.96210187612905</c:v>
                </c:pt>
                <c:pt idx="672">
                  <c:v>14.93377417479509</c:v>
                </c:pt>
                <c:pt idx="673">
                  <c:v>15.16638695337633</c:v>
                </c:pt>
                <c:pt idx="674">
                  <c:v>15.52620855957929</c:v>
                </c:pt>
                <c:pt idx="675">
                  <c:v>15.52346331438719</c:v>
                </c:pt>
                <c:pt idx="676">
                  <c:v>15.64492483350728</c:v>
                </c:pt>
                <c:pt idx="677">
                  <c:v>15.58704782006786</c:v>
                </c:pt>
                <c:pt idx="678">
                  <c:v>15.5772207232385</c:v>
                </c:pt>
                <c:pt idx="679">
                  <c:v>15.68857644192736</c:v>
                </c:pt>
                <c:pt idx="680">
                  <c:v>15.56432122667017</c:v>
                </c:pt>
                <c:pt idx="681">
                  <c:v>15.71485710140095</c:v>
                </c:pt>
                <c:pt idx="682">
                  <c:v>15.53800389643121</c:v>
                </c:pt>
                <c:pt idx="683">
                  <c:v>15.48670427535794</c:v>
                </c:pt>
                <c:pt idx="684">
                  <c:v>15.45778957388706</c:v>
                </c:pt>
                <c:pt idx="685">
                  <c:v>15.63204152530797</c:v>
                </c:pt>
                <c:pt idx="686">
                  <c:v>16.01794121446236</c:v>
                </c:pt>
                <c:pt idx="687">
                  <c:v>16.05711008828832</c:v>
                </c:pt>
                <c:pt idx="688">
                  <c:v>16.19850703899546</c:v>
                </c:pt>
                <c:pt idx="689">
                  <c:v>16.32303091575198</c:v>
                </c:pt>
                <c:pt idx="690">
                  <c:v>16.53581338028793</c:v>
                </c:pt>
                <c:pt idx="691">
                  <c:v>16.35555073691253</c:v>
                </c:pt>
                <c:pt idx="692">
                  <c:v>16.396082782856</c:v>
                </c:pt>
                <c:pt idx="693">
                  <c:v>16.27006553332333</c:v>
                </c:pt>
                <c:pt idx="694">
                  <c:v>16.19646309208327</c:v>
                </c:pt>
                <c:pt idx="695">
                  <c:v>16.06064937051162</c:v>
                </c:pt>
                <c:pt idx="696">
                  <c:v>15.97363018203925</c:v>
                </c:pt>
                <c:pt idx="697">
                  <c:v>15.96071430706159</c:v>
                </c:pt>
                <c:pt idx="698">
                  <c:v>15.95470516416237</c:v>
                </c:pt>
                <c:pt idx="699">
                  <c:v>15.77855372327017</c:v>
                </c:pt>
                <c:pt idx="700">
                  <c:v>15.734728506855</c:v>
                </c:pt>
                <c:pt idx="701">
                  <c:v>15.75815878528497</c:v>
                </c:pt>
                <c:pt idx="702">
                  <c:v>15.49931347049518</c:v>
                </c:pt>
                <c:pt idx="703">
                  <c:v>15.36318025896895</c:v>
                </c:pt>
                <c:pt idx="704">
                  <c:v>15.38933207651947</c:v>
                </c:pt>
                <c:pt idx="705">
                  <c:v>15.37448093615921</c:v>
                </c:pt>
                <c:pt idx="706">
                  <c:v>15.42674199516296</c:v>
                </c:pt>
                <c:pt idx="707">
                  <c:v>15.34148341589361</c:v>
                </c:pt>
                <c:pt idx="708">
                  <c:v>15.34521296135853</c:v>
                </c:pt>
                <c:pt idx="709">
                  <c:v>15.08837696529877</c:v>
                </c:pt>
                <c:pt idx="710">
                  <c:v>14.06610557654184</c:v>
                </c:pt>
                <c:pt idx="711">
                  <c:v>14.9222396124671</c:v>
                </c:pt>
                <c:pt idx="712">
                  <c:v>14.82337288460085</c:v>
                </c:pt>
                <c:pt idx="713">
                  <c:v>15.03620493588287</c:v>
                </c:pt>
                <c:pt idx="714">
                  <c:v>13.95208653572075</c:v>
                </c:pt>
                <c:pt idx="715">
                  <c:v>14.22880615326985</c:v>
                </c:pt>
                <c:pt idx="716">
                  <c:v>14.03475779439367</c:v>
                </c:pt>
                <c:pt idx="717">
                  <c:v>13.8511904838023</c:v>
                </c:pt>
                <c:pt idx="718">
                  <c:v>13.93158772383698</c:v>
                </c:pt>
                <c:pt idx="719">
                  <c:v>13.91102544586158</c:v>
                </c:pt>
                <c:pt idx="720">
                  <c:v>13.95622218080828</c:v>
                </c:pt>
                <c:pt idx="721">
                  <c:v>13.74060549538454</c:v>
                </c:pt>
                <c:pt idx="722">
                  <c:v>13.88738936913947</c:v>
                </c:pt>
                <c:pt idx="723">
                  <c:v>13.83777566123296</c:v>
                </c:pt>
                <c:pt idx="724">
                  <c:v>13.84994878349293</c:v>
                </c:pt>
                <c:pt idx="725">
                  <c:v>13.92062900340556</c:v>
                </c:pt>
                <c:pt idx="726">
                  <c:v>13.97165189303939</c:v>
                </c:pt>
                <c:pt idx="727">
                  <c:v>13.77402823610183</c:v>
                </c:pt>
                <c:pt idx="728">
                  <c:v>13.75969271853841</c:v>
                </c:pt>
                <c:pt idx="729">
                  <c:v>13.94984952045428</c:v>
                </c:pt>
                <c:pt idx="730">
                  <c:v>13.94774669530134</c:v>
                </c:pt>
                <c:pt idx="731">
                  <c:v>14.142858829134</c:v>
                </c:pt>
                <c:pt idx="732">
                  <c:v>13.93106678578471</c:v>
                </c:pt>
                <c:pt idx="733">
                  <c:v>13.80749241880144</c:v>
                </c:pt>
                <c:pt idx="734">
                  <c:v>13.82691711513058</c:v>
                </c:pt>
                <c:pt idx="735">
                  <c:v>13.89217214963803</c:v>
                </c:pt>
                <c:pt idx="736">
                  <c:v>13.87682726163353</c:v>
                </c:pt>
                <c:pt idx="737">
                  <c:v>13.87683477995201</c:v>
                </c:pt>
                <c:pt idx="738">
                  <c:v>13.77457813039333</c:v>
                </c:pt>
                <c:pt idx="739">
                  <c:v>14.44278767482019</c:v>
                </c:pt>
                <c:pt idx="740">
                  <c:v>14.51102516648539</c:v>
                </c:pt>
                <c:pt idx="741">
                  <c:v>14.35884853805118</c:v>
                </c:pt>
                <c:pt idx="742">
                  <c:v>14.24306129371637</c:v>
                </c:pt>
                <c:pt idx="743">
                  <c:v>14.44254383683683</c:v>
                </c:pt>
              </c:numCache>
            </c:numRef>
          </c:val>
          <c:smooth val="0"/>
        </c:ser>
        <c:ser>
          <c:idx val="1"/>
          <c:order val="1"/>
          <c:tx>
            <c:strRef>
              <c:f>Data!$C$1</c:f>
              <c:strCache>
                <c:ptCount val="1"/>
                <c:pt idx="0">
                  <c:v>Selected PPO</c:v>
                </c:pt>
              </c:strCache>
            </c:strRef>
          </c:tx>
          <c:spPr>
            <a:ln w="16510">
              <a:solidFill>
                <a:srgbClr val="C66118"/>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Data!$C$2:$C$745</c:f>
              <c:numCache>
                <c:formatCode>0.00</c:formatCode>
                <c:ptCount val="7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-0.5614830248805047</c:v>
                </c:pt>
                <c:pt idx="431">
                  <c:v>-0.5714268765780073</c:v>
                </c:pt>
                <c:pt idx="432">
                  <c:v>-0.5714268765780073</c:v>
                </c:pt>
                <c:pt idx="433">
                  <c:v>-0.5714268765780073</c:v>
                </c:pt>
                <c:pt idx="434">
                  <c:v>-0.5714268765780073</c:v>
                </c:pt>
                <c:pt idx="435">
                  <c:v>-0.5714268765780073</c:v>
                </c:pt>
                <c:pt idx="436">
                  <c:v>-0.5714268765780073</c:v>
                </c:pt>
                <c:pt idx="437">
                  <c:v>-0.5714268765780073</c:v>
                </c:pt>
                <c:pt idx="438">
                  <c:v>-0.5714268765780073</c:v>
                </c:pt>
                <c:pt idx="439">
                  <c:v>-0.5714268765780073</c:v>
                </c:pt>
                <c:pt idx="440">
                  <c:v>-0.5714268765780073</c:v>
                </c:pt>
                <c:pt idx="441">
                  <c:v>-0.5714268765780073</c:v>
                </c:pt>
                <c:pt idx="442">
                  <c:v>-0.5714268765780073</c:v>
                </c:pt>
                <c:pt idx="443">
                  <c:v>-0.5714268765780073</c:v>
                </c:pt>
                <c:pt idx="444">
                  <c:v>-0.5714268765780073</c:v>
                </c:pt>
                <c:pt idx="445">
                  <c:v>-0.5714268765780073</c:v>
                </c:pt>
                <c:pt idx="446">
                  <c:v>-0.5714268765780073</c:v>
                </c:pt>
                <c:pt idx="447">
                  <c:v>-0.5714268765780073</c:v>
                </c:pt>
                <c:pt idx="448">
                  <c:v>-0.5714268765780073</c:v>
                </c:pt>
                <c:pt idx="449">
                  <c:v>-0.5714268765780073</c:v>
                </c:pt>
                <c:pt idx="450">
                  <c:v>-0.5714268765780073</c:v>
                </c:pt>
                <c:pt idx="451">
                  <c:v>-0.5714268765780073</c:v>
                </c:pt>
                <c:pt idx="452">
                  <c:v>-0.5714268765780073</c:v>
                </c:pt>
                <c:pt idx="453">
                  <c:v>-0.5714268765780073</c:v>
                </c:pt>
                <c:pt idx="454">
                  <c:v>-0.5714268765780073</c:v>
                </c:pt>
                <c:pt idx="455">
                  <c:v>-0.5714268765780073</c:v>
                </c:pt>
                <c:pt idx="456">
                  <c:v>-0.5714268765780073</c:v>
                </c:pt>
                <c:pt idx="457">
                  <c:v>-0.5714268765780073</c:v>
                </c:pt>
                <c:pt idx="458">
                  <c:v>-0.5714268765780073</c:v>
                </c:pt>
                <c:pt idx="459">
                  <c:v>-0.5714268765780073</c:v>
                </c:pt>
                <c:pt idx="460">
                  <c:v>-0.5714268765780073</c:v>
                </c:pt>
                <c:pt idx="461">
                  <c:v>-0.5714268765780073</c:v>
                </c:pt>
                <c:pt idx="462">
                  <c:v>-0.5714268765780073</c:v>
                </c:pt>
                <c:pt idx="463">
                  <c:v>-0.5714268765780073</c:v>
                </c:pt>
                <c:pt idx="464">
                  <c:v>-0.5714268765780073</c:v>
                </c:pt>
                <c:pt idx="465">
                  <c:v>-0.5714268765780073</c:v>
                </c:pt>
                <c:pt idx="466">
                  <c:v>-0.5714268765780073</c:v>
                </c:pt>
                <c:pt idx="467">
                  <c:v>-0.5714268765780073</c:v>
                </c:pt>
                <c:pt idx="468">
                  <c:v>-0.5714268765780073</c:v>
                </c:pt>
                <c:pt idx="469">
                  <c:v>-0.5714268765780073</c:v>
                </c:pt>
                <c:pt idx="470">
                  <c:v>-0.5714268765780073</c:v>
                </c:pt>
                <c:pt idx="471">
                  <c:v>-0.5714268765780073</c:v>
                </c:pt>
                <c:pt idx="472">
                  <c:v>-0.5714268765780073</c:v>
                </c:pt>
                <c:pt idx="473">
                  <c:v>-0.5714268765780073</c:v>
                </c:pt>
                <c:pt idx="474">
                  <c:v>-0.5714268765780073</c:v>
                </c:pt>
                <c:pt idx="475">
                  <c:v>-0.5714268765780073</c:v>
                </c:pt>
                <c:pt idx="476">
                  <c:v>-0.5714268765780073</c:v>
                </c:pt>
                <c:pt idx="477">
                  <c:v>-0.5714268765780073</c:v>
                </c:pt>
                <c:pt idx="478">
                  <c:v>-0.5714268765780073</c:v>
                </c:pt>
                <c:pt idx="479">
                  <c:v>-0.5714268765780073</c:v>
                </c:pt>
                <c:pt idx="480">
                  <c:v>-0.5714268765780073</c:v>
                </c:pt>
                <c:pt idx="481">
                  <c:v>-0.5714268765780073</c:v>
                </c:pt>
                <c:pt idx="482">
                  <c:v>-0.5714268765780073</c:v>
                </c:pt>
                <c:pt idx="483">
                  <c:v>-0.5714268765780073</c:v>
                </c:pt>
                <c:pt idx="484">
                  <c:v>-0.5714268765780073</c:v>
                </c:pt>
                <c:pt idx="485">
                  <c:v>-0.5714268765780073</c:v>
                </c:pt>
                <c:pt idx="486">
                  <c:v>-0.5714268765780073</c:v>
                </c:pt>
                <c:pt idx="487">
                  <c:v>-0.5714268765780073</c:v>
                </c:pt>
                <c:pt idx="488">
                  <c:v>-0.5714268765780073</c:v>
                </c:pt>
                <c:pt idx="489">
                  <c:v>-0.5714268765780073</c:v>
                </c:pt>
                <c:pt idx="490">
                  <c:v>-0.5714268765780073</c:v>
                </c:pt>
                <c:pt idx="491">
                  <c:v>-0.5714268765780073</c:v>
                </c:pt>
                <c:pt idx="492">
                  <c:v>-0.5714268765780073</c:v>
                </c:pt>
                <c:pt idx="493">
                  <c:v>-0.5714268765780073</c:v>
                </c:pt>
                <c:pt idx="494">
                  <c:v>-0.5714268765780073</c:v>
                </c:pt>
                <c:pt idx="495">
                  <c:v>-0.5714268765780073</c:v>
                </c:pt>
                <c:pt idx="496">
                  <c:v>-0.5714268765780073</c:v>
                </c:pt>
                <c:pt idx="497">
                  <c:v>-0.5714268765780073</c:v>
                </c:pt>
                <c:pt idx="498">
                  <c:v>-0.5714268765780073</c:v>
                </c:pt>
                <c:pt idx="499">
                  <c:v>-0.5714268765780073</c:v>
                </c:pt>
                <c:pt idx="500">
                  <c:v>-0.5714268765780073</c:v>
                </c:pt>
                <c:pt idx="501">
                  <c:v>-0.5714268765780073</c:v>
                </c:pt>
                <c:pt idx="502">
                  <c:v>-0.5714268765780073</c:v>
                </c:pt>
                <c:pt idx="503">
                  <c:v>-0.5714268765780073</c:v>
                </c:pt>
                <c:pt idx="504">
                  <c:v>-0.5714268765780073</c:v>
                </c:pt>
                <c:pt idx="505">
                  <c:v>-0.5714268765780073</c:v>
                </c:pt>
                <c:pt idx="506">
                  <c:v>-0.5714268765780073</c:v>
                </c:pt>
                <c:pt idx="507">
                  <c:v>-0.5714268765780073</c:v>
                </c:pt>
                <c:pt idx="508">
                  <c:v>-0.5714268765780073</c:v>
                </c:pt>
                <c:pt idx="509">
                  <c:v>-0.5714268765780073</c:v>
                </c:pt>
                <c:pt idx="510">
                  <c:v>-0.5714268765780073</c:v>
                </c:pt>
                <c:pt idx="511">
                  <c:v>-0.5714268765780073</c:v>
                </c:pt>
                <c:pt idx="512">
                  <c:v>-0.5714268765780073</c:v>
                </c:pt>
                <c:pt idx="513">
                  <c:v>-0.5714268765780073</c:v>
                </c:pt>
                <c:pt idx="514">
                  <c:v>-0.5714268765780073</c:v>
                </c:pt>
                <c:pt idx="515">
                  <c:v>-0.5714268765780073</c:v>
                </c:pt>
                <c:pt idx="516">
                  <c:v>-0.5714268765780073</c:v>
                </c:pt>
                <c:pt idx="517">
                  <c:v>-0.5714268765780073</c:v>
                </c:pt>
                <c:pt idx="518">
                  <c:v>-0.5714268765780073</c:v>
                </c:pt>
                <c:pt idx="519">
                  <c:v>-0.5714268765780073</c:v>
                </c:pt>
                <c:pt idx="520">
                  <c:v>-0.5714268765780073</c:v>
                </c:pt>
                <c:pt idx="521">
                  <c:v>-0.5714268765780073</c:v>
                </c:pt>
                <c:pt idx="522">
                  <c:v>-0.5714268765780073</c:v>
                </c:pt>
                <c:pt idx="523">
                  <c:v>-0.5714268765780073</c:v>
                </c:pt>
                <c:pt idx="524">
                  <c:v>-0.5714268765780073</c:v>
                </c:pt>
                <c:pt idx="525">
                  <c:v>-0.5714268765780073</c:v>
                </c:pt>
                <c:pt idx="526">
                  <c:v>-0.5714268765780073</c:v>
                </c:pt>
                <c:pt idx="527">
                  <c:v>-0.5714268765780073</c:v>
                </c:pt>
                <c:pt idx="528">
                  <c:v>-0.5714268765780073</c:v>
                </c:pt>
                <c:pt idx="529">
                  <c:v>-0.5714268765780073</c:v>
                </c:pt>
                <c:pt idx="530">
                  <c:v>-0.5714268765780073</c:v>
                </c:pt>
                <c:pt idx="531">
                  <c:v>-0.5714268765780073</c:v>
                </c:pt>
                <c:pt idx="532">
                  <c:v>-0.5714268765780073</c:v>
                </c:pt>
                <c:pt idx="533">
                  <c:v>-0.5714268765780073</c:v>
                </c:pt>
                <c:pt idx="534">
                  <c:v>-0.5714268765780073</c:v>
                </c:pt>
                <c:pt idx="535">
                  <c:v>-0.5714268765780073</c:v>
                </c:pt>
                <c:pt idx="536">
                  <c:v>-0.5714268765780073</c:v>
                </c:pt>
                <c:pt idx="537">
                  <c:v>-0.5714268765780073</c:v>
                </c:pt>
                <c:pt idx="538">
                  <c:v>-0.5714268765780073</c:v>
                </c:pt>
                <c:pt idx="539">
                  <c:v>-0.5714268765780073</c:v>
                </c:pt>
                <c:pt idx="540">
                  <c:v>-0.5714268765780073</c:v>
                </c:pt>
                <c:pt idx="541">
                  <c:v>-0.5714268765780073</c:v>
                </c:pt>
                <c:pt idx="542">
                  <c:v>-0.5714268765780073</c:v>
                </c:pt>
                <c:pt idx="543">
                  <c:v>-0.5714268765780073</c:v>
                </c:pt>
                <c:pt idx="544">
                  <c:v>-0.5714268765780073</c:v>
                </c:pt>
                <c:pt idx="545">
                  <c:v>-0.5714268765780073</c:v>
                </c:pt>
                <c:pt idx="546">
                  <c:v>-0.5714268765780073</c:v>
                </c:pt>
                <c:pt idx="547">
                  <c:v>-0.5714268765780073</c:v>
                </c:pt>
                <c:pt idx="548">
                  <c:v>-0.5714268765780073</c:v>
                </c:pt>
                <c:pt idx="549">
                  <c:v>-0.5714268765780073</c:v>
                </c:pt>
                <c:pt idx="550">
                  <c:v>-0.5714268765780073</c:v>
                </c:pt>
                <c:pt idx="551">
                  <c:v>-0.5714268765780073</c:v>
                </c:pt>
                <c:pt idx="552">
                  <c:v>-0.5714268765780073</c:v>
                </c:pt>
                <c:pt idx="553">
                  <c:v>-0.5714268765780073</c:v>
                </c:pt>
                <c:pt idx="554">
                  <c:v>-0.5714268765780073</c:v>
                </c:pt>
                <c:pt idx="555">
                  <c:v>-0.5714268765780073</c:v>
                </c:pt>
                <c:pt idx="556">
                  <c:v>-0.5714268765780073</c:v>
                </c:pt>
                <c:pt idx="557">
                  <c:v>-0.5714268765780073</c:v>
                </c:pt>
                <c:pt idx="558">
                  <c:v>-0.5714268765780073</c:v>
                </c:pt>
                <c:pt idx="559">
                  <c:v>-0.5714268765780073</c:v>
                </c:pt>
                <c:pt idx="560">
                  <c:v>-0.5714268765780073</c:v>
                </c:pt>
                <c:pt idx="561">
                  <c:v>-0.5714268765780073</c:v>
                </c:pt>
                <c:pt idx="562">
                  <c:v>-0.5714268765780073</c:v>
                </c:pt>
                <c:pt idx="563">
                  <c:v>-0.5714268765780073</c:v>
                </c:pt>
                <c:pt idx="564">
                  <c:v>-0.5714268765780073</c:v>
                </c:pt>
                <c:pt idx="565">
                  <c:v>-0.5714268765780073</c:v>
                </c:pt>
                <c:pt idx="566">
                  <c:v>-0.5714268765780073</c:v>
                </c:pt>
                <c:pt idx="567">
                  <c:v>-0.5714268765780073</c:v>
                </c:pt>
                <c:pt idx="568">
                  <c:v>-0.5714268765780073</c:v>
                </c:pt>
                <c:pt idx="569">
                  <c:v>-0.5714268765780073</c:v>
                </c:pt>
                <c:pt idx="570">
                  <c:v>-0.5714268765780073</c:v>
                </c:pt>
                <c:pt idx="571">
                  <c:v>-0.5714268765780073</c:v>
                </c:pt>
                <c:pt idx="572">
                  <c:v>-0.5714268765780073</c:v>
                </c:pt>
                <c:pt idx="573">
                  <c:v>-0.5714268765780073</c:v>
                </c:pt>
                <c:pt idx="574">
                  <c:v>-0.5714268765780073</c:v>
                </c:pt>
                <c:pt idx="575">
                  <c:v>-0.5714268765780073</c:v>
                </c:pt>
                <c:pt idx="576">
                  <c:v>-0.5714268765780073</c:v>
                </c:pt>
                <c:pt idx="577">
                  <c:v>-0.5714268765780073</c:v>
                </c:pt>
                <c:pt idx="578">
                  <c:v>-0.5714268765780073</c:v>
                </c:pt>
                <c:pt idx="579">
                  <c:v>-0.5714268765780073</c:v>
                </c:pt>
                <c:pt idx="580">
                  <c:v>-0.5714268765780073</c:v>
                </c:pt>
                <c:pt idx="581">
                  <c:v>-0.5714268765780073</c:v>
                </c:pt>
                <c:pt idx="582">
                  <c:v>-0.5714268765780073</c:v>
                </c:pt>
                <c:pt idx="583">
                  <c:v>-0.5714268765780073</c:v>
                </c:pt>
                <c:pt idx="584">
                  <c:v>-0.5714268765780073</c:v>
                </c:pt>
                <c:pt idx="585">
                  <c:v>-0.5714268765780073</c:v>
                </c:pt>
                <c:pt idx="586">
                  <c:v>-0.5714268765780073</c:v>
                </c:pt>
                <c:pt idx="587">
                  <c:v>-0.5714268765780073</c:v>
                </c:pt>
                <c:pt idx="588">
                  <c:v>-0.5714268765780073</c:v>
                </c:pt>
                <c:pt idx="589">
                  <c:v>-0.5714268765780073</c:v>
                </c:pt>
                <c:pt idx="590">
                  <c:v>-0.5714268765780073</c:v>
                </c:pt>
                <c:pt idx="591">
                  <c:v>-0.5714268765780073</c:v>
                </c:pt>
                <c:pt idx="592">
                  <c:v>-0.5714268765780073</c:v>
                </c:pt>
                <c:pt idx="593">
                  <c:v>-0.5714268765780073</c:v>
                </c:pt>
                <c:pt idx="594">
                  <c:v>-0.5714268765780073</c:v>
                </c:pt>
                <c:pt idx="595">
                  <c:v>-0.5714268765780073</c:v>
                </c:pt>
                <c:pt idx="596">
                  <c:v>-0.5714268765780073</c:v>
                </c:pt>
                <c:pt idx="597">
                  <c:v>-0.5714268765780073</c:v>
                </c:pt>
                <c:pt idx="598">
                  <c:v>-0.5714268765780073</c:v>
                </c:pt>
                <c:pt idx="599">
                  <c:v>-0.5714268765780073</c:v>
                </c:pt>
                <c:pt idx="600">
                  <c:v>-0.5714268765780073</c:v>
                </c:pt>
                <c:pt idx="601">
                  <c:v>-0.5714268765780073</c:v>
                </c:pt>
                <c:pt idx="602">
                  <c:v>-0.5714268765780073</c:v>
                </c:pt>
                <c:pt idx="603">
                  <c:v>-0.5714268765780073</c:v>
                </c:pt>
                <c:pt idx="604">
                  <c:v>-0.5714268765780073</c:v>
                </c:pt>
                <c:pt idx="605">
                  <c:v>-0.5714268765780073</c:v>
                </c:pt>
                <c:pt idx="606">
                  <c:v>-0.5714268765780073</c:v>
                </c:pt>
                <c:pt idx="607">
                  <c:v>-0.5714268765780073</c:v>
                </c:pt>
                <c:pt idx="608">
                  <c:v>-0.5714268765780073</c:v>
                </c:pt>
                <c:pt idx="609">
                  <c:v>-0.5714268765780073</c:v>
                </c:pt>
                <c:pt idx="610">
                  <c:v>-0.5714268765780073</c:v>
                </c:pt>
                <c:pt idx="611">
                  <c:v>-0.5714268765780073</c:v>
                </c:pt>
                <c:pt idx="612">
                  <c:v>-0.5714268765780073</c:v>
                </c:pt>
                <c:pt idx="613">
                  <c:v>-0.5714268765780073</c:v>
                </c:pt>
                <c:pt idx="614">
                  <c:v>-0.5714268765780073</c:v>
                </c:pt>
                <c:pt idx="615">
                  <c:v>-0.5714268765780073</c:v>
                </c:pt>
                <c:pt idx="616">
                  <c:v>-0.5714268765780073</c:v>
                </c:pt>
                <c:pt idx="617">
                  <c:v>-0.5714268765780073</c:v>
                </c:pt>
                <c:pt idx="618">
                  <c:v>-0.5714268765780073</c:v>
                </c:pt>
                <c:pt idx="619">
                  <c:v>-0.5714268765780073</c:v>
                </c:pt>
                <c:pt idx="620">
                  <c:v>-0.5714268765780073</c:v>
                </c:pt>
                <c:pt idx="621">
                  <c:v>-0.5714268765780073</c:v>
                </c:pt>
                <c:pt idx="622">
                  <c:v>-0.5714268765780073</c:v>
                </c:pt>
                <c:pt idx="623">
                  <c:v>-0.5714268765780073</c:v>
                </c:pt>
                <c:pt idx="624">
                  <c:v>-0.5714268765780073</c:v>
                </c:pt>
                <c:pt idx="625">
                  <c:v>-0.5714268765780073</c:v>
                </c:pt>
                <c:pt idx="626">
                  <c:v>-0.5714268765780073</c:v>
                </c:pt>
                <c:pt idx="627">
                  <c:v>-0.5714268765780073</c:v>
                </c:pt>
                <c:pt idx="628">
                  <c:v>-0.5714268765780073</c:v>
                </c:pt>
                <c:pt idx="629">
                  <c:v>-0.5714268765780073</c:v>
                </c:pt>
                <c:pt idx="630">
                  <c:v>-0.5714268765780073</c:v>
                </c:pt>
                <c:pt idx="631">
                  <c:v>-0.5714268765780073</c:v>
                </c:pt>
                <c:pt idx="632">
                  <c:v>-0.5714268765780073</c:v>
                </c:pt>
                <c:pt idx="633">
                  <c:v>-0.5714268765780073</c:v>
                </c:pt>
                <c:pt idx="634">
                  <c:v>-0.5714268765780073</c:v>
                </c:pt>
                <c:pt idx="635">
                  <c:v>-0.5714268765780073</c:v>
                </c:pt>
                <c:pt idx="636">
                  <c:v>-0.5714268765780073</c:v>
                </c:pt>
                <c:pt idx="637">
                  <c:v>-0.5714268765780073</c:v>
                </c:pt>
                <c:pt idx="638">
                  <c:v>-0.5714268765780073</c:v>
                </c:pt>
                <c:pt idx="639">
                  <c:v>-0.5714268765780073</c:v>
                </c:pt>
                <c:pt idx="640">
                  <c:v>-0.5714268765780073</c:v>
                </c:pt>
                <c:pt idx="641">
                  <c:v>-0.5714268765780073</c:v>
                </c:pt>
                <c:pt idx="642">
                  <c:v>-0.5714268765780073</c:v>
                </c:pt>
                <c:pt idx="643">
                  <c:v>-0.5714268765780073</c:v>
                </c:pt>
                <c:pt idx="644">
                  <c:v>-0.5714268765780073</c:v>
                </c:pt>
                <c:pt idx="645">
                  <c:v>-0.5714268765780073</c:v>
                </c:pt>
                <c:pt idx="646">
                  <c:v>-0.5714268765780073</c:v>
                </c:pt>
                <c:pt idx="647">
                  <c:v>-0.5714268765780073</c:v>
                </c:pt>
                <c:pt idx="648">
                  <c:v>-0.5714268765780073</c:v>
                </c:pt>
                <c:pt idx="649">
                  <c:v>-0.5714268765780073</c:v>
                </c:pt>
                <c:pt idx="650">
                  <c:v>-0.5714268765780073</c:v>
                </c:pt>
                <c:pt idx="651">
                  <c:v>-0.5714268765780073</c:v>
                </c:pt>
                <c:pt idx="652">
                  <c:v>-0.5714268765780073</c:v>
                </c:pt>
                <c:pt idx="653">
                  <c:v>-0.5714268765780073</c:v>
                </c:pt>
                <c:pt idx="654">
                  <c:v>-0.5714268765780073</c:v>
                </c:pt>
                <c:pt idx="655">
                  <c:v>-0.5714268765780073</c:v>
                </c:pt>
                <c:pt idx="656">
                  <c:v>-0.5714268765780073</c:v>
                </c:pt>
                <c:pt idx="657">
                  <c:v>-0.5714268765780073</c:v>
                </c:pt>
                <c:pt idx="658">
                  <c:v>-0.5714268765780073</c:v>
                </c:pt>
                <c:pt idx="659">
                  <c:v>-0.5714268765780073</c:v>
                </c:pt>
                <c:pt idx="660">
                  <c:v>-0.5714268765780073</c:v>
                </c:pt>
                <c:pt idx="661">
                  <c:v>-0.5714268765780073</c:v>
                </c:pt>
                <c:pt idx="662">
                  <c:v>-0.5714268765780073</c:v>
                </c:pt>
                <c:pt idx="663">
                  <c:v>-0.5714268765780073</c:v>
                </c:pt>
                <c:pt idx="664">
                  <c:v>-0.5714268765780073</c:v>
                </c:pt>
                <c:pt idx="665">
                  <c:v>-0.5714268765780073</c:v>
                </c:pt>
                <c:pt idx="666">
                  <c:v>-0.5714268765780073</c:v>
                </c:pt>
                <c:pt idx="667">
                  <c:v>-0.5714268765780073</c:v>
                </c:pt>
                <c:pt idx="668">
                  <c:v>-0.5714268765780073</c:v>
                </c:pt>
                <c:pt idx="669">
                  <c:v>-0.5714268765780073</c:v>
                </c:pt>
                <c:pt idx="670">
                  <c:v>-0.5714268765780073</c:v>
                </c:pt>
                <c:pt idx="671">
                  <c:v>-0.5714268765780073</c:v>
                </c:pt>
                <c:pt idx="672">
                  <c:v>-0.5714268765780073</c:v>
                </c:pt>
                <c:pt idx="673">
                  <c:v>-0.5714268765780073</c:v>
                </c:pt>
                <c:pt idx="674">
                  <c:v>-0.5714268765780073</c:v>
                </c:pt>
                <c:pt idx="675">
                  <c:v>-0.5714268765780073</c:v>
                </c:pt>
                <c:pt idx="676">
                  <c:v>-0.5714268765780073</c:v>
                </c:pt>
                <c:pt idx="677">
                  <c:v>-0.5714268765780073</c:v>
                </c:pt>
                <c:pt idx="678">
                  <c:v>-0.5714268765780073</c:v>
                </c:pt>
                <c:pt idx="679">
                  <c:v>-0.5714268765780073</c:v>
                </c:pt>
                <c:pt idx="680">
                  <c:v>-0.5714268765780073</c:v>
                </c:pt>
                <c:pt idx="681">
                  <c:v>-0.5714268765780073</c:v>
                </c:pt>
                <c:pt idx="682">
                  <c:v>-0.5714268765780073</c:v>
                </c:pt>
                <c:pt idx="683">
                  <c:v>-0.5714268765780073</c:v>
                </c:pt>
                <c:pt idx="684">
                  <c:v>-0.5714268765780073</c:v>
                </c:pt>
                <c:pt idx="685">
                  <c:v>-0.5714268765780073</c:v>
                </c:pt>
                <c:pt idx="686">
                  <c:v>-0.5714268765780073</c:v>
                </c:pt>
                <c:pt idx="687">
                  <c:v>-0.5714268765780073</c:v>
                </c:pt>
                <c:pt idx="688">
                  <c:v>-0.5714268765780073</c:v>
                </c:pt>
                <c:pt idx="689">
                  <c:v>-0.5714268765780073</c:v>
                </c:pt>
                <c:pt idx="690">
                  <c:v>-0.5714268765780073</c:v>
                </c:pt>
                <c:pt idx="691">
                  <c:v>-0.5714268765780073</c:v>
                </c:pt>
                <c:pt idx="692">
                  <c:v>-0.5714268765780073</c:v>
                </c:pt>
                <c:pt idx="693">
                  <c:v>-0.5714268765780073</c:v>
                </c:pt>
                <c:pt idx="694">
                  <c:v>-0.5714268765780073</c:v>
                </c:pt>
                <c:pt idx="695">
                  <c:v>-0.5714268765780073</c:v>
                </c:pt>
                <c:pt idx="696">
                  <c:v>-0.5714268765780073</c:v>
                </c:pt>
                <c:pt idx="697">
                  <c:v>-0.5714268765780073</c:v>
                </c:pt>
                <c:pt idx="698">
                  <c:v>-0.5714268765780073</c:v>
                </c:pt>
                <c:pt idx="699">
                  <c:v>-0.5714268765780073</c:v>
                </c:pt>
                <c:pt idx="700">
                  <c:v>-0.5714268765780073</c:v>
                </c:pt>
                <c:pt idx="701">
                  <c:v>-0.5714268765780073</c:v>
                </c:pt>
                <c:pt idx="702">
                  <c:v>-0.5714268765780073</c:v>
                </c:pt>
                <c:pt idx="703">
                  <c:v>-0.5714268765780073</c:v>
                </c:pt>
                <c:pt idx="704">
                  <c:v>-0.5714268765780073</c:v>
                </c:pt>
                <c:pt idx="705">
                  <c:v>-0.5714268765780073</c:v>
                </c:pt>
                <c:pt idx="706">
                  <c:v>-0.5714268765780073</c:v>
                </c:pt>
                <c:pt idx="707">
                  <c:v>-0.5714268765780073</c:v>
                </c:pt>
                <c:pt idx="708">
                  <c:v>-0.5714268765780073</c:v>
                </c:pt>
                <c:pt idx="709">
                  <c:v>-0.5714268765780073</c:v>
                </c:pt>
                <c:pt idx="710">
                  <c:v>-0.5714268765780073</c:v>
                </c:pt>
                <c:pt idx="711">
                  <c:v>-0.5714268765780073</c:v>
                </c:pt>
                <c:pt idx="712">
                  <c:v>-0.5714268765780073</c:v>
                </c:pt>
                <c:pt idx="713">
                  <c:v>-0.5714268765780073</c:v>
                </c:pt>
                <c:pt idx="714">
                  <c:v>-0.5714268765780073</c:v>
                </c:pt>
                <c:pt idx="715">
                  <c:v>-0.5714268765780073</c:v>
                </c:pt>
                <c:pt idx="716">
                  <c:v>-0.5714268765780073</c:v>
                </c:pt>
                <c:pt idx="717">
                  <c:v>-0.5714268765780073</c:v>
                </c:pt>
                <c:pt idx="718">
                  <c:v>-0.5714268765780073</c:v>
                </c:pt>
                <c:pt idx="719">
                  <c:v>-0.5714268765780073</c:v>
                </c:pt>
                <c:pt idx="720">
                  <c:v>-0.5714268765780073</c:v>
                </c:pt>
                <c:pt idx="721">
                  <c:v>-0.5714268765780073</c:v>
                </c:pt>
                <c:pt idx="722">
                  <c:v>-0.5714268765780073</c:v>
                </c:pt>
                <c:pt idx="723">
                  <c:v>-0.5714268765780073</c:v>
                </c:pt>
                <c:pt idx="724">
                  <c:v>-0.5714268765780073</c:v>
                </c:pt>
                <c:pt idx="725">
                  <c:v>-0.5714268765780073</c:v>
                </c:pt>
                <c:pt idx="726">
                  <c:v>-0.5714268765780073</c:v>
                </c:pt>
                <c:pt idx="727">
                  <c:v>-0.5714268765780073</c:v>
                </c:pt>
                <c:pt idx="728">
                  <c:v>-0.5714268765780073</c:v>
                </c:pt>
                <c:pt idx="729">
                  <c:v>-0.5714268765780073</c:v>
                </c:pt>
                <c:pt idx="730">
                  <c:v>-0.5714268765780073</c:v>
                </c:pt>
                <c:pt idx="731">
                  <c:v>-0.5714268765780073</c:v>
                </c:pt>
                <c:pt idx="732">
                  <c:v>-0.5714268765780073</c:v>
                </c:pt>
                <c:pt idx="733">
                  <c:v>-0.5714268765780073</c:v>
                </c:pt>
                <c:pt idx="734">
                  <c:v>-0.5714268765780073</c:v>
                </c:pt>
                <c:pt idx="735">
                  <c:v>-0.5714268765780073</c:v>
                </c:pt>
                <c:pt idx="736">
                  <c:v>-0.5714268765780073</c:v>
                </c:pt>
                <c:pt idx="737">
                  <c:v>-0.5714268765780073</c:v>
                </c:pt>
                <c:pt idx="738">
                  <c:v>-0.5714268765780073</c:v>
                </c:pt>
                <c:pt idx="739">
                  <c:v>-0.5714268765780073</c:v>
                </c:pt>
                <c:pt idx="740">
                  <c:v>-0.5714268765780073</c:v>
                </c:pt>
                <c:pt idx="741">
                  <c:v>-0.5714268765780073</c:v>
                </c:pt>
                <c:pt idx="742">
                  <c:v>-0.5714268765780073</c:v>
                </c:pt>
                <c:pt idx="743">
                  <c:v>-0.5714268765780073</c:v>
                </c:pt>
              </c:numCache>
            </c:numRef>
          </c:val>
          <c:smooth val="0"/>
        </c:ser>
        <c:ser>
          <c:idx val="2"/>
          <c:order val="2"/>
          <c:tx>
            <c:strRef>
              <c:f>Data!$D$1</c:f>
              <c:strCache>
                <c:ptCount val="1"/>
                <c:pt idx="0">
                  <c:v>Cash</c:v>
                </c:pt>
              </c:strCache>
            </c:strRef>
          </c:tx>
          <c:spPr>
            <a:ln w="16510">
              <a:solidFill>
                <a:srgbClr val="777C85"/>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Data!$D$2:$D$745</c:f>
              <c:numCache>
                <c:formatCode>0.00</c:formatCode>
                <c:ptCount val="7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numCache>
            </c:numRef>
          </c:val>
          <c:smooth val="0"/>
        </c:ser>
        <c:ser>
          <c:idx val="3"/>
          <c:order val="3"/>
          <c:tx>
            <c:strRef>
              <c:f>Data!$E$1</c:f>
              <c:strCache>
                <c:ptCount val="1"/>
                <c:pt idx="0">
                  <c:v>Buy and hold</c:v>
                </c:pt>
              </c:strCache>
            </c:strRef>
          </c:tx>
          <c:spPr>
            <a:ln w="16510">
              <a:solidFill>
                <a:srgbClr val="237A57"/>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Data!$E$2:$E$745</c:f>
              <c:numCache>
                <c:formatCode>0.00</c:formatCode>
                <c:ptCount val="744"/>
                <c:pt idx="0">
                  <c:v>0</c:v>
                </c:pt>
                <c:pt idx="1">
                  <c:v>0.3055878980646742</c:v>
                </c:pt>
                <c:pt idx="2">
                  <c:v>0.762044520494598</c:v>
                </c:pt>
                <c:pt idx="3">
                  <c:v>0.80315771881736</c:v>
                </c:pt>
                <c:pt idx="4">
                  <c:v>0.9672132063650363</c:v>
                </c:pt>
                <c:pt idx="5">
                  <c:v>0.9477293327107228</c:v>
                </c:pt>
                <c:pt idx="6">
                  <c:v>1.182632380414095</c:v>
                </c:pt>
                <c:pt idx="7">
                  <c:v>0.9386230850729316</c:v>
                </c:pt>
                <c:pt idx="8">
                  <c:v>0.7262870035923186</c:v>
                </c:pt>
                <c:pt idx="9">
                  <c:v>0.6358920008633584</c:v>
                </c:pt>
                <c:pt idx="10">
                  <c:v>1.221123360830689</c:v>
                </c:pt>
                <c:pt idx="11">
                  <c:v>1.1240059449241</c:v>
                </c:pt>
                <c:pt idx="12">
                  <c:v>1.002573417523966</c:v>
                </c:pt>
                <c:pt idx="13">
                  <c:v>1.189577284808019</c:v>
                </c:pt>
                <c:pt idx="14">
                  <c:v>1.555527658900835</c:v>
                </c:pt>
                <c:pt idx="15">
                  <c:v>2.028114894511135</c:v>
                </c:pt>
                <c:pt idx="16">
                  <c:v>1.894238751228983</c:v>
                </c:pt>
                <c:pt idx="17">
                  <c:v>2.228341096934172</c:v>
                </c:pt>
                <c:pt idx="18">
                  <c:v>2.391840356441155</c:v>
                </c:pt>
                <c:pt idx="19">
                  <c:v>2.202865852670022</c:v>
                </c:pt>
                <c:pt idx="20">
                  <c:v>2.334405838181208</c:v>
                </c:pt>
                <c:pt idx="21">
                  <c:v>2.317385260135718</c:v>
                </c:pt>
                <c:pt idx="22">
                  <c:v>2.173131490837066</c:v>
                </c:pt>
                <c:pt idx="23">
                  <c:v>2.555895843988809</c:v>
                </c:pt>
                <c:pt idx="24">
                  <c:v>2.320071046960814</c:v>
                </c:pt>
                <c:pt idx="25">
                  <c:v>2.028210247889528</c:v>
                </c:pt>
                <c:pt idx="26">
                  <c:v>1.874309895142123</c:v>
                </c:pt>
                <c:pt idx="27">
                  <c:v>2.004292442139333</c:v>
                </c:pt>
                <c:pt idx="28">
                  <c:v>2.044515675596981</c:v>
                </c:pt>
                <c:pt idx="29">
                  <c:v>2.096070068855194</c:v>
                </c:pt>
                <c:pt idx="30">
                  <c:v>2.215690882065635</c:v>
                </c:pt>
                <c:pt idx="31">
                  <c:v>2.026477994848497</c:v>
                </c:pt>
                <c:pt idx="32">
                  <c:v>2.180712084420322</c:v>
                </c:pt>
                <c:pt idx="33">
                  <c:v>1.983537190106288</c:v>
                </c:pt>
                <c:pt idx="34">
                  <c:v>2.032564718836749</c:v>
                </c:pt>
                <c:pt idx="35">
                  <c:v>2.268389515864744</c:v>
                </c:pt>
                <c:pt idx="36">
                  <c:v>2.075823368173624</c:v>
                </c:pt>
                <c:pt idx="37">
                  <c:v>2.059883461750078</c:v>
                </c:pt>
                <c:pt idx="38">
                  <c:v>2.845229778532343</c:v>
                </c:pt>
                <c:pt idx="39">
                  <c:v>3.069151295489281</c:v>
                </c:pt>
                <c:pt idx="40">
                  <c:v>3.045217597509375</c:v>
                </c:pt>
                <c:pt idx="41">
                  <c:v>2.775081476484931</c:v>
                </c:pt>
                <c:pt idx="42">
                  <c:v>2.937150435315816</c:v>
                </c:pt>
                <c:pt idx="43">
                  <c:v>2.732553869715826</c:v>
                </c:pt>
                <c:pt idx="44">
                  <c:v>2.635817867322832</c:v>
                </c:pt>
                <c:pt idx="45">
                  <c:v>2.671082725103369</c:v>
                </c:pt>
                <c:pt idx="46">
                  <c:v>2.717837664981815</c:v>
                </c:pt>
                <c:pt idx="47">
                  <c:v>2.863124429213215</c:v>
                </c:pt>
                <c:pt idx="48">
                  <c:v>2.485811110860348</c:v>
                </c:pt>
                <c:pt idx="49">
                  <c:v>2.346722316225347</c:v>
                </c:pt>
                <c:pt idx="50">
                  <c:v>2.269517864175863</c:v>
                </c:pt>
                <c:pt idx="51">
                  <c:v>2.23584222936879</c:v>
                </c:pt>
                <c:pt idx="52">
                  <c:v>2.212814388483708</c:v>
                </c:pt>
                <c:pt idx="53">
                  <c:v>2.085342813784519</c:v>
                </c:pt>
                <c:pt idx="54">
                  <c:v>2.250288266197309</c:v>
                </c:pt>
                <c:pt idx="55">
                  <c:v>2.180680299960858</c:v>
                </c:pt>
                <c:pt idx="56">
                  <c:v>2.368129149677478</c:v>
                </c:pt>
                <c:pt idx="57">
                  <c:v>2.388963862859228</c:v>
                </c:pt>
                <c:pt idx="58">
                  <c:v>2.436084324021559</c:v>
                </c:pt>
                <c:pt idx="59">
                  <c:v>2.529721341616353</c:v>
                </c:pt>
                <c:pt idx="60">
                  <c:v>3.112203345839659</c:v>
                </c:pt>
                <c:pt idx="61">
                  <c:v>3.318754655696976</c:v>
                </c:pt>
                <c:pt idx="62">
                  <c:v>4.766679814563646</c:v>
                </c:pt>
                <c:pt idx="63">
                  <c:v>8.947591720846049</c:v>
                </c:pt>
                <c:pt idx="64">
                  <c:v>8.806579966413185</c:v>
                </c:pt>
                <c:pt idx="65">
                  <c:v>8.380699993992135</c:v>
                </c:pt>
                <c:pt idx="66">
                  <c:v>8.696478598813639</c:v>
                </c:pt>
                <c:pt idx="67">
                  <c:v>8.749638107275025</c:v>
                </c:pt>
                <c:pt idx="68">
                  <c:v>9.732763223101216</c:v>
                </c:pt>
                <c:pt idx="69">
                  <c:v>10.78387529773097</c:v>
                </c:pt>
                <c:pt idx="70">
                  <c:v>10.0678349948202</c:v>
                </c:pt>
                <c:pt idx="71">
                  <c:v>10.18844112627417</c:v>
                </c:pt>
                <c:pt idx="72">
                  <c:v>10.32385881584055</c:v>
                </c:pt>
                <c:pt idx="73">
                  <c:v>10.80367701597995</c:v>
                </c:pt>
                <c:pt idx="74">
                  <c:v>10.13517037220464</c:v>
                </c:pt>
                <c:pt idx="75">
                  <c:v>9.967300749520724</c:v>
                </c:pt>
                <c:pt idx="76">
                  <c:v>10.43829876215756</c:v>
                </c:pt>
                <c:pt idx="77">
                  <c:v>10.3024678746181</c:v>
                </c:pt>
                <c:pt idx="78">
                  <c:v>11.01038724813463</c:v>
                </c:pt>
                <c:pt idx="79">
                  <c:v>10.95390626365875</c:v>
                </c:pt>
                <c:pt idx="80">
                  <c:v>13.77581003643817</c:v>
                </c:pt>
                <c:pt idx="81">
                  <c:v>14.09026958619171</c:v>
                </c:pt>
                <c:pt idx="82">
                  <c:v>14.41768130317873</c:v>
                </c:pt>
                <c:pt idx="83">
                  <c:v>14.30815205584961</c:v>
                </c:pt>
                <c:pt idx="84">
                  <c:v>14.34783495349627</c:v>
                </c:pt>
                <c:pt idx="85">
                  <c:v>13.93455751925459</c:v>
                </c:pt>
                <c:pt idx="86">
                  <c:v>14.14888012945199</c:v>
                </c:pt>
                <c:pt idx="87">
                  <c:v>15.17230793988449</c:v>
                </c:pt>
                <c:pt idx="88">
                  <c:v>15.75447209951311</c:v>
                </c:pt>
                <c:pt idx="89">
                  <c:v>15.59610603021033</c:v>
                </c:pt>
                <c:pt idx="90">
                  <c:v>15.10958130912301</c:v>
                </c:pt>
                <c:pt idx="91">
                  <c:v>15.52182574843197</c:v>
                </c:pt>
                <c:pt idx="92">
                  <c:v>15.49161461970701</c:v>
                </c:pt>
                <c:pt idx="93">
                  <c:v>15.60295558122584</c:v>
                </c:pt>
                <c:pt idx="94">
                  <c:v>15.49871844639825</c:v>
                </c:pt>
                <c:pt idx="95">
                  <c:v>16.05324601851883</c:v>
                </c:pt>
                <c:pt idx="96">
                  <c:v>17.13847871038825</c:v>
                </c:pt>
                <c:pt idx="97">
                  <c:v>19.39709829246341</c:v>
                </c:pt>
                <c:pt idx="98">
                  <c:v>18.30134494450992</c:v>
                </c:pt>
                <c:pt idx="99">
                  <c:v>18.41422745231298</c:v>
                </c:pt>
                <c:pt idx="100">
                  <c:v>19.23304280491578</c:v>
                </c:pt>
                <c:pt idx="101">
                  <c:v>19.94299638383827</c:v>
                </c:pt>
                <c:pt idx="102">
                  <c:v>20.21869478526974</c:v>
                </c:pt>
                <c:pt idx="103">
                  <c:v>21.27145965179185</c:v>
                </c:pt>
                <c:pt idx="104">
                  <c:v>25.95868210518084</c:v>
                </c:pt>
                <c:pt idx="105">
                  <c:v>23.81749020861272</c:v>
                </c:pt>
                <c:pt idx="106">
                  <c:v>23.6574713474176</c:v>
                </c:pt>
                <c:pt idx="107">
                  <c:v>21.9288735192126</c:v>
                </c:pt>
                <c:pt idx="108">
                  <c:v>22.7256145647144</c:v>
                </c:pt>
                <c:pt idx="109">
                  <c:v>22.7942848893965</c:v>
                </c:pt>
                <c:pt idx="110">
                  <c:v>22.98151124789683</c:v>
                </c:pt>
                <c:pt idx="111">
                  <c:v>22.72294467011899</c:v>
                </c:pt>
                <c:pt idx="112">
                  <c:v>23.14254721179498</c:v>
                </c:pt>
                <c:pt idx="113">
                  <c:v>22.99422503168431</c:v>
                </c:pt>
                <c:pt idx="114">
                  <c:v>22.60219550859745</c:v>
                </c:pt>
                <c:pt idx="115">
                  <c:v>22.41616106732718</c:v>
                </c:pt>
                <c:pt idx="116">
                  <c:v>23.196866853027</c:v>
                </c:pt>
                <c:pt idx="117">
                  <c:v>24.76218791294127</c:v>
                </c:pt>
                <c:pt idx="118">
                  <c:v>24.690656986907</c:v>
                </c:pt>
                <c:pt idx="119">
                  <c:v>24.49659696962087</c:v>
                </c:pt>
                <c:pt idx="120">
                  <c:v>23.88517521505131</c:v>
                </c:pt>
                <c:pt idx="121">
                  <c:v>23.68923991465655</c:v>
                </c:pt>
                <c:pt idx="122">
                  <c:v>24.70632672542505</c:v>
                </c:pt>
                <c:pt idx="123">
                  <c:v>24.61253078553294</c:v>
                </c:pt>
                <c:pt idx="124">
                  <c:v>24.70632672542505</c:v>
                </c:pt>
                <c:pt idx="125">
                  <c:v>22.97526560161125</c:v>
                </c:pt>
                <c:pt idx="126">
                  <c:v>23.14267434963286</c:v>
                </c:pt>
                <c:pt idx="127">
                  <c:v>22.82974045393382</c:v>
                </c:pt>
                <c:pt idx="128">
                  <c:v>22.70477985153265</c:v>
                </c:pt>
                <c:pt idx="129">
                  <c:v>22.46868488659921</c:v>
                </c:pt>
                <c:pt idx="130">
                  <c:v>22.33202760311352</c:v>
                </c:pt>
                <c:pt idx="131">
                  <c:v>22.57679972548197</c:v>
                </c:pt>
                <c:pt idx="132">
                  <c:v>22.84736493670923</c:v>
                </c:pt>
                <c:pt idx="133">
                  <c:v>22.82885048906869</c:v>
                </c:pt>
                <c:pt idx="134">
                  <c:v>22.37592194163977</c:v>
                </c:pt>
                <c:pt idx="135">
                  <c:v>22.33652510412836</c:v>
                </c:pt>
                <c:pt idx="136">
                  <c:v>22.82788106305491</c:v>
                </c:pt>
                <c:pt idx="137">
                  <c:v>22.81198883332056</c:v>
                </c:pt>
                <c:pt idx="138">
                  <c:v>22.77996599040584</c:v>
                </c:pt>
                <c:pt idx="139">
                  <c:v>23.03486146311504</c:v>
                </c:pt>
                <c:pt idx="140">
                  <c:v>22.86551386306586</c:v>
                </c:pt>
                <c:pt idx="141">
                  <c:v>22.14133673853109</c:v>
                </c:pt>
                <c:pt idx="142">
                  <c:v>22.36660909501547</c:v>
                </c:pt>
                <c:pt idx="143">
                  <c:v>22.48924943187543</c:v>
                </c:pt>
                <c:pt idx="144">
                  <c:v>22.851147287386</c:v>
                </c:pt>
                <c:pt idx="145">
                  <c:v>22.67258219409087</c:v>
                </c:pt>
                <c:pt idx="146">
                  <c:v>22.49644861194511</c:v>
                </c:pt>
                <c:pt idx="147">
                  <c:v>22.25553830140212</c:v>
                </c:pt>
                <c:pt idx="148">
                  <c:v>21.73765821104894</c:v>
                </c:pt>
                <c:pt idx="149">
                  <c:v>20.86576281113341</c:v>
                </c:pt>
                <c:pt idx="150">
                  <c:v>20.93502114831571</c:v>
                </c:pt>
                <c:pt idx="151">
                  <c:v>20.79227714084182</c:v>
                </c:pt>
                <c:pt idx="152">
                  <c:v>21.55408706538748</c:v>
                </c:pt>
                <c:pt idx="153">
                  <c:v>21.65498683197087</c:v>
                </c:pt>
                <c:pt idx="154">
                  <c:v>22.03698835809538</c:v>
                </c:pt>
                <c:pt idx="155">
                  <c:v>22.86444908367364</c:v>
                </c:pt>
                <c:pt idx="156">
                  <c:v>22.69754888700353</c:v>
                </c:pt>
                <c:pt idx="157">
                  <c:v>23.14510586078222</c:v>
                </c:pt>
                <c:pt idx="158">
                  <c:v>22.66576442753483</c:v>
                </c:pt>
                <c:pt idx="159">
                  <c:v>22.61829433731835</c:v>
                </c:pt>
                <c:pt idx="160">
                  <c:v>23.05334412629612</c:v>
                </c:pt>
                <c:pt idx="161">
                  <c:v>22.65052377921959</c:v>
                </c:pt>
                <c:pt idx="162">
                  <c:v>22.91365142693116</c:v>
                </c:pt>
                <c:pt idx="163">
                  <c:v>22.92005599551412</c:v>
                </c:pt>
                <c:pt idx="164">
                  <c:v>23.00840090060738</c:v>
                </c:pt>
                <c:pt idx="165">
                  <c:v>23.694357212631</c:v>
                </c:pt>
                <c:pt idx="166">
                  <c:v>23.32192280880658</c:v>
                </c:pt>
                <c:pt idx="167">
                  <c:v>23.53665861697707</c:v>
                </c:pt>
                <c:pt idx="168">
                  <c:v>23.45004596492488</c:v>
                </c:pt>
                <c:pt idx="169">
                  <c:v>22.2463684848454</c:v>
                </c:pt>
                <c:pt idx="170">
                  <c:v>23.13091409962944</c:v>
                </c:pt>
                <c:pt idx="171">
                  <c:v>22.26372279971531</c:v>
                </c:pt>
                <c:pt idx="172">
                  <c:v>22.2071782463205</c:v>
                </c:pt>
                <c:pt idx="173">
                  <c:v>22.60759886670709</c:v>
                </c:pt>
                <c:pt idx="174">
                  <c:v>23.10809285773095</c:v>
                </c:pt>
                <c:pt idx="175">
                  <c:v>22.85829879076644</c:v>
                </c:pt>
                <c:pt idx="176">
                  <c:v>22.4360740311843</c:v>
                </c:pt>
                <c:pt idx="177">
                  <c:v>23.25072561959669</c:v>
                </c:pt>
                <c:pt idx="178">
                  <c:v>23.35106915813938</c:v>
                </c:pt>
                <c:pt idx="179">
                  <c:v>24.66445070007504</c:v>
                </c:pt>
                <c:pt idx="180">
                  <c:v>25.80287468486531</c:v>
                </c:pt>
                <c:pt idx="181">
                  <c:v>24.90973137379498</c:v>
                </c:pt>
                <c:pt idx="182">
                  <c:v>26.36058070293274</c:v>
                </c:pt>
                <c:pt idx="183">
                  <c:v>25.70755309091868</c:v>
                </c:pt>
                <c:pt idx="184">
                  <c:v>25.62426191488099</c:v>
                </c:pt>
                <c:pt idx="185">
                  <c:v>25.16901310191086</c:v>
                </c:pt>
                <c:pt idx="186">
                  <c:v>25.43474707529887</c:v>
                </c:pt>
                <c:pt idx="187">
                  <c:v>25.16402294177427</c:v>
                </c:pt>
                <c:pt idx="188">
                  <c:v>25.44107218273313</c:v>
                </c:pt>
                <c:pt idx="189">
                  <c:v>25.52355285505439</c:v>
                </c:pt>
                <c:pt idx="190">
                  <c:v>25.13541692825243</c:v>
                </c:pt>
                <c:pt idx="191">
                  <c:v>25.53709303478806</c:v>
                </c:pt>
                <c:pt idx="192">
                  <c:v>26.72462400945748</c:v>
                </c:pt>
                <c:pt idx="193">
                  <c:v>26.86449152334944</c:v>
                </c:pt>
                <c:pt idx="194">
                  <c:v>28.17024479501264</c:v>
                </c:pt>
                <c:pt idx="195">
                  <c:v>27.91339457804611</c:v>
                </c:pt>
                <c:pt idx="196">
                  <c:v>27.71588594690764</c:v>
                </c:pt>
                <c:pt idx="197">
                  <c:v>28.30099016903711</c:v>
                </c:pt>
                <c:pt idx="198">
                  <c:v>28.05019489159939</c:v>
                </c:pt>
                <c:pt idx="199">
                  <c:v>26.67027258376597</c:v>
                </c:pt>
                <c:pt idx="200">
                  <c:v>27.02781596832933</c:v>
                </c:pt>
                <c:pt idx="201">
                  <c:v>25.84611744197245</c:v>
                </c:pt>
                <c:pt idx="202">
                  <c:v>26.04068601061007</c:v>
                </c:pt>
                <c:pt idx="203">
                  <c:v>25.73612731998105</c:v>
                </c:pt>
                <c:pt idx="204">
                  <c:v>25.51683044187678</c:v>
                </c:pt>
                <c:pt idx="205">
                  <c:v>24.98919252246672</c:v>
                </c:pt>
                <c:pt idx="206">
                  <c:v>25.92365563084633</c:v>
                </c:pt>
                <c:pt idx="207">
                  <c:v>26.34642072623945</c:v>
                </c:pt>
                <c:pt idx="208">
                  <c:v>25.79656546966078</c:v>
                </c:pt>
                <c:pt idx="209">
                  <c:v>25.93004430719954</c:v>
                </c:pt>
                <c:pt idx="210">
                  <c:v>25.75203544194513</c:v>
                </c:pt>
                <c:pt idx="211">
                  <c:v>25.43093294016261</c:v>
                </c:pt>
                <c:pt idx="212">
                  <c:v>24.28697845942484</c:v>
                </c:pt>
                <c:pt idx="213">
                  <c:v>24.86524902276854</c:v>
                </c:pt>
                <c:pt idx="214">
                  <c:v>25.37302165501067</c:v>
                </c:pt>
                <c:pt idx="215">
                  <c:v>24.81620560180833</c:v>
                </c:pt>
                <c:pt idx="216">
                  <c:v>24.96344711029705</c:v>
                </c:pt>
                <c:pt idx="217">
                  <c:v>25.2548152502466</c:v>
                </c:pt>
                <c:pt idx="218">
                  <c:v>25.72025098247643</c:v>
                </c:pt>
                <c:pt idx="219">
                  <c:v>25.68945184125124</c:v>
                </c:pt>
                <c:pt idx="220">
                  <c:v>25.27209010396783</c:v>
                </c:pt>
                <c:pt idx="221">
                  <c:v>25.68525629260139</c:v>
                </c:pt>
                <c:pt idx="222">
                  <c:v>25.46584816888899</c:v>
                </c:pt>
                <c:pt idx="223">
                  <c:v>25.43031314320299</c:v>
                </c:pt>
                <c:pt idx="224">
                  <c:v>25.08391021168341</c:v>
                </c:pt>
                <c:pt idx="225">
                  <c:v>24.66578564737274</c:v>
                </c:pt>
                <c:pt idx="226">
                  <c:v>25.11547217993581</c:v>
                </c:pt>
                <c:pt idx="227">
                  <c:v>24.73375671394653</c:v>
                </c:pt>
                <c:pt idx="228">
                  <c:v>24.46729169799073</c:v>
                </c:pt>
                <c:pt idx="229">
                  <c:v>24.67241270717195</c:v>
                </c:pt>
                <c:pt idx="230">
                  <c:v>23.62641793051667</c:v>
                </c:pt>
                <c:pt idx="231">
                  <c:v>23.97790637555122</c:v>
                </c:pt>
                <c:pt idx="232">
                  <c:v>23.94556568804185</c:v>
                </c:pt>
                <c:pt idx="233">
                  <c:v>24.66314753723684</c:v>
                </c:pt>
                <c:pt idx="234">
                  <c:v>24.71015675279105</c:v>
                </c:pt>
                <c:pt idx="235">
                  <c:v>24.71505155954921</c:v>
                </c:pt>
                <c:pt idx="236">
                  <c:v>24.67778428082215</c:v>
                </c:pt>
                <c:pt idx="237">
                  <c:v>25.11000525290719</c:v>
                </c:pt>
                <c:pt idx="238">
                  <c:v>25.07184800931503</c:v>
                </c:pt>
                <c:pt idx="239">
                  <c:v>25.58635894696453</c:v>
                </c:pt>
                <c:pt idx="240">
                  <c:v>25.05597167181042</c:v>
                </c:pt>
                <c:pt idx="241">
                  <c:v>25.38757893744732</c:v>
                </c:pt>
                <c:pt idx="242">
                  <c:v>25.10007260932323</c:v>
                </c:pt>
                <c:pt idx="243">
                  <c:v>25.27952766748349</c:v>
                </c:pt>
                <c:pt idx="244">
                  <c:v>25.20532684685384</c:v>
                </c:pt>
                <c:pt idx="245">
                  <c:v>25.4096373523186</c:v>
                </c:pt>
                <c:pt idx="246">
                  <c:v>25.25856581646391</c:v>
                </c:pt>
                <c:pt idx="247">
                  <c:v>25.6792013530726</c:v>
                </c:pt>
                <c:pt idx="248">
                  <c:v>26.75005157703243</c:v>
                </c:pt>
                <c:pt idx="249">
                  <c:v>27.11558875315214</c:v>
                </c:pt>
                <c:pt idx="250">
                  <c:v>26.54346848271562</c:v>
                </c:pt>
                <c:pt idx="251">
                  <c:v>26.30773903906605</c:v>
                </c:pt>
                <c:pt idx="252">
                  <c:v>25.99726843897583</c:v>
                </c:pt>
                <c:pt idx="253">
                  <c:v>26.39590912963219</c:v>
                </c:pt>
                <c:pt idx="254">
                  <c:v>27.46211882250959</c:v>
                </c:pt>
                <c:pt idx="255">
                  <c:v>27.61829176410904</c:v>
                </c:pt>
                <c:pt idx="256">
                  <c:v>27.73220726684482</c:v>
                </c:pt>
                <c:pt idx="257">
                  <c:v>27.84100547160617</c:v>
                </c:pt>
                <c:pt idx="258">
                  <c:v>27.37731788464712</c:v>
                </c:pt>
                <c:pt idx="259">
                  <c:v>26.99510975953605</c:v>
                </c:pt>
                <c:pt idx="260">
                  <c:v>27.29040328022996</c:v>
                </c:pt>
                <c:pt idx="261">
                  <c:v>27.43025490189224</c:v>
                </c:pt>
                <c:pt idx="262">
                  <c:v>27.61970617255538</c:v>
                </c:pt>
                <c:pt idx="263">
                  <c:v>27.53447614449007</c:v>
                </c:pt>
                <c:pt idx="264">
                  <c:v>28.05323030747864</c:v>
                </c:pt>
                <c:pt idx="265">
                  <c:v>27.9330532662275</c:v>
                </c:pt>
                <c:pt idx="266">
                  <c:v>27.02041018927315</c:v>
                </c:pt>
                <c:pt idx="267">
                  <c:v>26.83666422908462</c:v>
                </c:pt>
                <c:pt idx="268">
                  <c:v>26.57177254387251</c:v>
                </c:pt>
                <c:pt idx="269">
                  <c:v>26.63882186112172</c:v>
                </c:pt>
                <c:pt idx="270">
                  <c:v>26.98560620615491</c:v>
                </c:pt>
                <c:pt idx="271">
                  <c:v>26.59750206381242</c:v>
                </c:pt>
                <c:pt idx="272">
                  <c:v>26.36989354955708</c:v>
                </c:pt>
                <c:pt idx="273">
                  <c:v>26.00184540113932</c:v>
                </c:pt>
                <c:pt idx="274">
                  <c:v>26.44794028978248</c:v>
                </c:pt>
                <c:pt idx="275">
                  <c:v>26.50871217628663</c:v>
                </c:pt>
                <c:pt idx="276">
                  <c:v>26.21775723431017</c:v>
                </c:pt>
                <c:pt idx="277">
                  <c:v>26.07425039980902</c:v>
                </c:pt>
                <c:pt idx="278">
                  <c:v>26.41067301105542</c:v>
                </c:pt>
                <c:pt idx="279">
                  <c:v>24.48563133110417</c:v>
                </c:pt>
                <c:pt idx="280">
                  <c:v>23.62320770011033</c:v>
                </c:pt>
                <c:pt idx="281">
                  <c:v>23.80682652246098</c:v>
                </c:pt>
                <c:pt idx="282">
                  <c:v>23.25059848175881</c:v>
                </c:pt>
                <c:pt idx="283">
                  <c:v>23.29196595575731</c:v>
                </c:pt>
                <c:pt idx="284">
                  <c:v>23.01752304047486</c:v>
                </c:pt>
                <c:pt idx="285">
                  <c:v>22.9486461168062</c:v>
                </c:pt>
                <c:pt idx="286">
                  <c:v>23.57589653219119</c:v>
                </c:pt>
                <c:pt idx="287">
                  <c:v>23.71444499101523</c:v>
                </c:pt>
                <c:pt idx="288">
                  <c:v>23.53607060447691</c:v>
                </c:pt>
                <c:pt idx="289">
                  <c:v>23.63218680991024</c:v>
                </c:pt>
                <c:pt idx="290">
                  <c:v>23.4368236297859</c:v>
                </c:pt>
                <c:pt idx="291">
                  <c:v>23.17617516991286</c:v>
                </c:pt>
                <c:pt idx="292">
                  <c:v>23.4014316341675</c:v>
                </c:pt>
                <c:pt idx="293">
                  <c:v>23.37540016186266</c:v>
                </c:pt>
                <c:pt idx="294">
                  <c:v>23.1120500229348</c:v>
                </c:pt>
                <c:pt idx="295">
                  <c:v>23.36503842807585</c:v>
                </c:pt>
                <c:pt idx="296">
                  <c:v>23.37772042740387</c:v>
                </c:pt>
                <c:pt idx="297">
                  <c:v>23.40321156389775</c:v>
                </c:pt>
                <c:pt idx="298">
                  <c:v>23.37959571051251</c:v>
                </c:pt>
                <c:pt idx="299">
                  <c:v>23.29933995035405</c:v>
                </c:pt>
                <c:pt idx="300">
                  <c:v>23.29786197298878</c:v>
                </c:pt>
                <c:pt idx="301">
                  <c:v>23.48949047912554</c:v>
                </c:pt>
                <c:pt idx="302">
                  <c:v>23.98222906203895</c:v>
                </c:pt>
                <c:pt idx="303">
                  <c:v>23.74541894676747</c:v>
                </c:pt>
                <c:pt idx="304">
                  <c:v>24.00257111609893</c:v>
                </c:pt>
                <c:pt idx="305">
                  <c:v>24.11831422525419</c:v>
                </c:pt>
                <c:pt idx="306">
                  <c:v>24.21050504994313</c:v>
                </c:pt>
                <c:pt idx="307">
                  <c:v>24.24863050907584</c:v>
                </c:pt>
                <c:pt idx="308">
                  <c:v>24.16586377661936</c:v>
                </c:pt>
                <c:pt idx="309">
                  <c:v>24.21625803710699</c:v>
                </c:pt>
                <c:pt idx="310">
                  <c:v>24.3222751016648</c:v>
                </c:pt>
                <c:pt idx="311">
                  <c:v>24.3249132118007</c:v>
                </c:pt>
                <c:pt idx="312">
                  <c:v>24.24522957191271</c:v>
                </c:pt>
                <c:pt idx="313">
                  <c:v>24.08891360024565</c:v>
                </c:pt>
                <c:pt idx="314">
                  <c:v>24.12786545532452</c:v>
                </c:pt>
                <c:pt idx="315">
                  <c:v>24.18932070770725</c:v>
                </c:pt>
                <c:pt idx="316">
                  <c:v>24.13380914924519</c:v>
                </c:pt>
                <c:pt idx="317">
                  <c:v>24.16235159384808</c:v>
                </c:pt>
                <c:pt idx="318">
                  <c:v>24.40491469628341</c:v>
                </c:pt>
                <c:pt idx="319">
                  <c:v>24.146920238776</c:v>
                </c:pt>
                <c:pt idx="320">
                  <c:v>24.07701032017462</c:v>
                </c:pt>
                <c:pt idx="321">
                  <c:v>23.95940782014046</c:v>
                </c:pt>
                <c:pt idx="322">
                  <c:v>24.19029013372103</c:v>
                </c:pt>
                <c:pt idx="323">
                  <c:v>24.22320294150089</c:v>
                </c:pt>
                <c:pt idx="324">
                  <c:v>25.2070273154354</c:v>
                </c:pt>
                <c:pt idx="325">
                  <c:v>25.32612368506462</c:v>
                </c:pt>
                <c:pt idx="326">
                  <c:v>25.20488186442129</c:v>
                </c:pt>
                <c:pt idx="327">
                  <c:v>25.26832364552078</c:v>
                </c:pt>
                <c:pt idx="328">
                  <c:v>26.08566102075827</c:v>
                </c:pt>
                <c:pt idx="329">
                  <c:v>25.58202036824708</c:v>
                </c:pt>
                <c:pt idx="330">
                  <c:v>25.60692349224081</c:v>
                </c:pt>
                <c:pt idx="331">
                  <c:v>25.32038659013052</c:v>
                </c:pt>
                <c:pt idx="332">
                  <c:v>24.90868248663251</c:v>
                </c:pt>
                <c:pt idx="333">
                  <c:v>24.99715452956362</c:v>
                </c:pt>
                <c:pt idx="334">
                  <c:v>24.63005991492992</c:v>
                </c:pt>
                <c:pt idx="335">
                  <c:v>23.45401902235846</c:v>
                </c:pt>
                <c:pt idx="336">
                  <c:v>23.85933444950325</c:v>
                </c:pt>
                <c:pt idx="337">
                  <c:v>23.38876552706925</c:v>
                </c:pt>
                <c:pt idx="338">
                  <c:v>23.12344475165431</c:v>
                </c:pt>
                <c:pt idx="339">
                  <c:v>23.57274987070379</c:v>
                </c:pt>
                <c:pt idx="340">
                  <c:v>23.35911062638496</c:v>
                </c:pt>
                <c:pt idx="341">
                  <c:v>23.98481949548568</c:v>
                </c:pt>
                <c:pt idx="342">
                  <c:v>24.10857228842704</c:v>
                </c:pt>
                <c:pt idx="343">
                  <c:v>24.27089552293367</c:v>
                </c:pt>
                <c:pt idx="344">
                  <c:v>24.72349033353813</c:v>
                </c:pt>
                <c:pt idx="345">
                  <c:v>24.77153254402509</c:v>
                </c:pt>
                <c:pt idx="346">
                  <c:v>25.08775613127911</c:v>
                </c:pt>
                <c:pt idx="347">
                  <c:v>24.46068053042123</c:v>
                </c:pt>
                <c:pt idx="348">
                  <c:v>23.84876611672993</c:v>
                </c:pt>
                <c:pt idx="349">
                  <c:v>23.74864506940353</c:v>
                </c:pt>
                <c:pt idx="350">
                  <c:v>24.91314820318784</c:v>
                </c:pt>
                <c:pt idx="351">
                  <c:v>24.88180872615171</c:v>
                </c:pt>
                <c:pt idx="352">
                  <c:v>24.97581126503039</c:v>
                </c:pt>
                <c:pt idx="353">
                  <c:v>25.38549705535214</c:v>
                </c:pt>
                <c:pt idx="354">
                  <c:v>25.57404246892043</c:v>
                </c:pt>
                <c:pt idx="355">
                  <c:v>25.38660951143354</c:v>
                </c:pt>
                <c:pt idx="356">
                  <c:v>25.33362481749923</c:v>
                </c:pt>
                <c:pt idx="357">
                  <c:v>25.49191142565332</c:v>
                </c:pt>
                <c:pt idx="358">
                  <c:v>24.90203953460352</c:v>
                </c:pt>
                <c:pt idx="359">
                  <c:v>24.88319135013859</c:v>
                </c:pt>
                <c:pt idx="360">
                  <c:v>24.99556530659017</c:v>
                </c:pt>
                <c:pt idx="361">
                  <c:v>24.61195866526249</c:v>
                </c:pt>
                <c:pt idx="362">
                  <c:v>24.67452637372662</c:v>
                </c:pt>
                <c:pt idx="363">
                  <c:v>25.03849021910265</c:v>
                </c:pt>
                <c:pt idx="364">
                  <c:v>25.11493184412485</c:v>
                </c:pt>
                <c:pt idx="365">
                  <c:v>25.834659144334</c:v>
                </c:pt>
                <c:pt idx="366">
                  <c:v>25.14398284007926</c:v>
                </c:pt>
                <c:pt idx="367">
                  <c:v>24.96436885962163</c:v>
                </c:pt>
                <c:pt idx="368">
                  <c:v>23.77389782245141</c:v>
                </c:pt>
                <c:pt idx="369">
                  <c:v>23.82430797516877</c:v>
                </c:pt>
                <c:pt idx="370">
                  <c:v>24.00654417353254</c:v>
                </c:pt>
                <c:pt idx="371">
                  <c:v>24.11667732559155</c:v>
                </c:pt>
                <c:pt idx="372">
                  <c:v>23.96574881980447</c:v>
                </c:pt>
                <c:pt idx="373">
                  <c:v>24.07380008976829</c:v>
                </c:pt>
                <c:pt idx="374">
                  <c:v>24.22636549521804</c:v>
                </c:pt>
                <c:pt idx="375">
                  <c:v>23.8307602204409</c:v>
                </c:pt>
                <c:pt idx="376">
                  <c:v>23.3173617388728</c:v>
                </c:pt>
                <c:pt idx="377">
                  <c:v>22.79256852858518</c:v>
                </c:pt>
                <c:pt idx="378">
                  <c:v>22.61475037008756</c:v>
                </c:pt>
                <c:pt idx="379">
                  <c:v>22.8660065221876</c:v>
                </c:pt>
                <c:pt idx="380">
                  <c:v>23.08285599691278</c:v>
                </c:pt>
                <c:pt idx="381">
                  <c:v>22.70600355322221</c:v>
                </c:pt>
                <c:pt idx="382">
                  <c:v>22.80564783365655</c:v>
                </c:pt>
                <c:pt idx="383">
                  <c:v>23.06783783981381</c:v>
                </c:pt>
                <c:pt idx="384">
                  <c:v>22.70907075356092</c:v>
                </c:pt>
                <c:pt idx="385">
                  <c:v>22.40303408556659</c:v>
                </c:pt>
                <c:pt idx="386">
                  <c:v>22.89334115733068</c:v>
                </c:pt>
                <c:pt idx="387">
                  <c:v>23.26569610000644</c:v>
                </c:pt>
                <c:pt idx="388">
                  <c:v>23.2630262054111</c:v>
                </c:pt>
                <c:pt idx="389">
                  <c:v>23.40486435579015</c:v>
                </c:pt>
                <c:pt idx="390">
                  <c:v>23.34204237165025</c:v>
                </c:pt>
                <c:pt idx="391">
                  <c:v>23.12322226043801</c:v>
                </c:pt>
                <c:pt idx="392">
                  <c:v>22.13831721488157</c:v>
                </c:pt>
                <c:pt idx="393">
                  <c:v>21.97645485503723</c:v>
                </c:pt>
                <c:pt idx="394">
                  <c:v>21.86301611919348</c:v>
                </c:pt>
                <c:pt idx="395">
                  <c:v>22.098030412505</c:v>
                </c:pt>
                <c:pt idx="396">
                  <c:v>21.75653817997334</c:v>
                </c:pt>
                <c:pt idx="397">
                  <c:v>22.60219550859745</c:v>
                </c:pt>
                <c:pt idx="398">
                  <c:v>22.47572514437151</c:v>
                </c:pt>
                <c:pt idx="399">
                  <c:v>22.82942260933913</c:v>
                </c:pt>
                <c:pt idx="400">
                  <c:v>22.64272069442001</c:v>
                </c:pt>
                <c:pt idx="401">
                  <c:v>22.97671179451708</c:v>
                </c:pt>
                <c:pt idx="402">
                  <c:v>22.97051382492066</c:v>
                </c:pt>
                <c:pt idx="403">
                  <c:v>22.91284092321473</c:v>
                </c:pt>
                <c:pt idx="404">
                  <c:v>23.01540937392019</c:v>
                </c:pt>
                <c:pt idx="405">
                  <c:v>22.82150827893146</c:v>
                </c:pt>
                <c:pt idx="406">
                  <c:v>22.42425021226195</c:v>
                </c:pt>
                <c:pt idx="407">
                  <c:v>22.91052065767352</c:v>
                </c:pt>
                <c:pt idx="408">
                  <c:v>22.47825200889924</c:v>
                </c:pt>
                <c:pt idx="409">
                  <c:v>22.93704478910012</c:v>
                </c:pt>
                <c:pt idx="410">
                  <c:v>23.66699079302845</c:v>
                </c:pt>
                <c:pt idx="411">
                  <c:v>23.49533881966777</c:v>
                </c:pt>
                <c:pt idx="412">
                  <c:v>23.60340598186133</c:v>
                </c:pt>
                <c:pt idx="413">
                  <c:v>23.65729653289053</c:v>
                </c:pt>
                <c:pt idx="414">
                  <c:v>23.69747208965893</c:v>
                </c:pt>
                <c:pt idx="415">
                  <c:v>23.42406216930921</c:v>
                </c:pt>
                <c:pt idx="416">
                  <c:v>23.71042425689243</c:v>
                </c:pt>
                <c:pt idx="417">
                  <c:v>23.34792249665196</c:v>
                </c:pt>
                <c:pt idx="418">
                  <c:v>23.53964635616714</c:v>
                </c:pt>
                <c:pt idx="419">
                  <c:v>23.87737213025176</c:v>
                </c:pt>
                <c:pt idx="420">
                  <c:v>24.99616921132009</c:v>
                </c:pt>
                <c:pt idx="421">
                  <c:v>25.2951656215421</c:v>
                </c:pt>
                <c:pt idx="422">
                  <c:v>28.01186283348014</c:v>
                </c:pt>
                <c:pt idx="423">
                  <c:v>29.28011044297028</c:v>
                </c:pt>
                <c:pt idx="424">
                  <c:v>28.67838294853866</c:v>
                </c:pt>
                <c:pt idx="425">
                  <c:v>28.79380821309925</c:v>
                </c:pt>
                <c:pt idx="426">
                  <c:v>29.13123203481891</c:v>
                </c:pt>
                <c:pt idx="427">
                  <c:v>29.92757577457732</c:v>
                </c:pt>
                <c:pt idx="428">
                  <c:v>29.4787633146496</c:v>
                </c:pt>
                <c:pt idx="429">
                  <c:v>29.66470240254149</c:v>
                </c:pt>
                <c:pt idx="430">
                  <c:v>28.94955206449583</c:v>
                </c:pt>
                <c:pt idx="431">
                  <c:v>29.15673906354252</c:v>
                </c:pt>
                <c:pt idx="432">
                  <c:v>28.68275331171559</c:v>
                </c:pt>
                <c:pt idx="433">
                  <c:v>28.67622160529479</c:v>
                </c:pt>
                <c:pt idx="434">
                  <c:v>28.46005549644821</c:v>
                </c:pt>
                <c:pt idx="435">
                  <c:v>28.48867740219976</c:v>
                </c:pt>
                <c:pt idx="436">
                  <c:v>28.83916463676106</c:v>
                </c:pt>
                <c:pt idx="437">
                  <c:v>28.72094233976725</c:v>
                </c:pt>
                <c:pt idx="438">
                  <c:v>28.40506838156735</c:v>
                </c:pt>
                <c:pt idx="439">
                  <c:v>28.18175076934031</c:v>
                </c:pt>
                <c:pt idx="440">
                  <c:v>28.96093090098564</c:v>
                </c:pt>
                <c:pt idx="441">
                  <c:v>28.8170585452006</c:v>
                </c:pt>
                <c:pt idx="442">
                  <c:v>29.01253297093307</c:v>
                </c:pt>
                <c:pt idx="443">
                  <c:v>29.08441352602151</c:v>
                </c:pt>
                <c:pt idx="444">
                  <c:v>26.27005856236593</c:v>
                </c:pt>
                <c:pt idx="445">
                  <c:v>26.150405964696</c:v>
                </c:pt>
                <c:pt idx="446">
                  <c:v>25.41465929691466</c:v>
                </c:pt>
                <c:pt idx="447">
                  <c:v>26.23091600053023</c:v>
                </c:pt>
                <c:pt idx="448">
                  <c:v>26.73374614932495</c:v>
                </c:pt>
                <c:pt idx="449">
                  <c:v>26.29907777386084</c:v>
                </c:pt>
                <c:pt idx="450">
                  <c:v>26.53099308237415</c:v>
                </c:pt>
                <c:pt idx="451">
                  <c:v>26.80940905509019</c:v>
                </c:pt>
                <c:pt idx="452">
                  <c:v>26.65636688274842</c:v>
                </c:pt>
                <c:pt idx="453">
                  <c:v>26.54029003676877</c:v>
                </c:pt>
                <c:pt idx="454">
                  <c:v>26.55950374251759</c:v>
                </c:pt>
                <c:pt idx="455">
                  <c:v>26.59872576550197</c:v>
                </c:pt>
                <c:pt idx="456">
                  <c:v>26.45981178539403</c:v>
                </c:pt>
                <c:pt idx="457">
                  <c:v>26.39621108199714</c:v>
                </c:pt>
                <c:pt idx="458">
                  <c:v>26.45302580329745</c:v>
                </c:pt>
                <c:pt idx="459">
                  <c:v>26.47354267188451</c:v>
                </c:pt>
                <c:pt idx="460">
                  <c:v>26.34324228029257</c:v>
                </c:pt>
                <c:pt idx="461">
                  <c:v>26.46643884519324</c:v>
                </c:pt>
                <c:pt idx="462">
                  <c:v>26.57209038846717</c:v>
                </c:pt>
                <c:pt idx="463">
                  <c:v>26.67689964356523</c:v>
                </c:pt>
                <c:pt idx="464">
                  <c:v>26.58160983407807</c:v>
                </c:pt>
                <c:pt idx="465">
                  <c:v>26.55185958001536</c:v>
                </c:pt>
                <c:pt idx="466">
                  <c:v>26.53077059115787</c:v>
                </c:pt>
                <c:pt idx="467">
                  <c:v>26.5168966745998</c:v>
                </c:pt>
                <c:pt idx="468">
                  <c:v>26.66765036585983</c:v>
                </c:pt>
                <c:pt idx="469">
                  <c:v>26.52387336345317</c:v>
                </c:pt>
                <c:pt idx="470">
                  <c:v>26.69247402870485</c:v>
                </c:pt>
                <c:pt idx="471">
                  <c:v>26.82954451016359</c:v>
                </c:pt>
                <c:pt idx="472">
                  <c:v>27.20458523966449</c:v>
                </c:pt>
                <c:pt idx="473">
                  <c:v>27.23096634102351</c:v>
                </c:pt>
                <c:pt idx="474">
                  <c:v>27.13780609032077</c:v>
                </c:pt>
                <c:pt idx="475">
                  <c:v>26.74688902331528</c:v>
                </c:pt>
                <c:pt idx="476">
                  <c:v>26.72119128783483</c:v>
                </c:pt>
                <c:pt idx="477">
                  <c:v>26.98848269973681</c:v>
                </c:pt>
                <c:pt idx="478">
                  <c:v>26.79454982028857</c:v>
                </c:pt>
                <c:pt idx="479">
                  <c:v>26.87045110949981</c:v>
                </c:pt>
                <c:pt idx="480">
                  <c:v>26.92806044228684</c:v>
                </c:pt>
                <c:pt idx="481">
                  <c:v>27.06058574604155</c:v>
                </c:pt>
                <c:pt idx="482">
                  <c:v>26.99048512068334</c:v>
                </c:pt>
                <c:pt idx="483">
                  <c:v>27.18235201026611</c:v>
                </c:pt>
                <c:pt idx="484">
                  <c:v>26.92489788856969</c:v>
                </c:pt>
                <c:pt idx="485">
                  <c:v>27.12056302105901</c:v>
                </c:pt>
                <c:pt idx="486">
                  <c:v>26.79559870745103</c:v>
                </c:pt>
                <c:pt idx="487">
                  <c:v>26.82793939496047</c:v>
                </c:pt>
                <c:pt idx="488">
                  <c:v>26.87906469801584</c:v>
                </c:pt>
                <c:pt idx="489">
                  <c:v>26.95630093452477</c:v>
                </c:pt>
                <c:pt idx="490">
                  <c:v>27.14408352106581</c:v>
                </c:pt>
                <c:pt idx="491">
                  <c:v>27.0093809818375</c:v>
                </c:pt>
                <c:pt idx="492">
                  <c:v>27.01394205177123</c:v>
                </c:pt>
                <c:pt idx="493">
                  <c:v>26.86763818483684</c:v>
                </c:pt>
                <c:pt idx="494">
                  <c:v>26.41165832929895</c:v>
                </c:pt>
                <c:pt idx="495">
                  <c:v>26.68729316181149</c:v>
                </c:pt>
                <c:pt idx="496">
                  <c:v>26.63246496922797</c:v>
                </c:pt>
                <c:pt idx="497">
                  <c:v>26.73312635236531</c:v>
                </c:pt>
                <c:pt idx="498">
                  <c:v>27.06686317678662</c:v>
                </c:pt>
                <c:pt idx="499">
                  <c:v>26.86765407706659</c:v>
                </c:pt>
                <c:pt idx="500">
                  <c:v>26.99798625311796</c:v>
                </c:pt>
                <c:pt idx="501">
                  <c:v>27.04944529299777</c:v>
                </c:pt>
                <c:pt idx="502">
                  <c:v>27.22551530622461</c:v>
                </c:pt>
                <c:pt idx="503">
                  <c:v>27.68108196378945</c:v>
                </c:pt>
                <c:pt idx="504">
                  <c:v>27.3921294427595</c:v>
                </c:pt>
                <c:pt idx="505">
                  <c:v>27.02045786596234</c:v>
                </c:pt>
                <c:pt idx="506">
                  <c:v>26.93797719364108</c:v>
                </c:pt>
                <c:pt idx="507">
                  <c:v>26.4964115904722</c:v>
                </c:pt>
                <c:pt idx="508">
                  <c:v>26.69921233411223</c:v>
                </c:pt>
                <c:pt idx="509">
                  <c:v>26.75558207297997</c:v>
                </c:pt>
                <c:pt idx="510">
                  <c:v>26.59634193104179</c:v>
                </c:pt>
                <c:pt idx="511">
                  <c:v>26.18085547686704</c:v>
                </c:pt>
                <c:pt idx="512">
                  <c:v>26.24370924546637</c:v>
                </c:pt>
                <c:pt idx="513">
                  <c:v>26.04739253155797</c:v>
                </c:pt>
                <c:pt idx="514">
                  <c:v>26.12073517178199</c:v>
                </c:pt>
                <c:pt idx="515">
                  <c:v>26.21634282586383</c:v>
                </c:pt>
                <c:pt idx="516">
                  <c:v>26.51301897054461</c:v>
                </c:pt>
                <c:pt idx="517">
                  <c:v>26.10803728022422</c:v>
                </c:pt>
                <c:pt idx="518">
                  <c:v>25.85366625109626</c:v>
                </c:pt>
                <c:pt idx="519">
                  <c:v>25.26571731984437</c:v>
                </c:pt>
                <c:pt idx="520">
                  <c:v>25.59449576858854</c:v>
                </c:pt>
                <c:pt idx="521">
                  <c:v>25.8437812842015</c:v>
                </c:pt>
                <c:pt idx="522">
                  <c:v>25.86035687981443</c:v>
                </c:pt>
                <c:pt idx="523">
                  <c:v>26.1299844494874</c:v>
                </c:pt>
                <c:pt idx="524">
                  <c:v>25.92684996902295</c:v>
                </c:pt>
                <c:pt idx="525">
                  <c:v>25.80924746898876</c:v>
                </c:pt>
                <c:pt idx="526">
                  <c:v>25.47263415098555</c:v>
                </c:pt>
                <c:pt idx="527">
                  <c:v>25.72662376659989</c:v>
                </c:pt>
                <c:pt idx="528">
                  <c:v>26.04616882986843</c:v>
                </c:pt>
                <c:pt idx="529">
                  <c:v>26.25103556337389</c:v>
                </c:pt>
                <c:pt idx="530">
                  <c:v>25.43738518543475</c:v>
                </c:pt>
                <c:pt idx="531">
                  <c:v>25.39967292427516</c:v>
                </c:pt>
                <c:pt idx="532">
                  <c:v>25.03801345221064</c:v>
                </c:pt>
                <c:pt idx="533">
                  <c:v>24.87796280655601</c:v>
                </c:pt>
                <c:pt idx="534">
                  <c:v>24.47364858988445</c:v>
                </c:pt>
                <c:pt idx="535">
                  <c:v>24.72539740110626</c:v>
                </c:pt>
                <c:pt idx="536">
                  <c:v>24.62368713080643</c:v>
                </c:pt>
                <c:pt idx="537">
                  <c:v>25.17036394143828</c:v>
                </c:pt>
                <c:pt idx="538">
                  <c:v>24.86207057682166</c:v>
                </c:pt>
                <c:pt idx="539">
                  <c:v>24.64277369871739</c:v>
                </c:pt>
                <c:pt idx="540">
                  <c:v>24.67452637372662</c:v>
                </c:pt>
                <c:pt idx="541">
                  <c:v>23.89846111910925</c:v>
                </c:pt>
                <c:pt idx="542">
                  <c:v>24.86130774979443</c:v>
                </c:pt>
                <c:pt idx="543">
                  <c:v>25.39604949589573</c:v>
                </c:pt>
                <c:pt idx="544">
                  <c:v>25.12888522183161</c:v>
                </c:pt>
                <c:pt idx="545">
                  <c:v>24.76096421125176</c:v>
                </c:pt>
                <c:pt idx="546">
                  <c:v>24.65229314432826</c:v>
                </c:pt>
                <c:pt idx="547">
                  <c:v>24.66818537406261</c:v>
                </c:pt>
                <c:pt idx="548">
                  <c:v>24.73491684671714</c:v>
                </c:pt>
                <c:pt idx="549">
                  <c:v>24.74157569097584</c:v>
                </c:pt>
                <c:pt idx="550">
                  <c:v>24.85323449708938</c:v>
                </c:pt>
                <c:pt idx="551">
                  <c:v>24.68375975920227</c:v>
                </c:pt>
                <c:pt idx="552">
                  <c:v>25.19048350428195</c:v>
                </c:pt>
                <c:pt idx="553">
                  <c:v>25.3761842087278</c:v>
                </c:pt>
                <c:pt idx="554">
                  <c:v>25.11318369885407</c:v>
                </c:pt>
                <c:pt idx="555">
                  <c:v>24.97333207719181</c:v>
                </c:pt>
                <c:pt idx="556">
                  <c:v>25.82116664128953</c:v>
                </c:pt>
                <c:pt idx="557">
                  <c:v>25.42692809826956</c:v>
                </c:pt>
                <c:pt idx="558">
                  <c:v>25.80134903081079</c:v>
                </c:pt>
                <c:pt idx="559">
                  <c:v>25.98951303086547</c:v>
                </c:pt>
                <c:pt idx="560">
                  <c:v>26.65792432126242</c:v>
                </c:pt>
                <c:pt idx="561">
                  <c:v>25.47234809085033</c:v>
                </c:pt>
                <c:pt idx="562">
                  <c:v>25.42149295570042</c:v>
                </c:pt>
                <c:pt idx="563">
                  <c:v>26.06471506196839</c:v>
                </c:pt>
                <c:pt idx="564">
                  <c:v>26.5119065144632</c:v>
                </c:pt>
                <c:pt idx="565">
                  <c:v>25.772202681478</c:v>
                </c:pt>
                <c:pt idx="566">
                  <c:v>25.48188342869093</c:v>
                </c:pt>
                <c:pt idx="567">
                  <c:v>24.90768127615923</c:v>
                </c:pt>
                <c:pt idx="568">
                  <c:v>25.23855749922834</c:v>
                </c:pt>
                <c:pt idx="569">
                  <c:v>25.19264484752581</c:v>
                </c:pt>
                <c:pt idx="570">
                  <c:v>24.61799771256155</c:v>
                </c:pt>
                <c:pt idx="571">
                  <c:v>24.33276397328947</c:v>
                </c:pt>
                <c:pt idx="572">
                  <c:v>24.47441141691171</c:v>
                </c:pt>
                <c:pt idx="573">
                  <c:v>24.18986104351823</c:v>
                </c:pt>
                <c:pt idx="574">
                  <c:v>23.83870633530807</c:v>
                </c:pt>
                <c:pt idx="575">
                  <c:v>24.44637752366032</c:v>
                </c:pt>
                <c:pt idx="576">
                  <c:v>24.24656451921037</c:v>
                </c:pt>
                <c:pt idx="577">
                  <c:v>24.10877888741359</c:v>
                </c:pt>
                <c:pt idx="578">
                  <c:v>24.52811126118408</c:v>
                </c:pt>
                <c:pt idx="579">
                  <c:v>24.48078420103521</c:v>
                </c:pt>
                <c:pt idx="580">
                  <c:v>24.59508111728461</c:v>
                </c:pt>
                <c:pt idx="581">
                  <c:v>24.81234378998289</c:v>
                </c:pt>
                <c:pt idx="582">
                  <c:v>24.6205245770893</c:v>
                </c:pt>
                <c:pt idx="583">
                  <c:v>24.13738490093542</c:v>
                </c:pt>
                <c:pt idx="584">
                  <c:v>24.13420645498854</c:v>
                </c:pt>
                <c:pt idx="585">
                  <c:v>23.94669403635297</c:v>
                </c:pt>
                <c:pt idx="586">
                  <c:v>23.74200211737458</c:v>
                </c:pt>
                <c:pt idx="587">
                  <c:v>23.70638763053991</c:v>
                </c:pt>
                <c:pt idx="588">
                  <c:v>22.20490565746847</c:v>
                </c:pt>
                <c:pt idx="589">
                  <c:v>22.64739300996192</c:v>
                </c:pt>
                <c:pt idx="590">
                  <c:v>23.0249447117608</c:v>
                </c:pt>
                <c:pt idx="591">
                  <c:v>22.76747469783464</c:v>
                </c:pt>
                <c:pt idx="592">
                  <c:v>22.68802944139263</c:v>
                </c:pt>
                <c:pt idx="593">
                  <c:v>22.89257833030345</c:v>
                </c:pt>
                <c:pt idx="594">
                  <c:v>22.77065314378153</c:v>
                </c:pt>
                <c:pt idx="595">
                  <c:v>22.62576368529348</c:v>
                </c:pt>
                <c:pt idx="596">
                  <c:v>22.79620784919436</c:v>
                </c:pt>
                <c:pt idx="597">
                  <c:v>22.59901706265057</c:v>
                </c:pt>
                <c:pt idx="598">
                  <c:v>22.11025153717072</c:v>
                </c:pt>
                <c:pt idx="599">
                  <c:v>21.68476887049302</c:v>
                </c:pt>
                <c:pt idx="600">
                  <c:v>22.22489808247428</c:v>
                </c:pt>
                <c:pt idx="601">
                  <c:v>22.32476485412491</c:v>
                </c:pt>
                <c:pt idx="602">
                  <c:v>22.11379550440147</c:v>
                </c:pt>
                <c:pt idx="603">
                  <c:v>22.19821502875035</c:v>
                </c:pt>
                <c:pt idx="604">
                  <c:v>22.55135626567726</c:v>
                </c:pt>
                <c:pt idx="605">
                  <c:v>22.77201987553867</c:v>
                </c:pt>
                <c:pt idx="606">
                  <c:v>22.84377329278926</c:v>
                </c:pt>
                <c:pt idx="607">
                  <c:v>22.73680269444736</c:v>
                </c:pt>
                <c:pt idx="608">
                  <c:v>22.9501240941715</c:v>
                </c:pt>
                <c:pt idx="609">
                  <c:v>22.43691631936022</c:v>
                </c:pt>
                <c:pt idx="610">
                  <c:v>22.35944169940529</c:v>
                </c:pt>
                <c:pt idx="611">
                  <c:v>22.42757168827643</c:v>
                </c:pt>
                <c:pt idx="612">
                  <c:v>24.01182039380432</c:v>
                </c:pt>
                <c:pt idx="613">
                  <c:v>25.9340968257818</c:v>
                </c:pt>
                <c:pt idx="614">
                  <c:v>25.22840236442809</c:v>
                </c:pt>
                <c:pt idx="615">
                  <c:v>23.53387747677358</c:v>
                </c:pt>
                <c:pt idx="616">
                  <c:v>23.82589719814221</c:v>
                </c:pt>
                <c:pt idx="617">
                  <c:v>23.21881402229011</c:v>
                </c:pt>
                <c:pt idx="618">
                  <c:v>22.45598699504143</c:v>
                </c:pt>
                <c:pt idx="619">
                  <c:v>22.82470261710803</c:v>
                </c:pt>
                <c:pt idx="620">
                  <c:v>22.90943998605157</c:v>
                </c:pt>
                <c:pt idx="621">
                  <c:v>22.54182092783665</c:v>
                </c:pt>
                <c:pt idx="622">
                  <c:v>22.60855240049118</c:v>
                </c:pt>
                <c:pt idx="623">
                  <c:v>22.72885657958017</c:v>
                </c:pt>
                <c:pt idx="624">
                  <c:v>22.82695931373029</c:v>
                </c:pt>
                <c:pt idx="625">
                  <c:v>22.80302561575038</c:v>
                </c:pt>
                <c:pt idx="626">
                  <c:v>22.82786517082518</c:v>
                </c:pt>
                <c:pt idx="627">
                  <c:v>22.79622374142409</c:v>
                </c:pt>
                <c:pt idx="628">
                  <c:v>22.72416837180855</c:v>
                </c:pt>
                <c:pt idx="629">
                  <c:v>22.71661956268474</c:v>
                </c:pt>
                <c:pt idx="630">
                  <c:v>22.8306145265692</c:v>
                </c:pt>
                <c:pt idx="631">
                  <c:v>22.7985440069653</c:v>
                </c:pt>
                <c:pt idx="632">
                  <c:v>22.94230511714219</c:v>
                </c:pt>
                <c:pt idx="633">
                  <c:v>22.92550703031302</c:v>
                </c:pt>
                <c:pt idx="634">
                  <c:v>22.89928485125132</c:v>
                </c:pt>
                <c:pt idx="635">
                  <c:v>22.93599590193767</c:v>
                </c:pt>
                <c:pt idx="636">
                  <c:v>22.91050476544378</c:v>
                </c:pt>
                <c:pt idx="637">
                  <c:v>22.95265095869927</c:v>
                </c:pt>
                <c:pt idx="638">
                  <c:v>23.10318215874301</c:v>
                </c:pt>
                <c:pt idx="639">
                  <c:v>22.97466169688134</c:v>
                </c:pt>
                <c:pt idx="640">
                  <c:v>22.93912667119533</c:v>
                </c:pt>
                <c:pt idx="641">
                  <c:v>22.70482752822185</c:v>
                </c:pt>
                <c:pt idx="642">
                  <c:v>22.57835716399592</c:v>
                </c:pt>
                <c:pt idx="643">
                  <c:v>22.55291370419123</c:v>
                </c:pt>
                <c:pt idx="644">
                  <c:v>22.64033685995987</c:v>
                </c:pt>
                <c:pt idx="645">
                  <c:v>22.78973971169247</c:v>
                </c:pt>
                <c:pt idx="646">
                  <c:v>22.73913885221832</c:v>
                </c:pt>
                <c:pt idx="647">
                  <c:v>22.81313307386142</c:v>
                </c:pt>
                <c:pt idx="648">
                  <c:v>22.80882627960343</c:v>
                </c:pt>
                <c:pt idx="649">
                  <c:v>22.87867262928589</c:v>
                </c:pt>
                <c:pt idx="650">
                  <c:v>22.83098004785311</c:v>
                </c:pt>
                <c:pt idx="651">
                  <c:v>22.67531565760517</c:v>
                </c:pt>
                <c:pt idx="652">
                  <c:v>22.703921671127</c:v>
                </c:pt>
                <c:pt idx="653">
                  <c:v>22.88191464415168</c:v>
                </c:pt>
                <c:pt idx="654">
                  <c:v>22.56461038527573</c:v>
                </c:pt>
                <c:pt idx="655">
                  <c:v>22.57357360284589</c:v>
                </c:pt>
                <c:pt idx="656">
                  <c:v>22.0741126067548</c:v>
                </c:pt>
                <c:pt idx="657">
                  <c:v>22.06505403580623</c:v>
                </c:pt>
                <c:pt idx="658">
                  <c:v>21.85731080871882</c:v>
                </c:pt>
                <c:pt idx="659">
                  <c:v>22.04011912735304</c:v>
                </c:pt>
                <c:pt idx="660">
                  <c:v>21.99404755335317</c:v>
                </c:pt>
                <c:pt idx="661">
                  <c:v>22.13658496184052</c:v>
                </c:pt>
                <c:pt idx="662">
                  <c:v>22.71345700896759</c:v>
                </c:pt>
                <c:pt idx="663">
                  <c:v>22.58444388798417</c:v>
                </c:pt>
                <c:pt idx="664">
                  <c:v>22.80901698636024</c:v>
                </c:pt>
                <c:pt idx="665">
                  <c:v>22.8929279593576</c:v>
                </c:pt>
                <c:pt idx="666">
                  <c:v>22.9087089434838</c:v>
                </c:pt>
                <c:pt idx="667">
                  <c:v>22.82150827893146</c:v>
                </c:pt>
                <c:pt idx="668">
                  <c:v>22.92323444146098</c:v>
                </c:pt>
                <c:pt idx="669">
                  <c:v>22.87236341408134</c:v>
                </c:pt>
                <c:pt idx="670">
                  <c:v>21.91565118407364</c:v>
                </c:pt>
                <c:pt idx="671">
                  <c:v>22.119087616903</c:v>
                </c:pt>
                <c:pt idx="672">
                  <c:v>22.0650381435765</c:v>
                </c:pt>
                <c:pt idx="673">
                  <c:v>22.55923881162552</c:v>
                </c:pt>
                <c:pt idx="674">
                  <c:v>23.32370273853683</c:v>
                </c:pt>
                <c:pt idx="675">
                  <c:v>23.31787029022432</c:v>
                </c:pt>
                <c:pt idx="676">
                  <c:v>23.45366939330431</c:v>
                </c:pt>
                <c:pt idx="677">
                  <c:v>23.3424396773936</c:v>
                </c:pt>
                <c:pt idx="678">
                  <c:v>23.31281656116877</c:v>
                </c:pt>
                <c:pt idx="679">
                  <c:v>23.78813726029339</c:v>
                </c:pt>
                <c:pt idx="680">
                  <c:v>23.52839465751522</c:v>
                </c:pt>
                <c:pt idx="681">
                  <c:v>24.18437822425987</c:v>
                </c:pt>
                <c:pt idx="682">
                  <c:v>23.81095850219193</c:v>
                </c:pt>
                <c:pt idx="683">
                  <c:v>23.60340598186133</c:v>
                </c:pt>
                <c:pt idx="684">
                  <c:v>23.47946248216315</c:v>
                </c:pt>
                <c:pt idx="685">
                  <c:v>24.22639727967748</c:v>
                </c:pt>
                <c:pt idx="686">
                  <c:v>24.78747245044863</c:v>
                </c:pt>
                <c:pt idx="687">
                  <c:v>24.87799459101547</c:v>
                </c:pt>
                <c:pt idx="688">
                  <c:v>25.18217186813088</c:v>
                </c:pt>
                <c:pt idx="689">
                  <c:v>25.45005129253304</c:v>
                </c:pt>
                <c:pt idx="690">
                  <c:v>25.90779518557145</c:v>
                </c:pt>
                <c:pt idx="691">
                  <c:v>25.52000888782366</c:v>
                </c:pt>
                <c:pt idx="692">
                  <c:v>25.70753719868895</c:v>
                </c:pt>
                <c:pt idx="693">
                  <c:v>25.16375277386878</c:v>
                </c:pt>
                <c:pt idx="694">
                  <c:v>24.84614656262785</c:v>
                </c:pt>
                <c:pt idx="695">
                  <c:v>24.26008880671431</c:v>
                </c:pt>
                <c:pt idx="696">
                  <c:v>23.88458720255113</c:v>
                </c:pt>
                <c:pt idx="697">
                  <c:v>23.82885315287277</c:v>
                </c:pt>
                <c:pt idx="698">
                  <c:v>23.82227376976278</c:v>
                </c:pt>
                <c:pt idx="699">
                  <c:v>23.44605701526157</c:v>
                </c:pt>
                <c:pt idx="700">
                  <c:v>23.27144908717027</c:v>
                </c:pt>
                <c:pt idx="701">
                  <c:v>23.37137942773986</c:v>
                </c:pt>
                <c:pt idx="702">
                  <c:v>22.82579918095971</c:v>
                </c:pt>
                <c:pt idx="703">
                  <c:v>22.25893923856525</c:v>
                </c:pt>
                <c:pt idx="704">
                  <c:v>22.37018484670568</c:v>
                </c:pt>
                <c:pt idx="705">
                  <c:v>22.34482084804967</c:v>
                </c:pt>
                <c:pt idx="706">
                  <c:v>22.45566915044677</c:v>
                </c:pt>
                <c:pt idx="707">
                  <c:v>22.27483146829961</c:v>
                </c:pt>
                <c:pt idx="708">
                  <c:v>22.30286536155099</c:v>
                </c:pt>
                <c:pt idx="709">
                  <c:v>21.76430948031343</c:v>
                </c:pt>
                <c:pt idx="710">
                  <c:v>20.68878694081173</c:v>
                </c:pt>
                <c:pt idx="711">
                  <c:v>21.5946281434398</c:v>
                </c:pt>
                <c:pt idx="712">
                  <c:v>21.39756449473389</c:v>
                </c:pt>
                <c:pt idx="713">
                  <c:v>22.30977848148545</c:v>
                </c:pt>
                <c:pt idx="714">
                  <c:v>20.78094598104121</c:v>
                </c:pt>
                <c:pt idx="715">
                  <c:v>21.07730428112731</c:v>
                </c:pt>
                <c:pt idx="716">
                  <c:v>20.67802790128157</c:v>
                </c:pt>
                <c:pt idx="717">
                  <c:v>19.91299185409983</c:v>
                </c:pt>
                <c:pt idx="718">
                  <c:v>20.25332395386088</c:v>
                </c:pt>
                <c:pt idx="719">
                  <c:v>20.2159454295257</c:v>
                </c:pt>
                <c:pt idx="720">
                  <c:v>20.41876206539543</c:v>
                </c:pt>
                <c:pt idx="721">
                  <c:v>19.96907553283233</c:v>
                </c:pt>
                <c:pt idx="722">
                  <c:v>20.60033079011037</c:v>
                </c:pt>
                <c:pt idx="723">
                  <c:v>20.50125862994641</c:v>
                </c:pt>
                <c:pt idx="724">
                  <c:v>20.56484344111356</c:v>
                </c:pt>
                <c:pt idx="725">
                  <c:v>20.72057140028041</c:v>
                </c:pt>
                <c:pt idx="726">
                  <c:v>20.82863856247397</c:v>
                </c:pt>
                <c:pt idx="727">
                  <c:v>20.41006901573075</c:v>
                </c:pt>
                <c:pt idx="728">
                  <c:v>20.36140700828417</c:v>
                </c:pt>
                <c:pt idx="729">
                  <c:v>20.76982142022716</c:v>
                </c:pt>
                <c:pt idx="730">
                  <c:v>20.76537159590155</c:v>
                </c:pt>
                <c:pt idx="731">
                  <c:v>21.17825172439991</c:v>
                </c:pt>
                <c:pt idx="732">
                  <c:v>20.73007495366157</c:v>
                </c:pt>
                <c:pt idx="733">
                  <c:v>20.21837694067503</c:v>
                </c:pt>
                <c:pt idx="734">
                  <c:v>20.3007145829287</c:v>
                </c:pt>
                <c:pt idx="735">
                  <c:v>20.44468229209215</c:v>
                </c:pt>
                <c:pt idx="736">
                  <c:v>20.41224625120435</c:v>
                </c:pt>
                <c:pt idx="737">
                  <c:v>20.41226214343408</c:v>
                </c:pt>
                <c:pt idx="738">
                  <c:v>20.19611192681723</c:v>
                </c:pt>
                <c:pt idx="739">
                  <c:v>20.908083818916</c:v>
                </c:pt>
                <c:pt idx="740">
                  <c:v>21.06436800612354</c:v>
                </c:pt>
                <c:pt idx="741">
                  <c:v>20.74280462967879</c:v>
                </c:pt>
                <c:pt idx="742">
                  <c:v>20.26584703089154</c:v>
                </c:pt>
                <c:pt idx="743">
                  <c:v>21.1083418057985</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000" b="0" dirty="0">
                <a:solidFill>
                  <a:srgbClr val="142735"/>
                </a:solidFill>
                <a:latin typeface="Arial"/>
              </a:rPr>
              <a:t/>
            </a:r>
            <a:endParaRPr lang="en-US" sz="1000"/>
          </a:p>
        </c:txPr>
        <c:crossAx val="200"/>
        <c:crosses val="autoZero"/>
        <c:auto val="1"/>
        <c:lblAlgn val="ctr"/>
        <c:lblOffset val="100"/>
        <c:tickLblSkip val="107"/>
        <c:tickMarkSkip val="107"/>
      </c:catAx>
      <c:valAx>
        <c:axId val="200"/>
        <c:scaling>
          <c:orientation val="minMax"/>
          <c:max val="36.027376304808385"/>
          <c:min val="-3.6213271416935404"/>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000" b="0" dirty="0">
                <a:solidFill>
                  <a:srgbClr val="142735"/>
                </a:solidFill>
                <a:latin typeface="Arial"/>
              </a:rPr>
              <a:t/>
            </a:r>
            <a:endParaRPr lang="en-US" sz="1000"/>
          </a:p>
        </c:txPr>
        <c:crossAx val="100"/>
        <c:crosses val="autoZero"/>
        <c:crossBetween val="between"/>
        <c:majorUnit val="7.9297406893003854"/>
      </c:valAx>
    </c:plotArea>
    <c:legend>
      <c:legendPos val="b"/>
      <c:overlay val="0"/>
      <c:txPr>
        <a:bodyPr/>
        <a:lstStyle/>
        <a:p>
          <a:pPr marL="0" marR="0" indent="0"/>
          <a:r>
            <a:rPr lang="en-US" sz="1000" b="0" dirty="0">
              <a:solidFill>
                <a:srgbClr val="142735"/>
              </a:solidFill>
              <a:latin typeface="Arial"/>
            </a:rPr>
            <a:t/>
          </a:r>
          <a:endParaRPr lang="en-US" sz="1000"/>
        </a:p>
      </c:txPr>
    </c:legend>
    <c:plotVisOnly val="1"/>
    <c:dispBlanksAs val="gap"/>
    <c:showDLblsOverMax val="0"/>
  </c:chart>
  <c:spPr>
    <a:solidFill>
      <a:srgbClr val="FFFFFF"/>
    </a:solidFill>
    <a:ln>
      <a:noFill/>
    </a:ln>
  </c:spPr>
  <c:txPr>
    <a:bodyPr/>
    <a:lstStyle/>
    <a:p>
      <a:pPr marL="0" marR="0" indent="0"/>
      <a:r>
        <a:rPr lang="en-US" sz="1000" b="0" dirty="0">
          <a:solidFill>
            <a:srgbClr val="142735"/>
          </a:solidFill>
          <a:latin typeface="Arial"/>
        </a:rPr>
        <a:t/>
      </a:r>
      <a:endParaRPr lang="en-US" sz="1000"/>
    </a:p>
  </c:txPr>
  <c:externalData r:id="rId1">
    <c:autoUpdate val="0"/>
  </c:externalData>
</c:chartSpace>
</file>

<file path=ppt/charts/chart11.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Drawdown (%)</a:t>
            </a:r>
            <a:endParaRPr lang="en-US" sz="1400"/>
          </a:p>
        </c:rich>
      </c:tx>
      <c:overlay val="0"/>
    </c:title>
    <c:autoTitleDeleted val="0"/>
    <c:plotArea>
      <c:layout/>
      <c:lineChart>
        <c:grouping val="standard"/>
        <c:varyColors val="0"/>
        <c:ser>
          <c:idx val="0"/>
          <c:order val="0"/>
          <c:tx>
            <c:strRef>
              <c:f>Data!$B$1</c:f>
              <c:strCache>
                <c:ptCount val="1"/>
                <c:pt idx="0">
                  <c:v>Baseline PPO</c:v>
                </c:pt>
              </c:strCache>
            </c:strRef>
          </c:tx>
          <c:spPr>
            <a:ln w="16510">
              <a:solidFill>
                <a:srgbClr val="2166AC"/>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Data!$B$2:$B$745</c:f>
              <c:numCache>
                <c:formatCode>0.00</c:formatCode>
                <c:ptCount val="744"/>
                <c:pt idx="0">
                  <c:v>0</c:v>
                </c:pt>
                <c:pt idx="1">
                  <c:v>0</c:v>
                </c:pt>
                <c:pt idx="2">
                  <c:v>0</c:v>
                </c:pt>
                <c:pt idx="3">
                  <c:v>0</c:v>
                </c:pt>
                <c:pt idx="4">
                  <c:v>0</c:v>
                </c:pt>
                <c:pt idx="5">
                  <c:v>-0.009695533364262321</c:v>
                </c:pt>
                <c:pt idx="6">
                  <c:v>0</c:v>
                </c:pt>
                <c:pt idx="7">
                  <c:v>-0.1212934843342617</c:v>
                </c:pt>
                <c:pt idx="8">
                  <c:v>-0.3363598108448329</c:v>
                </c:pt>
                <c:pt idx="9">
                  <c:v>-0.4258011602172651</c:v>
                </c:pt>
                <c:pt idx="10">
                  <c:v>-0.2885159546179294</c:v>
                </c:pt>
                <c:pt idx="11">
                  <c:v>-0.3388313087980488</c:v>
                </c:pt>
                <c:pt idx="12">
                  <c:v>-0.3712387392094674</c:v>
                </c:pt>
                <c:pt idx="13">
                  <c:v>-0.325165212208689</c:v>
                </c:pt>
                <c:pt idx="14">
                  <c:v>-0.1474243330179537</c:v>
                </c:pt>
                <c:pt idx="15">
                  <c:v>0</c:v>
                </c:pt>
                <c:pt idx="16">
                  <c:v>-0.06587819291048458</c:v>
                </c:pt>
                <c:pt idx="17">
                  <c:v>0</c:v>
                </c:pt>
                <c:pt idx="18">
                  <c:v>0</c:v>
                </c:pt>
                <c:pt idx="19">
                  <c:v>-0.09235379542177347</c:v>
                </c:pt>
                <c:pt idx="20">
                  <c:v>-0.06270524802467481</c:v>
                </c:pt>
                <c:pt idx="21">
                  <c:v>-0.07351212821231634</c:v>
                </c:pt>
                <c:pt idx="22">
                  <c:v>-0.1439477322738414</c:v>
                </c:pt>
                <c:pt idx="23">
                  <c:v>-0.05292158432592675</c:v>
                </c:pt>
                <c:pt idx="24">
                  <c:v>-0.1703234493609096</c:v>
                </c:pt>
                <c:pt idx="25">
                  <c:v>-0.2440010133681558</c:v>
                </c:pt>
                <c:pt idx="26">
                  <c:v>-0.2815387101702038</c:v>
                </c:pt>
                <c:pt idx="27">
                  <c:v>-0.161803425785878</c:v>
                </c:pt>
                <c:pt idx="28">
                  <c:v>-0.1471120297963147</c:v>
                </c:pt>
                <c:pt idx="29">
                  <c:v>-0.1218834822646175</c:v>
                </c:pt>
                <c:pt idx="30">
                  <c:v>-0.06334609716255324</c:v>
                </c:pt>
                <c:pt idx="31">
                  <c:v>-0.1559389106374098</c:v>
                </c:pt>
                <c:pt idx="32">
                  <c:v>-0.1207028320484138</c:v>
                </c:pt>
                <c:pt idx="33">
                  <c:v>-0.2195616659707356</c:v>
                </c:pt>
                <c:pt idx="34">
                  <c:v>-0.2100596172300184</c:v>
                </c:pt>
                <c:pt idx="35">
                  <c:v>-0.09723572973991956</c:v>
                </c:pt>
                <c:pt idx="36">
                  <c:v>-0.1914001967208812</c:v>
                </c:pt>
                <c:pt idx="37">
                  <c:v>-0.1977928999478684</c:v>
                </c:pt>
                <c:pt idx="38">
                  <c:v>0</c:v>
                </c:pt>
                <c:pt idx="39">
                  <c:v>0</c:v>
                </c:pt>
                <c:pt idx="40">
                  <c:v>-0.01166763057616205</c:v>
                </c:pt>
                <c:pt idx="41">
                  <c:v>-0.1433584569597302</c:v>
                </c:pt>
                <c:pt idx="42">
                  <c:v>-0.1065066628876288</c:v>
                </c:pt>
                <c:pt idx="43">
                  <c:v>-0.2082722093018519</c:v>
                </c:pt>
                <c:pt idx="44">
                  <c:v>-0.234253223510561</c:v>
                </c:pt>
                <c:pt idx="45">
                  <c:v>-0.2256895960381367</c:v>
                </c:pt>
                <c:pt idx="46">
                  <c:v>-0.2054678707352542</c:v>
                </c:pt>
                <c:pt idx="47">
                  <c:v>-0.1348758220818369</c:v>
                </c:pt>
                <c:pt idx="48">
                  <c:v>-0.3182051175455558</c:v>
                </c:pt>
                <c:pt idx="49">
                  <c:v>-0.3545127093953049</c:v>
                </c:pt>
                <c:pt idx="50">
                  <c:v>-0.373285274630264</c:v>
                </c:pt>
                <c:pt idx="51">
                  <c:v>-0.4135641650862443</c:v>
                </c:pt>
                <c:pt idx="52">
                  <c:v>-0.4297587162389038</c:v>
                </c:pt>
                <c:pt idx="53">
                  <c:v>-0.4918397084038184</c:v>
                </c:pt>
                <c:pt idx="54">
                  <c:v>-0.4541294773935167</c:v>
                </c:pt>
                <c:pt idx="55">
                  <c:v>-0.4904978403801996</c:v>
                </c:pt>
                <c:pt idx="56">
                  <c:v>-0.3129355246954346</c:v>
                </c:pt>
                <c:pt idx="57">
                  <c:v>-0.3077761127927015</c:v>
                </c:pt>
                <c:pt idx="58">
                  <c:v>-0.2848340818488615</c:v>
                </c:pt>
                <c:pt idx="59">
                  <c:v>-0.239244049362819</c:v>
                </c:pt>
                <c:pt idx="60">
                  <c:v>0</c:v>
                </c:pt>
                <c:pt idx="61">
                  <c:v>0</c:v>
                </c:pt>
                <c:pt idx="62">
                  <c:v>0</c:v>
                </c:pt>
                <c:pt idx="63">
                  <c:v>0</c:v>
                </c:pt>
                <c:pt idx="64">
                  <c:v>-0.09801343747695146</c:v>
                </c:pt>
                <c:pt idx="65">
                  <c:v>-0.2008305304380453</c:v>
                </c:pt>
                <c:pt idx="66">
                  <c:v>-0.1283502852359342</c:v>
                </c:pt>
                <c:pt idx="67">
                  <c:v>-0.1064279055795869</c:v>
                </c:pt>
                <c:pt idx="68">
                  <c:v>0</c:v>
                </c:pt>
                <c:pt idx="69">
                  <c:v>0</c:v>
                </c:pt>
                <c:pt idx="70">
                  <c:v>-0.4859074334260693</c:v>
                </c:pt>
                <c:pt idx="71">
                  <c:v>-0.463629827932821</c:v>
                </c:pt>
                <c:pt idx="72">
                  <c:v>-0.4049545090688111</c:v>
                </c:pt>
                <c:pt idx="73">
                  <c:v>-0.1882431715025779</c:v>
                </c:pt>
                <c:pt idx="74">
                  <c:v>-0.4901762138556309</c:v>
                </c:pt>
                <c:pt idx="75">
                  <c:v>-0.53058044995139</c:v>
                </c:pt>
                <c:pt idx="76">
                  <c:v>-0.4241935485264858</c:v>
                </c:pt>
                <c:pt idx="77">
                  <c:v>-0.4879118201549959</c:v>
                </c:pt>
                <c:pt idx="78">
                  <c:v>-0.3307338848631436</c:v>
                </c:pt>
                <c:pt idx="79">
                  <c:v>-0.3737366514827478</c:v>
                </c:pt>
                <c:pt idx="80">
                  <c:v>0</c:v>
                </c:pt>
                <c:pt idx="81">
                  <c:v>0</c:v>
                </c:pt>
                <c:pt idx="82">
                  <c:v>0</c:v>
                </c:pt>
                <c:pt idx="83">
                  <c:v>-0.04793235723432598</c:v>
                </c:pt>
                <c:pt idx="84">
                  <c:v>-0.04176143640171048</c:v>
                </c:pt>
                <c:pt idx="85">
                  <c:v>-0.2248905355529573</c:v>
                </c:pt>
                <c:pt idx="86">
                  <c:v>-0.04221049047796743</c:v>
                </c:pt>
                <c:pt idx="87">
                  <c:v>0</c:v>
                </c:pt>
                <c:pt idx="88">
                  <c:v>0</c:v>
                </c:pt>
                <c:pt idx="89">
                  <c:v>-0.07091387691553486</c:v>
                </c:pt>
                <c:pt idx="90">
                  <c:v>-0.1785523332550332</c:v>
                </c:pt>
                <c:pt idx="91">
                  <c:v>-0.08946156930511595</c:v>
                </c:pt>
                <c:pt idx="92">
                  <c:v>-0.105024576737045</c:v>
                </c:pt>
                <c:pt idx="93">
                  <c:v>-0.08344574962603213</c:v>
                </c:pt>
                <c:pt idx="94">
                  <c:v>-0.1309873496916802</c:v>
                </c:pt>
                <c:pt idx="95">
                  <c:v>-0.01361315718262368</c:v>
                </c:pt>
                <c:pt idx="96">
                  <c:v>0</c:v>
                </c:pt>
                <c:pt idx="97">
                  <c:v>0</c:v>
                </c:pt>
                <c:pt idx="98">
                  <c:v>-0.6915746133570377</c:v>
                </c:pt>
                <c:pt idx="99">
                  <c:v>-0.6728698049334292</c:v>
                </c:pt>
                <c:pt idx="100">
                  <c:v>-0.3319443390190635</c:v>
                </c:pt>
                <c:pt idx="101">
                  <c:v>-0.03419342126532721</c:v>
                </c:pt>
                <c:pt idx="102">
                  <c:v>0</c:v>
                </c:pt>
                <c:pt idx="103">
                  <c:v>0</c:v>
                </c:pt>
                <c:pt idx="104">
                  <c:v>0</c:v>
                </c:pt>
                <c:pt idx="105">
                  <c:v>-1.28690930294354</c:v>
                </c:pt>
                <c:pt idx="106">
                  <c:v>-1.416910250384495</c:v>
                </c:pt>
                <c:pt idx="107">
                  <c:v>-1.768799594280046</c:v>
                </c:pt>
                <c:pt idx="108">
                  <c:v>-1.134351863685357</c:v>
                </c:pt>
                <c:pt idx="109">
                  <c:v>-1.111636959013818</c:v>
                </c:pt>
                <c:pt idx="110">
                  <c:v>-1.001028202120846</c:v>
                </c:pt>
                <c:pt idx="111">
                  <c:v>-1.107575366544622</c:v>
                </c:pt>
                <c:pt idx="112">
                  <c:v>-1.025513766918984</c:v>
                </c:pt>
                <c:pt idx="113">
                  <c:v>-1.087586597902945</c:v>
                </c:pt>
                <c:pt idx="114">
                  <c:v>-1.168872421907374</c:v>
                </c:pt>
                <c:pt idx="115">
                  <c:v>-1.206273885415654</c:v>
                </c:pt>
                <c:pt idx="116">
                  <c:v>-1.049316180405913</c:v>
                </c:pt>
                <c:pt idx="117">
                  <c:v>-0.1113684023345107</c:v>
                </c:pt>
                <c:pt idx="118">
                  <c:v>-0.1544560262377592</c:v>
                </c:pt>
                <c:pt idx="119">
                  <c:v>-0.234669216523975</c:v>
                </c:pt>
                <c:pt idx="120">
                  <c:v>-0.3596471543962809</c:v>
                </c:pt>
                <c:pt idx="121">
                  <c:v>-0.3988993560468557</c:v>
                </c:pt>
                <c:pt idx="122">
                  <c:v>-0.1951438484278145</c:v>
                </c:pt>
                <c:pt idx="123">
                  <c:v>-0.2564282636492443</c:v>
                </c:pt>
                <c:pt idx="124">
                  <c:v>-0.2426458334604309</c:v>
                </c:pt>
                <c:pt idx="125">
                  <c:v>-0.9374921411721138</c:v>
                </c:pt>
                <c:pt idx="126">
                  <c:v>-0.8076308530742149</c:v>
                </c:pt>
                <c:pt idx="127">
                  <c:v>-0.9386197446145328</c:v>
                </c:pt>
                <c:pt idx="128">
                  <c:v>-0.966284387750449</c:v>
                </c:pt>
                <c:pt idx="129">
                  <c:v>-1.013885460965802</c:v>
                </c:pt>
                <c:pt idx="130">
                  <c:v>-1.041438074628898</c:v>
                </c:pt>
                <c:pt idx="131">
                  <c:v>-0.9449199000332031</c:v>
                </c:pt>
                <c:pt idx="132">
                  <c:v>-0.83548791686332</c:v>
                </c:pt>
                <c:pt idx="133">
                  <c:v>-0.8429762140963803</c:v>
                </c:pt>
                <c:pt idx="134">
                  <c:v>-1.026166318081223</c:v>
                </c:pt>
                <c:pt idx="135">
                  <c:v>-1.036607147998436</c:v>
                </c:pt>
                <c:pt idx="136">
                  <c:v>-0.9372612841742733</c:v>
                </c:pt>
                <c:pt idx="137">
                  <c:v>-0.9461396372598352</c:v>
                </c:pt>
                <c:pt idx="138">
                  <c:v>-0.9590527942804239</c:v>
                </c:pt>
                <c:pt idx="139">
                  <c:v>-0.8562666278023046</c:v>
                </c:pt>
                <c:pt idx="140">
                  <c:v>-0.9245557599172116</c:v>
                </c:pt>
                <c:pt idx="141">
                  <c:v>-1.073019052451629</c:v>
                </c:pt>
                <c:pt idx="142">
                  <c:v>-1.02760679653634</c:v>
                </c:pt>
                <c:pt idx="143">
                  <c:v>-0.9804931225697699</c:v>
                </c:pt>
                <c:pt idx="144">
                  <c:v>-0.8341419288174667</c:v>
                </c:pt>
                <c:pt idx="145">
                  <c:v>-0.9063535050075622</c:v>
                </c:pt>
                <c:pt idx="146">
                  <c:v>-0.9444059262347926</c:v>
                </c:pt>
                <c:pt idx="147">
                  <c:v>-0.9930559228365721</c:v>
                </c:pt>
                <c:pt idx="148">
                  <c:v>-1.097637850355715</c:v>
                </c:pt>
                <c:pt idx="149">
                  <c:v>-1.273710464879374</c:v>
                </c:pt>
                <c:pt idx="150">
                  <c:v>-1.224574554757774</c:v>
                </c:pt>
                <c:pt idx="151">
                  <c:v>-1.287804773159629</c:v>
                </c:pt>
                <c:pt idx="152">
                  <c:v>-1.134634667233292</c:v>
                </c:pt>
                <c:pt idx="153">
                  <c:v>-1.07801974312105</c:v>
                </c:pt>
                <c:pt idx="154">
                  <c:v>-0.9251888524160035</c:v>
                </c:pt>
                <c:pt idx="155">
                  <c:v>-0.5887784513153305</c:v>
                </c:pt>
                <c:pt idx="156">
                  <c:v>-0.6925175381886972</c:v>
                </c:pt>
                <c:pt idx="157">
                  <c:v>-0.6069254454285633</c:v>
                </c:pt>
                <c:pt idx="158">
                  <c:v>-0.8028421931144725</c:v>
                </c:pt>
                <c:pt idx="159">
                  <c:v>-0.8149092824011883</c:v>
                </c:pt>
                <c:pt idx="160">
                  <c:v>-0.6414397702476204</c:v>
                </c:pt>
                <c:pt idx="161">
                  <c:v>-0.804354993050993</c:v>
                </c:pt>
                <c:pt idx="162">
                  <c:v>-0.7536347162413359</c:v>
                </c:pt>
                <c:pt idx="163">
                  <c:v>-0.7535263961025551</c:v>
                </c:pt>
                <c:pt idx="164">
                  <c:v>-0.7381756286046981</c:v>
                </c:pt>
                <c:pt idx="165">
                  <c:v>-0.4638961091671168</c:v>
                </c:pt>
                <c:pt idx="166">
                  <c:v>-0.6141606209832839</c:v>
                </c:pt>
                <c:pt idx="167">
                  <c:v>-0.5733885359458846</c:v>
                </c:pt>
                <c:pt idx="168">
                  <c:v>-0.6107246519467036</c:v>
                </c:pt>
                <c:pt idx="169">
                  <c:v>-1.09509336604563</c:v>
                </c:pt>
                <c:pt idx="170">
                  <c:v>-0.9186314260987927</c:v>
                </c:pt>
                <c:pt idx="171">
                  <c:v>-1.446906755092392</c:v>
                </c:pt>
                <c:pt idx="172">
                  <c:v>-1.463215595077538</c:v>
                </c:pt>
                <c:pt idx="173">
                  <c:v>-1.382527877802031</c:v>
                </c:pt>
                <c:pt idx="174">
                  <c:v>-1.183711071545157</c:v>
                </c:pt>
                <c:pt idx="175">
                  <c:v>-1.284167507682976</c:v>
                </c:pt>
                <c:pt idx="176">
                  <c:v>-1.371452083779789</c:v>
                </c:pt>
                <c:pt idx="177">
                  <c:v>-1.207814389174444</c:v>
                </c:pt>
                <c:pt idx="178">
                  <c:v>-1.152428104071346</c:v>
                </c:pt>
                <c:pt idx="179">
                  <c:v>-0.8942651872121399</c:v>
                </c:pt>
                <c:pt idx="180">
                  <c:v>-0.2204665137481965</c:v>
                </c:pt>
                <c:pt idx="181">
                  <c:v>-0.75296324019688</c:v>
                </c:pt>
                <c:pt idx="182">
                  <c:v>0</c:v>
                </c:pt>
                <c:pt idx="183">
                  <c:v>-0.3900882004053918</c:v>
                </c:pt>
                <c:pt idx="184">
                  <c:v>-0.4585859102864687</c:v>
                </c:pt>
                <c:pt idx="185">
                  <c:v>-0.5562267836645929</c:v>
                </c:pt>
                <c:pt idx="186">
                  <c:v>-0.5035905508923522</c:v>
                </c:pt>
                <c:pt idx="187">
                  <c:v>-0.6134490971419937</c:v>
                </c:pt>
                <c:pt idx="188">
                  <c:v>-0.5609320566861475</c:v>
                </c:pt>
                <c:pt idx="189">
                  <c:v>-0.5307229997403629</c:v>
                </c:pt>
                <c:pt idx="190">
                  <c:v>-0.6845598204118342</c:v>
                </c:pt>
                <c:pt idx="191">
                  <c:v>-0.6073397607339603</c:v>
                </c:pt>
                <c:pt idx="192">
                  <c:v>-0.1397229299563874</c:v>
                </c:pt>
                <c:pt idx="193">
                  <c:v>-0.0595352863135834</c:v>
                </c:pt>
                <c:pt idx="194">
                  <c:v>0</c:v>
                </c:pt>
                <c:pt idx="195">
                  <c:v>-0.1527690149414562</c:v>
                </c:pt>
                <c:pt idx="196">
                  <c:v>-0.1962988690002554</c:v>
                </c:pt>
                <c:pt idx="197">
                  <c:v>-0.08212373182314714</c:v>
                </c:pt>
                <c:pt idx="198">
                  <c:v>-0.1822705073737052</c:v>
                </c:pt>
                <c:pt idx="199">
                  <c:v>-0.4536737915067146</c:v>
                </c:pt>
                <c:pt idx="200">
                  <c:v>-0.1801985608761325</c:v>
                </c:pt>
                <c:pt idx="201">
                  <c:v>-0.6494621853503135</c:v>
                </c:pt>
                <c:pt idx="202">
                  <c:v>-0.6135226982793784</c:v>
                </c:pt>
                <c:pt idx="203">
                  <c:v>-0.7360779729287836</c:v>
                </c:pt>
                <c:pt idx="204">
                  <c:v>-0.7818341997297806</c:v>
                </c:pt>
                <c:pt idx="205">
                  <c:v>-0.8859691531378555</c:v>
                </c:pt>
                <c:pt idx="206">
                  <c:v>-0.7015429231930992</c:v>
                </c:pt>
                <c:pt idx="207">
                  <c:v>-0.4564857067401396</c:v>
                </c:pt>
                <c:pt idx="208">
                  <c:v>-0.6755802078699302</c:v>
                </c:pt>
                <c:pt idx="209">
                  <c:v>-0.6517056900134599</c:v>
                </c:pt>
                <c:pt idx="210">
                  <c:v>-0.7244028599921792</c:v>
                </c:pt>
                <c:pt idx="211">
                  <c:v>-0.7902537281743838</c:v>
                </c:pt>
                <c:pt idx="212">
                  <c:v>-1.016023292367296</c:v>
                </c:pt>
                <c:pt idx="213">
                  <c:v>-0.9018964671569929</c:v>
                </c:pt>
                <c:pt idx="214">
                  <c:v>-0.6046381270238932</c:v>
                </c:pt>
                <c:pt idx="215">
                  <c:v>-0.827846218810202</c:v>
                </c:pt>
                <c:pt idx="216">
                  <c:v>-0.8010677572508507</c:v>
                </c:pt>
                <c:pt idx="217">
                  <c:v>-0.6879010982377531</c:v>
                </c:pt>
                <c:pt idx="218">
                  <c:v>-0.5031687807979468</c:v>
                </c:pt>
                <c:pt idx="219">
                  <c:v>-0.5153930178723676</c:v>
                </c:pt>
                <c:pt idx="220">
                  <c:v>-0.6810446763080069</c:v>
                </c:pt>
                <c:pt idx="221">
                  <c:v>-0.6016436778997436</c:v>
                </c:pt>
                <c:pt idx="222">
                  <c:v>-0.690880062165633</c:v>
                </c:pt>
                <c:pt idx="223">
                  <c:v>-0.7003900373877769</c:v>
                </c:pt>
                <c:pt idx="224">
                  <c:v>-0.7689348091963644</c:v>
                </c:pt>
                <c:pt idx="225">
                  <c:v>-0.8516715594961144</c:v>
                </c:pt>
                <c:pt idx="226">
                  <c:v>-0.762689458147503</c:v>
                </c:pt>
                <c:pt idx="227">
                  <c:v>-0.9165537442136995</c:v>
                </c:pt>
                <c:pt idx="228">
                  <c:v>-0.9719392593721454</c:v>
                </c:pt>
                <c:pt idx="229">
                  <c:v>-0.9312053184125757</c:v>
                </c:pt>
                <c:pt idx="230">
                  <c:v>-1.349263587155103</c:v>
                </c:pt>
                <c:pt idx="231">
                  <c:v>-1.281591166655638</c:v>
                </c:pt>
                <c:pt idx="232">
                  <c:v>-1.296929436704464</c:v>
                </c:pt>
                <c:pt idx="233">
                  <c:v>-1.01124639384248</c:v>
                </c:pt>
                <c:pt idx="234">
                  <c:v>-0.9925311270653991</c:v>
                </c:pt>
                <c:pt idx="235">
                  <c:v>-0.9905824109844974</c:v>
                </c:pt>
                <c:pt idx="236">
                  <c:v>-1.005419226600546</c:v>
                </c:pt>
                <c:pt idx="237">
                  <c:v>-0.8333438004557325</c:v>
                </c:pt>
                <c:pt idx="238">
                  <c:v>-0.8485349280864751</c:v>
                </c:pt>
                <c:pt idx="239">
                  <c:v>-0.4456093676657225</c:v>
                </c:pt>
                <c:pt idx="240">
                  <c:v>-0.6608002213514874</c:v>
                </c:pt>
                <c:pt idx="241">
                  <c:v>-0.5974211786647143</c:v>
                </c:pt>
                <c:pt idx="242">
                  <c:v>-0.7138607119196894</c:v>
                </c:pt>
                <c:pt idx="243">
                  <c:v>-0.680731823403935</c:v>
                </c:pt>
                <c:pt idx="244">
                  <c:v>-0.7126240360912917</c:v>
                </c:pt>
                <c:pt idx="245">
                  <c:v>-0.6746014491013419</c:v>
                </c:pt>
                <c:pt idx="246">
                  <c:v>-0.7369050863485271</c:v>
                </c:pt>
                <c:pt idx="247">
                  <c:v>-0.5703359536598951</c:v>
                </c:pt>
                <c:pt idx="248">
                  <c:v>-0.1462857307935272</c:v>
                </c:pt>
                <c:pt idx="249">
                  <c:v>0</c:v>
                </c:pt>
                <c:pt idx="250">
                  <c:v>-0.2275392644409346</c:v>
                </c:pt>
                <c:pt idx="251">
                  <c:v>-0.276486106678453</c:v>
                </c:pt>
                <c:pt idx="252">
                  <c:v>-0.337681767727005</c:v>
                </c:pt>
                <c:pt idx="253">
                  <c:v>-0.259107240610823</c:v>
                </c:pt>
                <c:pt idx="254">
                  <c:v>0</c:v>
                </c:pt>
                <c:pt idx="255">
                  <c:v>0</c:v>
                </c:pt>
                <c:pt idx="256">
                  <c:v>0</c:v>
                </c:pt>
                <c:pt idx="257">
                  <c:v>0</c:v>
                </c:pt>
                <c:pt idx="258">
                  <c:v>-0.181430433178309</c:v>
                </c:pt>
                <c:pt idx="259">
                  <c:v>-0.2587959998304523</c:v>
                </c:pt>
                <c:pt idx="260">
                  <c:v>-0.2009461360066744</c:v>
                </c:pt>
                <c:pt idx="261">
                  <c:v>-0.1486201943727727</c:v>
                </c:pt>
                <c:pt idx="262">
                  <c:v>-0.07435464042572226</c:v>
                </c:pt>
                <c:pt idx="263">
                  <c:v>-0.107765106478741</c:v>
                </c:pt>
                <c:pt idx="264">
                  <c:v>-0.008690382729970025</c:v>
                </c:pt>
                <c:pt idx="265">
                  <c:v>-0.05810206696383879</c:v>
                </c:pt>
                <c:pt idx="266">
                  <c:v>-0.2388341360605506</c:v>
                </c:pt>
                <c:pt idx="267">
                  <c:v>-0.2747190400230859</c:v>
                </c:pt>
                <c:pt idx="268">
                  <c:v>-0.3264514028709753</c:v>
                </c:pt>
                <c:pt idx="269">
                  <c:v>-0.3133569200982733</c:v>
                </c:pt>
                <c:pt idx="270">
                  <c:v>-0.1793819953585296</c:v>
                </c:pt>
                <c:pt idx="271">
                  <c:v>-0.3321306703738314</c:v>
                </c:pt>
                <c:pt idx="272">
                  <c:v>-0.3794184888771479</c:v>
                </c:pt>
                <c:pt idx="273">
                  <c:v>-0.4518560515807901</c:v>
                </c:pt>
                <c:pt idx="274">
                  <c:v>-0.3640576844193832</c:v>
                </c:pt>
                <c:pt idx="275">
                  <c:v>-0.3426086010368978</c:v>
                </c:pt>
                <c:pt idx="276">
                  <c:v>-0.4572361874210729</c:v>
                </c:pt>
                <c:pt idx="277">
                  <c:v>-0.4880140655955878</c:v>
                </c:pt>
                <c:pt idx="278">
                  <c:v>-0.2299569244751387</c:v>
                </c:pt>
                <c:pt idx="279">
                  <c:v>-0.9945804569025274</c:v>
                </c:pt>
                <c:pt idx="280">
                  <c:v>-1.685433499879618</c:v>
                </c:pt>
                <c:pt idx="281">
                  <c:v>-1.539405862702803</c:v>
                </c:pt>
                <c:pt idx="282">
                  <c:v>-1.7654954766402</c:v>
                </c:pt>
                <c:pt idx="283">
                  <c:v>-1.759697761040591</c:v>
                </c:pt>
                <c:pt idx="284">
                  <c:v>-1.871490004237186</c:v>
                </c:pt>
                <c:pt idx="285">
                  <c:v>-1.887672889748027</c:v>
                </c:pt>
                <c:pt idx="286">
                  <c:v>-1.762589869567888</c:v>
                </c:pt>
                <c:pt idx="287">
                  <c:v>-1.709968978478149</c:v>
                </c:pt>
                <c:pt idx="288">
                  <c:v>-1.780867113351903</c:v>
                </c:pt>
                <c:pt idx="289">
                  <c:v>-1.764217695538262</c:v>
                </c:pt>
                <c:pt idx="290">
                  <c:v>-1.844286272746909</c:v>
                </c:pt>
                <c:pt idx="291">
                  <c:v>-1.898551307534246</c:v>
                </c:pt>
                <c:pt idx="292">
                  <c:v>-1.853772009761556</c:v>
                </c:pt>
                <c:pt idx="293">
                  <c:v>-1.866578006641062</c:v>
                </c:pt>
                <c:pt idx="294">
                  <c:v>-1.921397087609156</c:v>
                </c:pt>
                <c:pt idx="295">
                  <c:v>-1.871091278390824</c:v>
                </c:pt>
                <c:pt idx="296">
                  <c:v>-1.86850104933205</c:v>
                </c:pt>
                <c:pt idx="297">
                  <c:v>-1.858363027670518</c:v>
                </c:pt>
                <c:pt idx="298">
                  <c:v>-1.867755234770918</c:v>
                </c:pt>
                <c:pt idx="299">
                  <c:v>-1.899673569802529</c:v>
                </c:pt>
                <c:pt idx="300">
                  <c:v>-1.902418805261141</c:v>
                </c:pt>
                <c:pt idx="301">
                  <c:v>-1.828642075130771</c:v>
                </c:pt>
                <c:pt idx="302">
                  <c:v>-1.632631966403764</c:v>
                </c:pt>
                <c:pt idx="303">
                  <c:v>-1.726834405692312</c:v>
                </c:pt>
                <c:pt idx="304">
                  <c:v>-1.678246745497747</c:v>
                </c:pt>
                <c:pt idx="305">
                  <c:v>-1.63481581935182</c:v>
                </c:pt>
                <c:pt idx="306">
                  <c:v>-1.598267636647177</c:v>
                </c:pt>
                <c:pt idx="307">
                  <c:v>-1.583153158055806</c:v>
                </c:pt>
                <c:pt idx="308">
                  <c:v>-1.615965248303319</c:v>
                </c:pt>
                <c:pt idx="309">
                  <c:v>-1.608445801325553</c:v>
                </c:pt>
                <c:pt idx="310">
                  <c:v>-1.568918016840071</c:v>
                </c:pt>
                <c:pt idx="311">
                  <c:v>-1.56787322096158</c:v>
                </c:pt>
                <c:pt idx="312">
                  <c:v>-1.599431091652614</c:v>
                </c:pt>
                <c:pt idx="313">
                  <c:v>-1.632841009631958</c:v>
                </c:pt>
                <c:pt idx="314">
                  <c:v>-1.625128864734826</c:v>
                </c:pt>
                <c:pt idx="315">
                  <c:v>-1.603238192111089</c:v>
                </c:pt>
                <c:pt idx="316">
                  <c:v>-1.625234887869342</c:v>
                </c:pt>
                <c:pt idx="317">
                  <c:v>-1.622039679292664</c:v>
                </c:pt>
                <c:pt idx="318">
                  <c:v>-1.528405822863788</c:v>
                </c:pt>
                <c:pt idx="319">
                  <c:v>-1.630612062240322</c:v>
                </c:pt>
                <c:pt idx="320">
                  <c:v>-1.646919209400644</c:v>
                </c:pt>
                <c:pt idx="321">
                  <c:v>-1.670214585441043</c:v>
                </c:pt>
                <c:pt idx="322">
                  <c:v>-1.624480095830916</c:v>
                </c:pt>
                <c:pt idx="323">
                  <c:v>-1.613903588890853</c:v>
                </c:pt>
                <c:pt idx="324">
                  <c:v>-1.224252292146644</c:v>
                </c:pt>
                <c:pt idx="325">
                  <c:v>-1.156237069894595</c:v>
                </c:pt>
                <c:pt idx="326">
                  <c:v>-1.206520105091069</c:v>
                </c:pt>
                <c:pt idx="327">
                  <c:v>-1.196473169568946</c:v>
                </c:pt>
                <c:pt idx="328">
                  <c:v>-0.8766191500886422</c:v>
                </c:pt>
                <c:pt idx="329">
                  <c:v>-1.075233722587432</c:v>
                </c:pt>
                <c:pt idx="330">
                  <c:v>-1.072808975563211</c:v>
                </c:pt>
                <c:pt idx="331">
                  <c:v>-1.188116385086702</c:v>
                </c:pt>
                <c:pt idx="332">
                  <c:v>-1.271733587176493</c:v>
                </c:pt>
                <c:pt idx="333">
                  <c:v>-1.254294542762824</c:v>
                </c:pt>
                <c:pt idx="334">
                  <c:v>-1.401763822899471</c:v>
                </c:pt>
                <c:pt idx="335">
                  <c:v>-1.636815290816762</c:v>
                </c:pt>
                <c:pt idx="336">
                  <c:v>-1.321295261803612</c:v>
                </c:pt>
                <c:pt idx="337">
                  <c:v>-1.51367114965546</c:v>
                </c:pt>
                <c:pt idx="338">
                  <c:v>-1.569066050295798</c:v>
                </c:pt>
                <c:pt idx="339">
                  <c:v>-1.479411798867547</c:v>
                </c:pt>
                <c:pt idx="340">
                  <c:v>-1.567033913414861</c:v>
                </c:pt>
                <c:pt idx="341">
                  <c:v>-1.444674379272759</c:v>
                </c:pt>
                <c:pt idx="342">
                  <c:v>-1.397944804908391</c:v>
                </c:pt>
                <c:pt idx="343">
                  <c:v>-1.333431177950506</c:v>
                </c:pt>
                <c:pt idx="344">
                  <c:v>-1.153552229239507</c:v>
                </c:pt>
                <c:pt idx="345">
                  <c:v>-1.134458368431401</c:v>
                </c:pt>
                <c:pt idx="346">
                  <c:v>-1.008778698448209</c:v>
                </c:pt>
                <c:pt idx="347">
                  <c:v>-1.25800316413307</c:v>
                </c:pt>
                <c:pt idx="348">
                  <c:v>-1.381845133085224</c:v>
                </c:pt>
                <c:pt idx="349">
                  <c:v>-1.401702617371414</c:v>
                </c:pt>
                <c:pt idx="350">
                  <c:v>-0.4813451749655528</c:v>
                </c:pt>
                <c:pt idx="351">
                  <c:v>-0.502559046566986</c:v>
                </c:pt>
                <c:pt idx="352">
                  <c:v>-0.4675996189130949</c:v>
                </c:pt>
                <c:pt idx="353">
                  <c:v>-0.3043986322304293</c:v>
                </c:pt>
                <c:pt idx="354">
                  <c:v>-0.2292903461835083</c:v>
                </c:pt>
                <c:pt idx="355">
                  <c:v>-0.3039554781488985</c:v>
                </c:pt>
                <c:pt idx="356">
                  <c:v>-0.3169898861483778</c:v>
                </c:pt>
                <c:pt idx="357">
                  <c:v>-0.2855268920533227</c:v>
                </c:pt>
                <c:pt idx="358">
                  <c:v>-0.5223652658548406</c:v>
                </c:pt>
                <c:pt idx="359">
                  <c:v>-0.5285933445704494</c:v>
                </c:pt>
                <c:pt idx="360">
                  <c:v>-0.4863278514542824</c:v>
                </c:pt>
                <c:pt idx="361">
                  <c:v>-0.639098363241053</c:v>
                </c:pt>
                <c:pt idx="362">
                  <c:v>-0.6291050720420688</c:v>
                </c:pt>
                <c:pt idx="363">
                  <c:v>-0.4865448334132716</c:v>
                </c:pt>
                <c:pt idx="364">
                  <c:v>-0.4560819831850305</c:v>
                </c:pt>
                <c:pt idx="365">
                  <c:v>-0.1692625318053032</c:v>
                </c:pt>
                <c:pt idx="366">
                  <c:v>-0.4445048334517199</c:v>
                </c:pt>
                <c:pt idx="367">
                  <c:v>-0.4827242117655617</c:v>
                </c:pt>
                <c:pt idx="368">
                  <c:v>-0.7194814188215992</c:v>
                </c:pt>
                <c:pt idx="369">
                  <c:v>-0.6865163502201455</c:v>
                </c:pt>
                <c:pt idx="370">
                  <c:v>-0.6184045102153535</c:v>
                </c:pt>
                <c:pt idx="371">
                  <c:v>-0.5742404835292203</c:v>
                </c:pt>
                <c:pt idx="372">
                  <c:v>-0.6347636814279634</c:v>
                </c:pt>
                <c:pt idx="373">
                  <c:v>-0.5914345014223277</c:v>
                </c:pt>
                <c:pt idx="374">
                  <c:v>-0.5302548973549426</c:v>
                </c:pt>
                <c:pt idx="375">
                  <c:v>-0.6888948852767474</c:v>
                </c:pt>
                <c:pt idx="376">
                  <c:v>-0.7943104692442193</c:v>
                </c:pt>
                <c:pt idx="377">
                  <c:v>-0.899527643337894</c:v>
                </c:pt>
                <c:pt idx="378">
                  <c:v>-0.9351788746665091</c:v>
                </c:pt>
                <c:pt idx="379">
                  <c:v>-0.8361770671725277</c:v>
                </c:pt>
                <c:pt idx="380">
                  <c:v>-0.7485790689141236</c:v>
                </c:pt>
                <c:pt idx="381">
                  <c:v>-0.9008114861146832</c:v>
                </c:pt>
                <c:pt idx="382">
                  <c:v>-0.883172824568923</c:v>
                </c:pt>
                <c:pt idx="383">
                  <c:v>-0.7798448118847445</c:v>
                </c:pt>
                <c:pt idx="384">
                  <c:v>-0.924622219976956</c:v>
                </c:pt>
                <c:pt idx="385">
                  <c:v>-0.988869222098232</c:v>
                </c:pt>
                <c:pt idx="386">
                  <c:v>-0.5997228013698841</c:v>
                </c:pt>
                <c:pt idx="387">
                  <c:v>-0.4541139783834525</c:v>
                </c:pt>
                <c:pt idx="388">
                  <c:v>-0.4551936747701379</c:v>
                </c:pt>
                <c:pt idx="389">
                  <c:v>-0.3978348042266711</c:v>
                </c:pt>
                <c:pt idx="390">
                  <c:v>-0.423239803135167</c:v>
                </c:pt>
                <c:pt idx="391">
                  <c:v>-0.5117299194951852</c:v>
                </c:pt>
                <c:pt idx="392">
                  <c:v>-0.7131770846954266</c:v>
                </c:pt>
                <c:pt idx="393">
                  <c:v>-0.7458740092252225</c:v>
                </c:pt>
                <c:pt idx="394">
                  <c:v>-0.8456353555295615</c:v>
                </c:pt>
                <c:pt idx="395">
                  <c:v>-0.7549879095965273</c:v>
                </c:pt>
                <c:pt idx="396">
                  <c:v>-0.8939092711343744</c:v>
                </c:pt>
                <c:pt idx="397">
                  <c:v>-0.7243043305868224</c:v>
                </c:pt>
                <c:pt idx="398">
                  <c:v>-0.8060574277790944</c:v>
                </c:pt>
                <c:pt idx="399">
                  <c:v>-0.7394033983783688</c:v>
                </c:pt>
                <c:pt idx="400">
                  <c:v>-0.8173163195150823</c:v>
                </c:pt>
                <c:pt idx="401">
                  <c:v>-0.5521900112756661</c:v>
                </c:pt>
                <c:pt idx="402">
                  <c:v>-0.5596685869924456</c:v>
                </c:pt>
                <c:pt idx="403">
                  <c:v>-0.582986648193351</c:v>
                </c:pt>
                <c:pt idx="404">
                  <c:v>-0.5415166104444813</c:v>
                </c:pt>
                <c:pt idx="405">
                  <c:v>-0.6199138726964315</c:v>
                </c:pt>
                <c:pt idx="406">
                  <c:v>-0.7027528760768953</c:v>
                </c:pt>
                <c:pt idx="407">
                  <c:v>-0.6043898271718362</c:v>
                </c:pt>
                <c:pt idx="408">
                  <c:v>-0.7816532100688667</c:v>
                </c:pt>
                <c:pt idx="409">
                  <c:v>-0.691211502032596</c:v>
                </c:pt>
                <c:pt idx="410">
                  <c:v>-0.3988688128247708</c:v>
                </c:pt>
                <c:pt idx="411">
                  <c:v>-0.4681974865298866</c:v>
                </c:pt>
                <c:pt idx="412">
                  <c:v>-0.4489233224568623</c:v>
                </c:pt>
                <c:pt idx="413">
                  <c:v>-0.4297092132411584</c:v>
                </c:pt>
                <c:pt idx="414">
                  <c:v>-0.4135307755465778</c:v>
                </c:pt>
                <c:pt idx="415">
                  <c:v>-0.5236311877686917</c:v>
                </c:pt>
                <c:pt idx="416">
                  <c:v>-0.4684160146344873</c:v>
                </c:pt>
                <c:pt idx="417">
                  <c:v>-0.6167223877524108</c:v>
                </c:pt>
                <c:pt idx="418">
                  <c:v>-0.5805820033793263</c:v>
                </c:pt>
                <c:pt idx="419">
                  <c:v>-0.4471744886146323</c:v>
                </c:pt>
                <c:pt idx="420">
                  <c:v>0</c:v>
                </c:pt>
                <c:pt idx="421">
                  <c:v>0</c:v>
                </c:pt>
                <c:pt idx="422">
                  <c:v>0</c:v>
                </c:pt>
                <c:pt idx="423">
                  <c:v>0</c:v>
                </c:pt>
                <c:pt idx="424">
                  <c:v>-0.2352350817089732</c:v>
                </c:pt>
                <c:pt idx="425">
                  <c:v>-0.1507498611682645</c:v>
                </c:pt>
                <c:pt idx="426">
                  <c:v>-0.02495278075365093</c:v>
                </c:pt>
                <c:pt idx="427">
                  <c:v>0</c:v>
                </c:pt>
                <c:pt idx="428">
                  <c:v>-0.1734732757726287</c:v>
                </c:pt>
                <c:pt idx="429">
                  <c:v>-0.1401439548880501</c:v>
                </c:pt>
                <c:pt idx="430">
                  <c:v>-0.6983546949344221</c:v>
                </c:pt>
                <c:pt idx="431">
                  <c:v>-0.6659177851305764</c:v>
                </c:pt>
                <c:pt idx="432">
                  <c:v>-0.8506642680054854</c:v>
                </c:pt>
                <c:pt idx="433">
                  <c:v>-0.8543920792423276</c:v>
                </c:pt>
                <c:pt idx="434">
                  <c:v>-0.9401473355144185</c:v>
                </c:pt>
                <c:pt idx="435">
                  <c:v>-0.9371020399228991</c:v>
                </c:pt>
                <c:pt idx="436">
                  <c:v>-0.8044714244199835</c:v>
                </c:pt>
                <c:pt idx="437">
                  <c:v>-0.8500441193402097</c:v>
                </c:pt>
                <c:pt idx="438">
                  <c:v>-0.913352988407734</c:v>
                </c:pt>
                <c:pt idx="439">
                  <c:v>-0.956355658438246</c:v>
                </c:pt>
                <c:pt idx="440">
                  <c:v>-0.8063145319846865</c:v>
                </c:pt>
                <c:pt idx="441">
                  <c:v>-0.8942641266551865</c:v>
                </c:pt>
                <c:pt idx="442">
                  <c:v>-0.7463588546970601</c:v>
                </c:pt>
                <c:pt idx="443">
                  <c:v>-0.723673114195722</c:v>
                </c:pt>
                <c:pt idx="444">
                  <c:v>-1.806207515073877</c:v>
                </c:pt>
                <c:pt idx="445">
                  <c:v>-1.904212976853104</c:v>
                </c:pt>
                <c:pt idx="446">
                  <c:v>-2.476336767289944</c:v>
                </c:pt>
                <c:pt idx="447">
                  <c:v>-1.841607587135785</c:v>
                </c:pt>
                <c:pt idx="448">
                  <c:v>-1.651022711898475</c:v>
                </c:pt>
                <c:pt idx="449">
                  <c:v>-1.820015447180412</c:v>
                </c:pt>
                <c:pt idx="450">
                  <c:v>-1.777401978285043</c:v>
                </c:pt>
                <c:pt idx="451">
                  <c:v>-1.671793577584046</c:v>
                </c:pt>
                <c:pt idx="452">
                  <c:v>-1.731193350326143</c:v>
                </c:pt>
                <c:pt idx="453">
                  <c:v>-1.756167121446739</c:v>
                </c:pt>
                <c:pt idx="454">
                  <c:v>-1.752440382848641</c:v>
                </c:pt>
                <c:pt idx="455">
                  <c:v>-1.739674546785996</c:v>
                </c:pt>
                <c:pt idx="456">
                  <c:v>-1.793592339314143</c:v>
                </c:pt>
                <c:pt idx="457">
                  <c:v>-1.808393107286987</c:v>
                </c:pt>
                <c:pt idx="458">
                  <c:v>-1.797363061022528</c:v>
                </c:pt>
                <c:pt idx="459">
                  <c:v>-1.791851911141873</c:v>
                </c:pt>
                <c:pt idx="460">
                  <c:v>-1.842445884841992</c:v>
                </c:pt>
                <c:pt idx="461">
                  <c:v>-1.820970135473154</c:v>
                </c:pt>
                <c:pt idx="462">
                  <c:v>-1.782414008482414</c:v>
                </c:pt>
                <c:pt idx="463">
                  <c:v>-1.741732014098096</c:v>
                </c:pt>
                <c:pt idx="464">
                  <c:v>-1.778719010053864</c:v>
                </c:pt>
                <c:pt idx="465">
                  <c:v>-1.786947888217283</c:v>
                </c:pt>
                <c:pt idx="466">
                  <c:v>-1.791038797769529</c:v>
                </c:pt>
                <c:pt idx="467">
                  <c:v>-1.798878985094743</c:v>
                </c:pt>
                <c:pt idx="468">
                  <c:v>-1.772081168296424</c:v>
                </c:pt>
                <c:pt idx="469">
                  <c:v>-1.830281321072691</c:v>
                </c:pt>
                <c:pt idx="470">
                  <c:v>-1.80002939218219</c:v>
                </c:pt>
                <c:pt idx="471">
                  <c:v>-1.749361380062142</c:v>
                </c:pt>
                <c:pt idx="472">
                  <c:v>-1.604017037214467</c:v>
                </c:pt>
                <c:pt idx="473">
                  <c:v>-1.59379323073422</c:v>
                </c:pt>
                <c:pt idx="474">
                  <c:v>-1.629896817232501</c:v>
                </c:pt>
                <c:pt idx="475">
                  <c:v>-1.707978751289307</c:v>
                </c:pt>
                <c:pt idx="476">
                  <c:v>-1.712949392100138</c:v>
                </c:pt>
                <c:pt idx="477">
                  <c:v>-1.611757514689527</c:v>
                </c:pt>
                <c:pt idx="478">
                  <c:v>-1.686964403213465</c:v>
                </c:pt>
                <c:pt idx="479">
                  <c:v>-1.674711133688689</c:v>
                </c:pt>
                <c:pt idx="480">
                  <c:v>-1.654845070252431</c:v>
                </c:pt>
                <c:pt idx="481">
                  <c:v>-1.603492438394272</c:v>
                </c:pt>
                <c:pt idx="482">
                  <c:v>-1.63065594230678</c:v>
                </c:pt>
                <c:pt idx="483">
                  <c:v>-1.595962520006577</c:v>
                </c:pt>
                <c:pt idx="484">
                  <c:v>-1.698016685675985</c:v>
                </c:pt>
                <c:pt idx="485">
                  <c:v>-1.662585121015492</c:v>
                </c:pt>
                <c:pt idx="486">
                  <c:v>-1.790729993681917</c:v>
                </c:pt>
                <c:pt idx="487">
                  <c:v>-1.786916805124905</c:v>
                </c:pt>
                <c:pt idx="488">
                  <c:v>-1.769577061213656</c:v>
                </c:pt>
                <c:pt idx="489">
                  <c:v>-1.739672690991012</c:v>
                </c:pt>
                <c:pt idx="490">
                  <c:v>-1.666966921741908</c:v>
                </c:pt>
                <c:pt idx="491">
                  <c:v>-1.719121127916201</c:v>
                </c:pt>
                <c:pt idx="492">
                  <c:v>-1.720699397891678</c:v>
                </c:pt>
                <c:pt idx="493">
                  <c:v>-1.779757633815471</c:v>
                </c:pt>
                <c:pt idx="494">
                  <c:v>-1.870462454499378</c:v>
                </c:pt>
                <c:pt idx="495">
                  <c:v>-1.817115035919203</c:v>
                </c:pt>
                <c:pt idx="496">
                  <c:v>-1.840817792010629</c:v>
                </c:pt>
                <c:pt idx="497">
                  <c:v>-1.823764334944478</c:v>
                </c:pt>
                <c:pt idx="498">
                  <c:v>-1.69695282939889</c:v>
                </c:pt>
                <c:pt idx="499">
                  <c:v>-1.774111467438722</c:v>
                </c:pt>
                <c:pt idx="500">
                  <c:v>-1.751343348607826</c:v>
                </c:pt>
                <c:pt idx="501">
                  <c:v>-1.733893325675828</c:v>
                </c:pt>
                <c:pt idx="502">
                  <c:v>-1.665789056340772</c:v>
                </c:pt>
                <c:pt idx="503">
                  <c:v>-1.489574868710208</c:v>
                </c:pt>
                <c:pt idx="504">
                  <c:v>-1.601342340959533</c:v>
                </c:pt>
                <c:pt idx="505">
                  <c:v>-1.675578685996926</c:v>
                </c:pt>
                <c:pt idx="506">
                  <c:v>-1.691505462519971</c:v>
                </c:pt>
                <c:pt idx="507">
                  <c:v>-1.776770488665058</c:v>
                </c:pt>
                <c:pt idx="508">
                  <c:v>-1.737610258374001</c:v>
                </c:pt>
                <c:pt idx="509">
                  <c:v>-1.718218568279872</c:v>
                </c:pt>
                <c:pt idx="510">
                  <c:v>-1.779966876737549</c:v>
                </c:pt>
                <c:pt idx="511">
                  <c:v>-1.863007436981445</c:v>
                </c:pt>
                <c:pt idx="512">
                  <c:v>-1.821492989840645</c:v>
                </c:pt>
                <c:pt idx="513">
                  <c:v>-1.902735144826007</c:v>
                </c:pt>
                <c:pt idx="514">
                  <c:v>-1.890914321530879</c:v>
                </c:pt>
                <c:pt idx="515">
                  <c:v>-1.856180522071516</c:v>
                </c:pt>
                <c:pt idx="516">
                  <c:v>-1.74079149475137</c:v>
                </c:pt>
                <c:pt idx="517">
                  <c:v>-1.898304810757367</c:v>
                </c:pt>
                <c:pt idx="518">
                  <c:v>-1.950225872864575</c:v>
                </c:pt>
                <c:pt idx="519">
                  <c:v>-2.064567008893459</c:v>
                </c:pt>
                <c:pt idx="520">
                  <c:v>-2.000627950017764</c:v>
                </c:pt>
                <c:pt idx="521">
                  <c:v>-1.90583124030933</c:v>
                </c:pt>
                <c:pt idx="522">
                  <c:v>-1.899364566689044</c:v>
                </c:pt>
                <c:pt idx="523">
                  <c:v>-1.794174169141849</c:v>
                </c:pt>
                <c:pt idx="524">
                  <c:v>-1.873423471360902</c:v>
                </c:pt>
                <c:pt idx="525">
                  <c:v>-1.898792594555299</c:v>
                </c:pt>
                <c:pt idx="526">
                  <c:v>-1.964366148858687</c:v>
                </c:pt>
                <c:pt idx="527">
                  <c:v>-1.914888005953408</c:v>
                </c:pt>
                <c:pt idx="528">
                  <c:v>-1.792700413940118</c:v>
                </c:pt>
                <c:pt idx="529">
                  <c:v>-1.712789441570528</c:v>
                </c:pt>
                <c:pt idx="530">
                  <c:v>-2.030164506606458</c:v>
                </c:pt>
                <c:pt idx="531">
                  <c:v>-2.039971551188691</c:v>
                </c:pt>
                <c:pt idx="532">
                  <c:v>-2.183678717178106</c:v>
                </c:pt>
                <c:pt idx="533">
                  <c:v>-2.217417954691336</c:v>
                </c:pt>
                <c:pt idx="534">
                  <c:v>-2.296488995455293</c:v>
                </c:pt>
                <c:pt idx="535">
                  <c:v>-2.106233850210604</c:v>
                </c:pt>
                <c:pt idx="536">
                  <c:v>-2.151041678946997</c:v>
                </c:pt>
                <c:pt idx="537">
                  <c:v>-1.936516101044772</c:v>
                </c:pt>
                <c:pt idx="538">
                  <c:v>-2.057495829691702</c:v>
                </c:pt>
                <c:pt idx="539">
                  <c:v>-2.102950482310362</c:v>
                </c:pt>
                <c:pt idx="540">
                  <c:v>-2.096723894334851</c:v>
                </c:pt>
                <c:pt idx="541">
                  <c:v>-2.403877456318393</c:v>
                </c:pt>
                <c:pt idx="542">
                  <c:v>-1.650366107913559</c:v>
                </c:pt>
                <c:pt idx="543">
                  <c:v>-1.444694077188369</c:v>
                </c:pt>
                <c:pt idx="544">
                  <c:v>-1.549907594392508</c:v>
                </c:pt>
                <c:pt idx="545">
                  <c:v>-1.624741460556156</c:v>
                </c:pt>
                <c:pt idx="546">
                  <c:v>-1.646116238480699</c:v>
                </c:pt>
                <c:pt idx="547">
                  <c:v>-1.642990356947416</c:v>
                </c:pt>
                <c:pt idx="548">
                  <c:v>-1.619132951980451</c:v>
                </c:pt>
                <c:pt idx="549">
                  <c:v>-1.616506269048812</c:v>
                </c:pt>
                <c:pt idx="550">
                  <c:v>-1.572460745712567</c:v>
                </c:pt>
                <c:pt idx="551">
                  <c:v>-1.639312647343316</c:v>
                </c:pt>
                <c:pt idx="552">
                  <c:v>-1.541838309401011</c:v>
                </c:pt>
                <c:pt idx="553">
                  <c:v>-1.471270489820531</c:v>
                </c:pt>
                <c:pt idx="554">
                  <c:v>-1.574688499625676</c:v>
                </c:pt>
                <c:pt idx="555">
                  <c:v>-1.604651960804704</c:v>
                </c:pt>
                <c:pt idx="556">
                  <c:v>-1.437910348066562</c:v>
                </c:pt>
                <c:pt idx="557">
                  <c:v>-1.674436833032733</c:v>
                </c:pt>
                <c:pt idx="558">
                  <c:v>-1.605971433147779</c:v>
                </c:pt>
                <c:pt idx="559">
                  <c:v>-1.534842621900301</c:v>
                </c:pt>
                <c:pt idx="560">
                  <c:v>-1.273454172917921</c:v>
                </c:pt>
                <c:pt idx="561">
                  <c:v>-1.73708477950707</c:v>
                </c:pt>
                <c:pt idx="562">
                  <c:v>-1.74949145577975</c:v>
                </c:pt>
                <c:pt idx="563">
                  <c:v>-1.623560714396755</c:v>
                </c:pt>
                <c:pt idx="564">
                  <c:v>-1.451529710260979</c:v>
                </c:pt>
                <c:pt idx="565">
                  <c:v>-1.740141857945798</c:v>
                </c:pt>
                <c:pt idx="566">
                  <c:v>-1.799294461325607</c:v>
                </c:pt>
                <c:pt idx="567">
                  <c:v>-1.911440892662797</c:v>
                </c:pt>
                <c:pt idx="568">
                  <c:v>-1.658996443729677</c:v>
                </c:pt>
                <c:pt idx="569">
                  <c:v>-1.681938821537876</c:v>
                </c:pt>
                <c:pt idx="570">
                  <c:v>-1.797215620587822</c:v>
                </c:pt>
                <c:pt idx="571">
                  <c:v>-1.853215171142308</c:v>
                </c:pt>
                <c:pt idx="572">
                  <c:v>-1.825405721950624</c:v>
                </c:pt>
                <c:pt idx="573">
                  <c:v>-1.940082266478971</c:v>
                </c:pt>
                <c:pt idx="574">
                  <c:v>-2.011844145063979</c:v>
                </c:pt>
                <c:pt idx="575">
                  <c:v>-1.891893329623573</c:v>
                </c:pt>
                <c:pt idx="576">
                  <c:v>-1.973102328276066</c:v>
                </c:pt>
                <c:pt idx="577">
                  <c:v>-2.002725651762949</c:v>
                </c:pt>
                <c:pt idx="578">
                  <c:v>-1.920017478236191</c:v>
                </c:pt>
                <c:pt idx="579">
                  <c:v>-1.941102678475382</c:v>
                </c:pt>
                <c:pt idx="580">
                  <c:v>-1.921044686815598</c:v>
                </c:pt>
                <c:pt idx="581">
                  <c:v>-1.837984642360335</c:v>
                </c:pt>
                <c:pt idx="582">
                  <c:v>-1.913481033572229</c:v>
                </c:pt>
                <c:pt idx="583">
                  <c:v>-2.103635614287447</c:v>
                </c:pt>
                <c:pt idx="584">
                  <c:v>-2.106700702729092</c:v>
                </c:pt>
                <c:pt idx="585">
                  <c:v>-2.183083306384459</c:v>
                </c:pt>
                <c:pt idx="586">
                  <c:v>-2.225909052050545</c:v>
                </c:pt>
                <c:pt idx="587">
                  <c:v>-2.232935484574372</c:v>
                </c:pt>
                <c:pt idx="588">
                  <c:v>-2.82869065489828</c:v>
                </c:pt>
                <c:pt idx="589">
                  <c:v>-2.481752482373745</c:v>
                </c:pt>
                <c:pt idx="590">
                  <c:v>-2.336538455626791</c:v>
                </c:pt>
                <c:pt idx="591">
                  <c:v>-2.438891911604368</c:v>
                </c:pt>
                <c:pt idx="592">
                  <c:v>-2.457116421949967</c:v>
                </c:pt>
                <c:pt idx="593">
                  <c:v>-2.378245231869491</c:v>
                </c:pt>
                <c:pt idx="594">
                  <c:v>-2.426712212901516</c:v>
                </c:pt>
                <c:pt idx="595">
                  <c:v>-2.484307815882314</c:v>
                </c:pt>
                <c:pt idx="596">
                  <c:v>-2.452859798015283</c:v>
                </c:pt>
                <c:pt idx="597">
                  <c:v>-2.533616541098305</c:v>
                </c:pt>
                <c:pt idx="598">
                  <c:v>-2.633189233300193</c:v>
                </c:pt>
                <c:pt idx="599">
                  <c:v>-2.717751945593883</c:v>
                </c:pt>
                <c:pt idx="600">
                  <c:v>-2.610403762621272</c:v>
                </c:pt>
                <c:pt idx="601">
                  <c:v>-2.573057950528246</c:v>
                </c:pt>
                <c:pt idx="602">
                  <c:v>-2.65710672149323</c:v>
                </c:pt>
                <c:pt idx="603">
                  <c:v>-2.642714826280912</c:v>
                </c:pt>
                <c:pt idx="604">
                  <c:v>-2.504474479242591</c:v>
                </c:pt>
                <c:pt idx="605">
                  <c:v>-2.416573550579204</c:v>
                </c:pt>
                <c:pt idx="606">
                  <c:v>-2.387990713494925</c:v>
                </c:pt>
                <c:pt idx="607">
                  <c:v>-2.430602247584468</c:v>
                </c:pt>
                <c:pt idx="608">
                  <c:v>-2.390658471063534</c:v>
                </c:pt>
                <c:pt idx="609">
                  <c:v>-2.596806796297357</c:v>
                </c:pt>
                <c:pt idx="610">
                  <c:v>-2.614639864470136</c:v>
                </c:pt>
                <c:pt idx="611">
                  <c:v>-2.601090206702861</c:v>
                </c:pt>
                <c:pt idx="612">
                  <c:v>-1.973355959095535</c:v>
                </c:pt>
                <c:pt idx="613">
                  <c:v>-0.836188302290386</c:v>
                </c:pt>
                <c:pt idx="614">
                  <c:v>-1.254546521992361</c:v>
                </c:pt>
                <c:pt idx="615">
                  <c:v>-2.593135517066114</c:v>
                </c:pt>
                <c:pt idx="616">
                  <c:v>-2.362877016267062</c:v>
                </c:pt>
                <c:pt idx="617">
                  <c:v>-2.607090678828683</c:v>
                </c:pt>
                <c:pt idx="618">
                  <c:v>-2.760245640446934</c:v>
                </c:pt>
                <c:pt idx="619">
                  <c:v>-2.687388678498959</c:v>
                </c:pt>
                <c:pt idx="620">
                  <c:v>-2.656260072034899</c:v>
                </c:pt>
                <c:pt idx="621">
                  <c:v>-2.801886616300775</c:v>
                </c:pt>
                <c:pt idx="622">
                  <c:v>-2.79107878612942</c:v>
                </c:pt>
                <c:pt idx="623">
                  <c:v>-2.745818368708752</c:v>
                </c:pt>
                <c:pt idx="624">
                  <c:v>-2.706929472126574</c:v>
                </c:pt>
                <c:pt idx="625">
                  <c:v>-2.716417027327078</c:v>
                </c:pt>
                <c:pt idx="626">
                  <c:v>-2.713933730907214</c:v>
                </c:pt>
                <c:pt idx="627">
                  <c:v>-2.728896151981308</c:v>
                </c:pt>
                <c:pt idx="628">
                  <c:v>-2.745596390079796</c:v>
                </c:pt>
                <c:pt idx="629">
                  <c:v>-2.747091270421154</c:v>
                </c:pt>
                <c:pt idx="630">
                  <c:v>-2.704354528193365</c:v>
                </c:pt>
                <c:pt idx="631">
                  <c:v>-2.717062152113681</c:v>
                </c:pt>
                <c:pt idx="632">
                  <c:v>-2.691024168682332</c:v>
                </c:pt>
                <c:pt idx="633">
                  <c:v>-2.700102565692297</c:v>
                </c:pt>
                <c:pt idx="634">
                  <c:v>-2.710479748906813</c:v>
                </c:pt>
                <c:pt idx="635">
                  <c:v>-2.70564607841115</c:v>
                </c:pt>
                <c:pt idx="636">
                  <c:v>-2.718164895543707</c:v>
                </c:pt>
                <c:pt idx="637">
                  <c:v>-2.701487582621076</c:v>
                </c:pt>
                <c:pt idx="638">
                  <c:v>-2.641922157280552</c:v>
                </c:pt>
                <c:pt idx="639">
                  <c:v>-2.692777899967302</c:v>
                </c:pt>
                <c:pt idx="640">
                  <c:v>-2.702240757195129</c:v>
                </c:pt>
                <c:pt idx="641">
                  <c:v>-2.748588574420485</c:v>
                </c:pt>
                <c:pt idx="642">
                  <c:v>-2.773606272953988</c:v>
                </c:pt>
                <c:pt idx="643">
                  <c:v>-2.778639363598889</c:v>
                </c:pt>
                <c:pt idx="644">
                  <c:v>-2.746400703143914</c:v>
                </c:pt>
                <c:pt idx="645">
                  <c:v>-2.687141465612786</c:v>
                </c:pt>
                <c:pt idx="646">
                  <c:v>-2.7072118211387</c:v>
                </c:pt>
                <c:pt idx="647">
                  <c:v>-2.694984838128855</c:v>
                </c:pt>
                <c:pt idx="648">
                  <c:v>-2.699122582247726</c:v>
                </c:pt>
                <c:pt idx="649">
                  <c:v>-2.67145359399269</c:v>
                </c:pt>
                <c:pt idx="650">
                  <c:v>-2.690346570955904</c:v>
                </c:pt>
                <c:pt idx="651">
                  <c:v>-2.752011585735914</c:v>
                </c:pt>
                <c:pt idx="652">
                  <c:v>-2.748771070871503</c:v>
                </c:pt>
                <c:pt idx="653">
                  <c:v>-2.680668024134381</c:v>
                </c:pt>
                <c:pt idx="654">
                  <c:v>-2.806407516974119</c:v>
                </c:pt>
                <c:pt idx="655">
                  <c:v>-2.807057746307018</c:v>
                </c:pt>
                <c:pt idx="656">
                  <c:v>-3.007502793866068</c:v>
                </c:pt>
                <c:pt idx="657">
                  <c:v>-3.011717065372121</c:v>
                </c:pt>
                <c:pt idx="658">
                  <c:v>-3.096672427189506</c:v>
                </c:pt>
                <c:pt idx="659">
                  <c:v>-3.062748659765746</c:v>
                </c:pt>
                <c:pt idx="660">
                  <c:v>-3.083466503208099</c:v>
                </c:pt>
                <c:pt idx="661">
                  <c:v>-3.057580037020446</c:v>
                </c:pt>
                <c:pt idx="662">
                  <c:v>-2.831069472680958</c:v>
                </c:pt>
                <c:pt idx="663">
                  <c:v>-2.882268430577983</c:v>
                </c:pt>
                <c:pt idx="664">
                  <c:v>-2.840226833937542</c:v>
                </c:pt>
                <c:pt idx="665">
                  <c:v>-2.809460557608867</c:v>
                </c:pt>
                <c:pt idx="666">
                  <c:v>-2.80321818797481</c:v>
                </c:pt>
                <c:pt idx="667">
                  <c:v>-2.837711523505593</c:v>
                </c:pt>
                <c:pt idx="668">
                  <c:v>-2.820022873840333</c:v>
                </c:pt>
                <c:pt idx="669">
                  <c:v>-2.8425591524322</c:v>
                </c:pt>
                <c:pt idx="670">
                  <c:v>-3.034104912833602</c:v>
                </c:pt>
                <c:pt idx="671">
                  <c:v>-2.993890684227218</c:v>
                </c:pt>
                <c:pt idx="672">
                  <c:v>-3.017793866644902</c:v>
                </c:pt>
                <c:pt idx="673">
                  <c:v>-2.821513003133813</c:v>
                </c:pt>
                <c:pt idx="674">
                  <c:v>-2.51789212724628</c:v>
                </c:pt>
                <c:pt idx="675">
                  <c:v>-2.520208591114448</c:v>
                </c:pt>
                <c:pt idx="676">
                  <c:v>-2.417718212031794</c:v>
                </c:pt>
                <c:pt idx="677">
                  <c:v>-2.466555383594871</c:v>
                </c:pt>
                <c:pt idx="678">
                  <c:v>-2.474847580881867</c:v>
                </c:pt>
                <c:pt idx="679">
                  <c:v>-2.380884571822517</c:v>
                </c:pt>
                <c:pt idx="680">
                  <c:v>-2.485732298139143</c:v>
                </c:pt>
                <c:pt idx="681">
                  <c:v>-2.358708702695367</c:v>
                </c:pt>
                <c:pt idx="682">
                  <c:v>-2.507939110405089</c:v>
                </c:pt>
                <c:pt idx="683">
                  <c:v>-2.551226216055369</c:v>
                </c:pt>
                <c:pt idx="684">
                  <c:v>-2.575624714742697</c:v>
                </c:pt>
                <c:pt idx="685">
                  <c:v>-2.428589269390125</c:v>
                </c:pt>
                <c:pt idx="686">
                  <c:v>-2.102963460361607</c:v>
                </c:pt>
                <c:pt idx="687">
                  <c:v>-2.069912394017759</c:v>
                </c:pt>
                <c:pt idx="688">
                  <c:v>-1.950600309136141</c:v>
                </c:pt>
                <c:pt idx="689">
                  <c:v>-1.845525883704346</c:v>
                </c:pt>
                <c:pt idx="690">
                  <c:v>-1.665978026815862</c:v>
                </c:pt>
                <c:pt idx="691">
                  <c:v>-1.818085350911813</c:v>
                </c:pt>
                <c:pt idx="692">
                  <c:v>-1.783884027037097</c:v>
                </c:pt>
                <c:pt idx="693">
                  <c:v>-1.890218574547464</c:v>
                </c:pt>
                <c:pt idx="694">
                  <c:v>-1.952325010880152</c:v>
                </c:pt>
                <c:pt idx="695">
                  <c:v>-2.066925914189632</c:v>
                </c:pt>
                <c:pt idx="696">
                  <c:v>-2.140353528784011</c:v>
                </c:pt>
                <c:pt idx="697">
                  <c:v>-2.151252066298071</c:v>
                </c:pt>
                <c:pt idx="698">
                  <c:v>-2.156322637933961</c:v>
                </c:pt>
                <c:pt idx="699">
                  <c:v>-2.304960890475061</c:v>
                </c:pt>
                <c:pt idx="700">
                  <c:v>-2.341941022753247</c:v>
                </c:pt>
                <c:pt idx="701">
                  <c:v>-2.322170332120554</c:v>
                </c:pt>
                <c:pt idx="702">
                  <c:v>-2.540586457892413</c:v>
                </c:pt>
                <c:pt idx="703">
                  <c:v>-2.655456949848545</c:v>
                </c:pt>
                <c:pt idx="704">
                  <c:v>-2.63338979875517</c:v>
                </c:pt>
                <c:pt idx="705">
                  <c:v>-2.645921331510226</c:v>
                </c:pt>
                <c:pt idx="706">
                  <c:v>-2.601822955437239</c:v>
                </c:pt>
                <c:pt idx="707">
                  <c:v>-2.673764951327506</c:v>
                </c:pt>
                <c:pt idx="708">
                  <c:v>-2.670617925575847</c:v>
                </c:pt>
                <c:pt idx="709">
                  <c:v>-2.887338569191478</c:v>
                </c:pt>
                <c:pt idx="710">
                  <c:v>-3.749940839590038</c:v>
                </c:pt>
                <c:pt idx="711">
                  <c:v>-3.027526839475425</c:v>
                </c:pt>
                <c:pt idx="712">
                  <c:v>-3.110951519909855</c:v>
                </c:pt>
                <c:pt idx="713">
                  <c:v>-2.931361821255862</c:v>
                </c:pt>
                <c:pt idx="714">
                  <c:v>-3.846151185064473</c:v>
                </c:pt>
                <c:pt idx="715">
                  <c:v>-3.612652553500584</c:v>
                </c:pt>
                <c:pt idx="716">
                  <c:v>-3.776392394774275</c:v>
                </c:pt>
                <c:pt idx="717">
                  <c:v>-3.931288228335306</c:v>
                </c:pt>
                <c:pt idx="718">
                  <c:v>-3.863448276488446</c:v>
                </c:pt>
                <c:pt idx="719">
                  <c:v>-3.880798921201001</c:v>
                </c:pt>
                <c:pt idx="720">
                  <c:v>-3.842661488608834</c:v>
                </c:pt>
                <c:pt idx="721">
                  <c:v>-4.024600887899366</c:v>
                </c:pt>
                <c:pt idx="722">
                  <c:v>-3.900743266379836</c:v>
                </c:pt>
                <c:pt idx="723">
                  <c:v>-3.942607782548169</c:v>
                </c:pt>
                <c:pt idx="724">
                  <c:v>-3.932335986805102</c:v>
                </c:pt>
                <c:pt idx="725">
                  <c:v>-3.872695348478095</c:v>
                </c:pt>
                <c:pt idx="726">
                  <c:v>-3.829641751434798</c:v>
                </c:pt>
                <c:pt idx="727">
                  <c:v>-3.996398463041584</c:v>
                </c:pt>
                <c:pt idx="728">
                  <c:v>-4.008494908401927</c:v>
                </c:pt>
                <c:pt idx="729">
                  <c:v>-3.848038799712605</c:v>
                </c:pt>
                <c:pt idx="730">
                  <c:v>-3.84981318347325</c:v>
                </c:pt>
                <c:pt idx="731">
                  <c:v>-3.685175718825995</c:v>
                </c:pt>
                <c:pt idx="732">
                  <c:v>-3.863887848945979</c:v>
                </c:pt>
                <c:pt idx="733">
                  <c:v>-3.968161069047005</c:v>
                </c:pt>
                <c:pt idx="734">
                  <c:v>-3.951770326491166</c:v>
                </c:pt>
                <c:pt idx="735">
                  <c:v>-3.896707510941255</c:v>
                </c:pt>
                <c:pt idx="736">
                  <c:v>-3.909655672630297</c:v>
                </c:pt>
                <c:pt idx="737">
                  <c:v>-3.909649328602016</c:v>
                </c:pt>
                <c:pt idx="738">
                  <c:v>-3.995934457035388</c:v>
                </c:pt>
                <c:pt idx="739">
                  <c:v>-3.432092920958074</c:v>
                </c:pt>
                <c:pt idx="740">
                  <c:v>-3.374513479838948</c:v>
                </c:pt>
                <c:pt idx="741">
                  <c:v>-3.502921558782213</c:v>
                </c:pt>
                <c:pt idx="742">
                  <c:v>-3.60062393111199</c:v>
                </c:pt>
                <c:pt idx="743">
                  <c:v>-3.432298673755596</c:v>
                </c:pt>
              </c:numCache>
            </c:numRef>
          </c:val>
          <c:smooth val="0"/>
        </c:ser>
        <c:ser>
          <c:idx val="1"/>
          <c:order val="1"/>
          <c:tx>
            <c:strRef>
              <c:f>Data!$C$1</c:f>
              <c:strCache>
                <c:ptCount val="1"/>
                <c:pt idx="0">
                  <c:v>Selected PPO</c:v>
                </c:pt>
              </c:strCache>
            </c:strRef>
          </c:tx>
          <c:spPr>
            <a:ln w="16510">
              <a:solidFill>
                <a:srgbClr val="C66118"/>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Data!$C$2:$C$745</c:f>
              <c:numCache>
                <c:formatCode>0.00</c:formatCode>
                <c:ptCount val="7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-0.5614830248805047</c:v>
                </c:pt>
                <c:pt idx="431">
                  <c:v>-0.5714268765780073</c:v>
                </c:pt>
                <c:pt idx="432">
                  <c:v>-0.5714268765780073</c:v>
                </c:pt>
                <c:pt idx="433">
                  <c:v>-0.5714268765780073</c:v>
                </c:pt>
                <c:pt idx="434">
                  <c:v>-0.5714268765780073</c:v>
                </c:pt>
                <c:pt idx="435">
                  <c:v>-0.5714268765780073</c:v>
                </c:pt>
                <c:pt idx="436">
                  <c:v>-0.5714268765780073</c:v>
                </c:pt>
                <c:pt idx="437">
                  <c:v>-0.5714268765780073</c:v>
                </c:pt>
                <c:pt idx="438">
                  <c:v>-0.5714268765780073</c:v>
                </c:pt>
                <c:pt idx="439">
                  <c:v>-0.5714268765780073</c:v>
                </c:pt>
                <c:pt idx="440">
                  <c:v>-0.5714268765780073</c:v>
                </c:pt>
                <c:pt idx="441">
                  <c:v>-0.5714268765780073</c:v>
                </c:pt>
                <c:pt idx="442">
                  <c:v>-0.5714268765780073</c:v>
                </c:pt>
                <c:pt idx="443">
                  <c:v>-0.5714268765780073</c:v>
                </c:pt>
                <c:pt idx="444">
                  <c:v>-0.5714268765780073</c:v>
                </c:pt>
                <c:pt idx="445">
                  <c:v>-0.5714268765780073</c:v>
                </c:pt>
                <c:pt idx="446">
                  <c:v>-0.5714268765780073</c:v>
                </c:pt>
                <c:pt idx="447">
                  <c:v>-0.5714268765780073</c:v>
                </c:pt>
                <c:pt idx="448">
                  <c:v>-0.5714268765780073</c:v>
                </c:pt>
                <c:pt idx="449">
                  <c:v>-0.5714268765780073</c:v>
                </c:pt>
                <c:pt idx="450">
                  <c:v>-0.5714268765780073</c:v>
                </c:pt>
                <c:pt idx="451">
                  <c:v>-0.5714268765780073</c:v>
                </c:pt>
                <c:pt idx="452">
                  <c:v>-0.5714268765780073</c:v>
                </c:pt>
                <c:pt idx="453">
                  <c:v>-0.5714268765780073</c:v>
                </c:pt>
                <c:pt idx="454">
                  <c:v>-0.5714268765780073</c:v>
                </c:pt>
                <c:pt idx="455">
                  <c:v>-0.5714268765780073</c:v>
                </c:pt>
                <c:pt idx="456">
                  <c:v>-0.5714268765780073</c:v>
                </c:pt>
                <c:pt idx="457">
                  <c:v>-0.5714268765780073</c:v>
                </c:pt>
                <c:pt idx="458">
                  <c:v>-0.5714268765780073</c:v>
                </c:pt>
                <c:pt idx="459">
                  <c:v>-0.5714268765780073</c:v>
                </c:pt>
                <c:pt idx="460">
                  <c:v>-0.5714268765780073</c:v>
                </c:pt>
                <c:pt idx="461">
                  <c:v>-0.5714268765780073</c:v>
                </c:pt>
                <c:pt idx="462">
                  <c:v>-0.5714268765780073</c:v>
                </c:pt>
                <c:pt idx="463">
                  <c:v>-0.5714268765780073</c:v>
                </c:pt>
                <c:pt idx="464">
                  <c:v>-0.5714268765780073</c:v>
                </c:pt>
                <c:pt idx="465">
                  <c:v>-0.5714268765780073</c:v>
                </c:pt>
                <c:pt idx="466">
                  <c:v>-0.5714268765780073</c:v>
                </c:pt>
                <c:pt idx="467">
                  <c:v>-0.5714268765780073</c:v>
                </c:pt>
                <c:pt idx="468">
                  <c:v>-0.5714268765780073</c:v>
                </c:pt>
                <c:pt idx="469">
                  <c:v>-0.5714268765780073</c:v>
                </c:pt>
                <c:pt idx="470">
                  <c:v>-0.5714268765780073</c:v>
                </c:pt>
                <c:pt idx="471">
                  <c:v>-0.5714268765780073</c:v>
                </c:pt>
                <c:pt idx="472">
                  <c:v>-0.5714268765780073</c:v>
                </c:pt>
                <c:pt idx="473">
                  <c:v>-0.5714268765780073</c:v>
                </c:pt>
                <c:pt idx="474">
                  <c:v>-0.5714268765780073</c:v>
                </c:pt>
                <c:pt idx="475">
                  <c:v>-0.5714268765780073</c:v>
                </c:pt>
                <c:pt idx="476">
                  <c:v>-0.5714268765780073</c:v>
                </c:pt>
                <c:pt idx="477">
                  <c:v>-0.5714268765780073</c:v>
                </c:pt>
                <c:pt idx="478">
                  <c:v>-0.5714268765780073</c:v>
                </c:pt>
                <c:pt idx="479">
                  <c:v>-0.5714268765780073</c:v>
                </c:pt>
                <c:pt idx="480">
                  <c:v>-0.5714268765780073</c:v>
                </c:pt>
                <c:pt idx="481">
                  <c:v>-0.5714268765780073</c:v>
                </c:pt>
                <c:pt idx="482">
                  <c:v>-0.5714268765780073</c:v>
                </c:pt>
                <c:pt idx="483">
                  <c:v>-0.5714268765780073</c:v>
                </c:pt>
                <c:pt idx="484">
                  <c:v>-0.5714268765780073</c:v>
                </c:pt>
                <c:pt idx="485">
                  <c:v>-0.5714268765780073</c:v>
                </c:pt>
                <c:pt idx="486">
                  <c:v>-0.5714268765780073</c:v>
                </c:pt>
                <c:pt idx="487">
                  <c:v>-0.5714268765780073</c:v>
                </c:pt>
                <c:pt idx="488">
                  <c:v>-0.5714268765780073</c:v>
                </c:pt>
                <c:pt idx="489">
                  <c:v>-0.5714268765780073</c:v>
                </c:pt>
                <c:pt idx="490">
                  <c:v>-0.5714268765780073</c:v>
                </c:pt>
                <c:pt idx="491">
                  <c:v>-0.5714268765780073</c:v>
                </c:pt>
                <c:pt idx="492">
                  <c:v>-0.5714268765780073</c:v>
                </c:pt>
                <c:pt idx="493">
                  <c:v>-0.5714268765780073</c:v>
                </c:pt>
                <c:pt idx="494">
                  <c:v>-0.5714268765780073</c:v>
                </c:pt>
                <c:pt idx="495">
                  <c:v>-0.5714268765780073</c:v>
                </c:pt>
                <c:pt idx="496">
                  <c:v>-0.5714268765780073</c:v>
                </c:pt>
                <c:pt idx="497">
                  <c:v>-0.5714268765780073</c:v>
                </c:pt>
                <c:pt idx="498">
                  <c:v>-0.5714268765780073</c:v>
                </c:pt>
                <c:pt idx="499">
                  <c:v>-0.5714268765780073</c:v>
                </c:pt>
                <c:pt idx="500">
                  <c:v>-0.5714268765780073</c:v>
                </c:pt>
                <c:pt idx="501">
                  <c:v>-0.5714268765780073</c:v>
                </c:pt>
                <c:pt idx="502">
                  <c:v>-0.5714268765780073</c:v>
                </c:pt>
                <c:pt idx="503">
                  <c:v>-0.5714268765780073</c:v>
                </c:pt>
                <c:pt idx="504">
                  <c:v>-0.5714268765780073</c:v>
                </c:pt>
                <c:pt idx="505">
                  <c:v>-0.5714268765780073</c:v>
                </c:pt>
                <c:pt idx="506">
                  <c:v>-0.5714268765780073</c:v>
                </c:pt>
                <c:pt idx="507">
                  <c:v>-0.5714268765780073</c:v>
                </c:pt>
                <c:pt idx="508">
                  <c:v>-0.5714268765780073</c:v>
                </c:pt>
                <c:pt idx="509">
                  <c:v>-0.5714268765780073</c:v>
                </c:pt>
                <c:pt idx="510">
                  <c:v>-0.5714268765780073</c:v>
                </c:pt>
                <c:pt idx="511">
                  <c:v>-0.5714268765780073</c:v>
                </c:pt>
                <c:pt idx="512">
                  <c:v>-0.5714268765780073</c:v>
                </c:pt>
                <c:pt idx="513">
                  <c:v>-0.5714268765780073</c:v>
                </c:pt>
                <c:pt idx="514">
                  <c:v>-0.5714268765780073</c:v>
                </c:pt>
                <c:pt idx="515">
                  <c:v>-0.5714268765780073</c:v>
                </c:pt>
                <c:pt idx="516">
                  <c:v>-0.5714268765780073</c:v>
                </c:pt>
                <c:pt idx="517">
                  <c:v>-0.5714268765780073</c:v>
                </c:pt>
                <c:pt idx="518">
                  <c:v>-0.5714268765780073</c:v>
                </c:pt>
                <c:pt idx="519">
                  <c:v>-0.5714268765780073</c:v>
                </c:pt>
                <c:pt idx="520">
                  <c:v>-0.5714268765780073</c:v>
                </c:pt>
                <c:pt idx="521">
                  <c:v>-0.5714268765780073</c:v>
                </c:pt>
                <c:pt idx="522">
                  <c:v>-0.5714268765780073</c:v>
                </c:pt>
                <c:pt idx="523">
                  <c:v>-0.5714268765780073</c:v>
                </c:pt>
                <c:pt idx="524">
                  <c:v>-0.5714268765780073</c:v>
                </c:pt>
                <c:pt idx="525">
                  <c:v>-0.5714268765780073</c:v>
                </c:pt>
                <c:pt idx="526">
                  <c:v>-0.5714268765780073</c:v>
                </c:pt>
                <c:pt idx="527">
                  <c:v>-0.5714268765780073</c:v>
                </c:pt>
                <c:pt idx="528">
                  <c:v>-0.5714268765780073</c:v>
                </c:pt>
                <c:pt idx="529">
                  <c:v>-0.5714268765780073</c:v>
                </c:pt>
                <c:pt idx="530">
                  <c:v>-0.5714268765780073</c:v>
                </c:pt>
                <c:pt idx="531">
                  <c:v>-0.5714268765780073</c:v>
                </c:pt>
                <c:pt idx="532">
                  <c:v>-0.5714268765780073</c:v>
                </c:pt>
                <c:pt idx="533">
                  <c:v>-0.5714268765780073</c:v>
                </c:pt>
                <c:pt idx="534">
                  <c:v>-0.5714268765780073</c:v>
                </c:pt>
                <c:pt idx="535">
                  <c:v>-0.5714268765780073</c:v>
                </c:pt>
                <c:pt idx="536">
                  <c:v>-0.5714268765780073</c:v>
                </c:pt>
                <c:pt idx="537">
                  <c:v>-0.5714268765780073</c:v>
                </c:pt>
                <c:pt idx="538">
                  <c:v>-0.5714268765780073</c:v>
                </c:pt>
                <c:pt idx="539">
                  <c:v>-0.5714268765780073</c:v>
                </c:pt>
                <c:pt idx="540">
                  <c:v>-0.5714268765780073</c:v>
                </c:pt>
                <c:pt idx="541">
                  <c:v>-0.5714268765780073</c:v>
                </c:pt>
                <c:pt idx="542">
                  <c:v>-0.5714268765780073</c:v>
                </c:pt>
                <c:pt idx="543">
                  <c:v>-0.5714268765780073</c:v>
                </c:pt>
                <c:pt idx="544">
                  <c:v>-0.5714268765780073</c:v>
                </c:pt>
                <c:pt idx="545">
                  <c:v>-0.5714268765780073</c:v>
                </c:pt>
                <c:pt idx="546">
                  <c:v>-0.5714268765780073</c:v>
                </c:pt>
                <c:pt idx="547">
                  <c:v>-0.5714268765780073</c:v>
                </c:pt>
                <c:pt idx="548">
                  <c:v>-0.5714268765780073</c:v>
                </c:pt>
                <c:pt idx="549">
                  <c:v>-0.5714268765780073</c:v>
                </c:pt>
                <c:pt idx="550">
                  <c:v>-0.5714268765780073</c:v>
                </c:pt>
                <c:pt idx="551">
                  <c:v>-0.5714268765780073</c:v>
                </c:pt>
                <c:pt idx="552">
                  <c:v>-0.5714268765780073</c:v>
                </c:pt>
                <c:pt idx="553">
                  <c:v>-0.5714268765780073</c:v>
                </c:pt>
                <c:pt idx="554">
                  <c:v>-0.5714268765780073</c:v>
                </c:pt>
                <c:pt idx="555">
                  <c:v>-0.5714268765780073</c:v>
                </c:pt>
                <c:pt idx="556">
                  <c:v>-0.5714268765780073</c:v>
                </c:pt>
                <c:pt idx="557">
                  <c:v>-0.5714268765780073</c:v>
                </c:pt>
                <c:pt idx="558">
                  <c:v>-0.5714268765780073</c:v>
                </c:pt>
                <c:pt idx="559">
                  <c:v>-0.5714268765780073</c:v>
                </c:pt>
                <c:pt idx="560">
                  <c:v>-0.5714268765780073</c:v>
                </c:pt>
                <c:pt idx="561">
                  <c:v>-0.5714268765780073</c:v>
                </c:pt>
                <c:pt idx="562">
                  <c:v>-0.5714268765780073</c:v>
                </c:pt>
                <c:pt idx="563">
                  <c:v>-0.5714268765780073</c:v>
                </c:pt>
                <c:pt idx="564">
                  <c:v>-0.5714268765780073</c:v>
                </c:pt>
                <c:pt idx="565">
                  <c:v>-0.5714268765780073</c:v>
                </c:pt>
                <c:pt idx="566">
                  <c:v>-0.5714268765780073</c:v>
                </c:pt>
                <c:pt idx="567">
                  <c:v>-0.5714268765780073</c:v>
                </c:pt>
                <c:pt idx="568">
                  <c:v>-0.5714268765780073</c:v>
                </c:pt>
                <c:pt idx="569">
                  <c:v>-0.5714268765780073</c:v>
                </c:pt>
                <c:pt idx="570">
                  <c:v>-0.5714268765780073</c:v>
                </c:pt>
                <c:pt idx="571">
                  <c:v>-0.5714268765780073</c:v>
                </c:pt>
                <c:pt idx="572">
                  <c:v>-0.5714268765780073</c:v>
                </c:pt>
                <c:pt idx="573">
                  <c:v>-0.5714268765780073</c:v>
                </c:pt>
                <c:pt idx="574">
                  <c:v>-0.5714268765780073</c:v>
                </c:pt>
                <c:pt idx="575">
                  <c:v>-0.5714268765780073</c:v>
                </c:pt>
                <c:pt idx="576">
                  <c:v>-0.5714268765780073</c:v>
                </c:pt>
                <c:pt idx="577">
                  <c:v>-0.5714268765780073</c:v>
                </c:pt>
                <c:pt idx="578">
                  <c:v>-0.5714268765780073</c:v>
                </c:pt>
                <c:pt idx="579">
                  <c:v>-0.5714268765780073</c:v>
                </c:pt>
                <c:pt idx="580">
                  <c:v>-0.5714268765780073</c:v>
                </c:pt>
                <c:pt idx="581">
                  <c:v>-0.5714268765780073</c:v>
                </c:pt>
                <c:pt idx="582">
                  <c:v>-0.5714268765780073</c:v>
                </c:pt>
                <c:pt idx="583">
                  <c:v>-0.5714268765780073</c:v>
                </c:pt>
                <c:pt idx="584">
                  <c:v>-0.5714268765780073</c:v>
                </c:pt>
                <c:pt idx="585">
                  <c:v>-0.5714268765780073</c:v>
                </c:pt>
                <c:pt idx="586">
                  <c:v>-0.5714268765780073</c:v>
                </c:pt>
                <c:pt idx="587">
                  <c:v>-0.5714268765780073</c:v>
                </c:pt>
                <c:pt idx="588">
                  <c:v>-0.5714268765780073</c:v>
                </c:pt>
                <c:pt idx="589">
                  <c:v>-0.5714268765780073</c:v>
                </c:pt>
                <c:pt idx="590">
                  <c:v>-0.5714268765780073</c:v>
                </c:pt>
                <c:pt idx="591">
                  <c:v>-0.5714268765780073</c:v>
                </c:pt>
                <c:pt idx="592">
                  <c:v>-0.5714268765780073</c:v>
                </c:pt>
                <c:pt idx="593">
                  <c:v>-0.5714268765780073</c:v>
                </c:pt>
                <c:pt idx="594">
                  <c:v>-0.5714268765780073</c:v>
                </c:pt>
                <c:pt idx="595">
                  <c:v>-0.5714268765780073</c:v>
                </c:pt>
                <c:pt idx="596">
                  <c:v>-0.5714268765780073</c:v>
                </c:pt>
                <c:pt idx="597">
                  <c:v>-0.5714268765780073</c:v>
                </c:pt>
                <c:pt idx="598">
                  <c:v>-0.5714268765780073</c:v>
                </c:pt>
                <c:pt idx="599">
                  <c:v>-0.5714268765780073</c:v>
                </c:pt>
                <c:pt idx="600">
                  <c:v>-0.5714268765780073</c:v>
                </c:pt>
                <c:pt idx="601">
                  <c:v>-0.5714268765780073</c:v>
                </c:pt>
                <c:pt idx="602">
                  <c:v>-0.5714268765780073</c:v>
                </c:pt>
                <c:pt idx="603">
                  <c:v>-0.5714268765780073</c:v>
                </c:pt>
                <c:pt idx="604">
                  <c:v>-0.5714268765780073</c:v>
                </c:pt>
                <c:pt idx="605">
                  <c:v>-0.5714268765780073</c:v>
                </c:pt>
                <c:pt idx="606">
                  <c:v>-0.5714268765780073</c:v>
                </c:pt>
                <c:pt idx="607">
                  <c:v>-0.5714268765780073</c:v>
                </c:pt>
                <c:pt idx="608">
                  <c:v>-0.5714268765780073</c:v>
                </c:pt>
                <c:pt idx="609">
                  <c:v>-0.5714268765780073</c:v>
                </c:pt>
                <c:pt idx="610">
                  <c:v>-0.5714268765780073</c:v>
                </c:pt>
                <c:pt idx="611">
                  <c:v>-0.5714268765780073</c:v>
                </c:pt>
                <c:pt idx="612">
                  <c:v>-0.5714268765780073</c:v>
                </c:pt>
                <c:pt idx="613">
                  <c:v>-0.5714268765780073</c:v>
                </c:pt>
                <c:pt idx="614">
                  <c:v>-0.5714268765780073</c:v>
                </c:pt>
                <c:pt idx="615">
                  <c:v>-0.5714268765780073</c:v>
                </c:pt>
                <c:pt idx="616">
                  <c:v>-0.5714268765780073</c:v>
                </c:pt>
                <c:pt idx="617">
                  <c:v>-0.5714268765780073</c:v>
                </c:pt>
                <c:pt idx="618">
                  <c:v>-0.5714268765780073</c:v>
                </c:pt>
                <c:pt idx="619">
                  <c:v>-0.5714268765780073</c:v>
                </c:pt>
                <c:pt idx="620">
                  <c:v>-0.5714268765780073</c:v>
                </c:pt>
                <c:pt idx="621">
                  <c:v>-0.5714268765780073</c:v>
                </c:pt>
                <c:pt idx="622">
                  <c:v>-0.5714268765780073</c:v>
                </c:pt>
                <c:pt idx="623">
                  <c:v>-0.5714268765780073</c:v>
                </c:pt>
                <c:pt idx="624">
                  <c:v>-0.5714268765780073</c:v>
                </c:pt>
                <c:pt idx="625">
                  <c:v>-0.5714268765780073</c:v>
                </c:pt>
                <c:pt idx="626">
                  <c:v>-0.5714268765780073</c:v>
                </c:pt>
                <c:pt idx="627">
                  <c:v>-0.5714268765780073</c:v>
                </c:pt>
                <c:pt idx="628">
                  <c:v>-0.5714268765780073</c:v>
                </c:pt>
                <c:pt idx="629">
                  <c:v>-0.5714268765780073</c:v>
                </c:pt>
                <c:pt idx="630">
                  <c:v>-0.5714268765780073</c:v>
                </c:pt>
                <c:pt idx="631">
                  <c:v>-0.5714268765780073</c:v>
                </c:pt>
                <c:pt idx="632">
                  <c:v>-0.5714268765780073</c:v>
                </c:pt>
                <c:pt idx="633">
                  <c:v>-0.5714268765780073</c:v>
                </c:pt>
                <c:pt idx="634">
                  <c:v>-0.5714268765780073</c:v>
                </c:pt>
                <c:pt idx="635">
                  <c:v>-0.5714268765780073</c:v>
                </c:pt>
                <c:pt idx="636">
                  <c:v>-0.5714268765780073</c:v>
                </c:pt>
                <c:pt idx="637">
                  <c:v>-0.5714268765780073</c:v>
                </c:pt>
                <c:pt idx="638">
                  <c:v>-0.5714268765780073</c:v>
                </c:pt>
                <c:pt idx="639">
                  <c:v>-0.5714268765780073</c:v>
                </c:pt>
                <c:pt idx="640">
                  <c:v>-0.5714268765780073</c:v>
                </c:pt>
                <c:pt idx="641">
                  <c:v>-0.5714268765780073</c:v>
                </c:pt>
                <c:pt idx="642">
                  <c:v>-0.5714268765780073</c:v>
                </c:pt>
                <c:pt idx="643">
                  <c:v>-0.5714268765780073</c:v>
                </c:pt>
                <c:pt idx="644">
                  <c:v>-0.5714268765780073</c:v>
                </c:pt>
                <c:pt idx="645">
                  <c:v>-0.5714268765780073</c:v>
                </c:pt>
                <c:pt idx="646">
                  <c:v>-0.5714268765780073</c:v>
                </c:pt>
                <c:pt idx="647">
                  <c:v>-0.5714268765780073</c:v>
                </c:pt>
                <c:pt idx="648">
                  <c:v>-0.5714268765780073</c:v>
                </c:pt>
                <c:pt idx="649">
                  <c:v>-0.5714268765780073</c:v>
                </c:pt>
                <c:pt idx="650">
                  <c:v>-0.5714268765780073</c:v>
                </c:pt>
                <c:pt idx="651">
                  <c:v>-0.5714268765780073</c:v>
                </c:pt>
                <c:pt idx="652">
                  <c:v>-0.5714268765780073</c:v>
                </c:pt>
                <c:pt idx="653">
                  <c:v>-0.5714268765780073</c:v>
                </c:pt>
                <c:pt idx="654">
                  <c:v>-0.5714268765780073</c:v>
                </c:pt>
                <c:pt idx="655">
                  <c:v>-0.5714268765780073</c:v>
                </c:pt>
                <c:pt idx="656">
                  <c:v>-0.5714268765780073</c:v>
                </c:pt>
                <c:pt idx="657">
                  <c:v>-0.5714268765780073</c:v>
                </c:pt>
                <c:pt idx="658">
                  <c:v>-0.5714268765780073</c:v>
                </c:pt>
                <c:pt idx="659">
                  <c:v>-0.5714268765780073</c:v>
                </c:pt>
                <c:pt idx="660">
                  <c:v>-0.5714268765780073</c:v>
                </c:pt>
                <c:pt idx="661">
                  <c:v>-0.5714268765780073</c:v>
                </c:pt>
                <c:pt idx="662">
                  <c:v>-0.5714268765780073</c:v>
                </c:pt>
                <c:pt idx="663">
                  <c:v>-0.5714268765780073</c:v>
                </c:pt>
                <c:pt idx="664">
                  <c:v>-0.5714268765780073</c:v>
                </c:pt>
                <c:pt idx="665">
                  <c:v>-0.5714268765780073</c:v>
                </c:pt>
                <c:pt idx="666">
                  <c:v>-0.5714268765780073</c:v>
                </c:pt>
                <c:pt idx="667">
                  <c:v>-0.5714268765780073</c:v>
                </c:pt>
                <c:pt idx="668">
                  <c:v>-0.5714268765780073</c:v>
                </c:pt>
                <c:pt idx="669">
                  <c:v>-0.5714268765780073</c:v>
                </c:pt>
                <c:pt idx="670">
                  <c:v>-0.5714268765780073</c:v>
                </c:pt>
                <c:pt idx="671">
                  <c:v>-0.5714268765780073</c:v>
                </c:pt>
                <c:pt idx="672">
                  <c:v>-0.5714268765780073</c:v>
                </c:pt>
                <c:pt idx="673">
                  <c:v>-0.5714268765780073</c:v>
                </c:pt>
                <c:pt idx="674">
                  <c:v>-0.5714268765780073</c:v>
                </c:pt>
                <c:pt idx="675">
                  <c:v>-0.5714268765780073</c:v>
                </c:pt>
                <c:pt idx="676">
                  <c:v>-0.5714268765780073</c:v>
                </c:pt>
                <c:pt idx="677">
                  <c:v>-0.5714268765780073</c:v>
                </c:pt>
                <c:pt idx="678">
                  <c:v>-0.5714268765780073</c:v>
                </c:pt>
                <c:pt idx="679">
                  <c:v>-0.5714268765780073</c:v>
                </c:pt>
                <c:pt idx="680">
                  <c:v>-0.5714268765780073</c:v>
                </c:pt>
                <c:pt idx="681">
                  <c:v>-0.5714268765780073</c:v>
                </c:pt>
                <c:pt idx="682">
                  <c:v>-0.5714268765780073</c:v>
                </c:pt>
                <c:pt idx="683">
                  <c:v>-0.5714268765780073</c:v>
                </c:pt>
                <c:pt idx="684">
                  <c:v>-0.5714268765780073</c:v>
                </c:pt>
                <c:pt idx="685">
                  <c:v>-0.5714268765780073</c:v>
                </c:pt>
                <c:pt idx="686">
                  <c:v>-0.5714268765780073</c:v>
                </c:pt>
                <c:pt idx="687">
                  <c:v>-0.5714268765780073</c:v>
                </c:pt>
                <c:pt idx="688">
                  <c:v>-0.5714268765780073</c:v>
                </c:pt>
                <c:pt idx="689">
                  <c:v>-0.5714268765780073</c:v>
                </c:pt>
                <c:pt idx="690">
                  <c:v>-0.5714268765780073</c:v>
                </c:pt>
                <c:pt idx="691">
                  <c:v>-0.5714268765780073</c:v>
                </c:pt>
                <c:pt idx="692">
                  <c:v>-0.5714268765780073</c:v>
                </c:pt>
                <c:pt idx="693">
                  <c:v>-0.5714268765780073</c:v>
                </c:pt>
                <c:pt idx="694">
                  <c:v>-0.5714268765780073</c:v>
                </c:pt>
                <c:pt idx="695">
                  <c:v>-0.5714268765780073</c:v>
                </c:pt>
                <c:pt idx="696">
                  <c:v>-0.5714268765780073</c:v>
                </c:pt>
                <c:pt idx="697">
                  <c:v>-0.5714268765780073</c:v>
                </c:pt>
                <c:pt idx="698">
                  <c:v>-0.5714268765780073</c:v>
                </c:pt>
                <c:pt idx="699">
                  <c:v>-0.5714268765780073</c:v>
                </c:pt>
                <c:pt idx="700">
                  <c:v>-0.5714268765780073</c:v>
                </c:pt>
                <c:pt idx="701">
                  <c:v>-0.5714268765780073</c:v>
                </c:pt>
                <c:pt idx="702">
                  <c:v>-0.5714268765780073</c:v>
                </c:pt>
                <c:pt idx="703">
                  <c:v>-0.5714268765780073</c:v>
                </c:pt>
                <c:pt idx="704">
                  <c:v>-0.5714268765780073</c:v>
                </c:pt>
                <c:pt idx="705">
                  <c:v>-0.5714268765780073</c:v>
                </c:pt>
                <c:pt idx="706">
                  <c:v>-0.5714268765780073</c:v>
                </c:pt>
                <c:pt idx="707">
                  <c:v>-0.5714268765780073</c:v>
                </c:pt>
                <c:pt idx="708">
                  <c:v>-0.5714268765780073</c:v>
                </c:pt>
                <c:pt idx="709">
                  <c:v>-0.5714268765780073</c:v>
                </c:pt>
                <c:pt idx="710">
                  <c:v>-0.5714268765780073</c:v>
                </c:pt>
                <c:pt idx="711">
                  <c:v>-0.5714268765780073</c:v>
                </c:pt>
                <c:pt idx="712">
                  <c:v>-0.5714268765780073</c:v>
                </c:pt>
                <c:pt idx="713">
                  <c:v>-0.5714268765780073</c:v>
                </c:pt>
                <c:pt idx="714">
                  <c:v>-0.5714268765780073</c:v>
                </c:pt>
                <c:pt idx="715">
                  <c:v>-0.5714268765780073</c:v>
                </c:pt>
                <c:pt idx="716">
                  <c:v>-0.5714268765780073</c:v>
                </c:pt>
                <c:pt idx="717">
                  <c:v>-0.5714268765780073</c:v>
                </c:pt>
                <c:pt idx="718">
                  <c:v>-0.5714268765780073</c:v>
                </c:pt>
                <c:pt idx="719">
                  <c:v>-0.5714268765780073</c:v>
                </c:pt>
                <c:pt idx="720">
                  <c:v>-0.5714268765780073</c:v>
                </c:pt>
                <c:pt idx="721">
                  <c:v>-0.5714268765780073</c:v>
                </c:pt>
                <c:pt idx="722">
                  <c:v>-0.5714268765780073</c:v>
                </c:pt>
                <c:pt idx="723">
                  <c:v>-0.5714268765780073</c:v>
                </c:pt>
                <c:pt idx="724">
                  <c:v>-0.5714268765780073</c:v>
                </c:pt>
                <c:pt idx="725">
                  <c:v>-0.5714268765780073</c:v>
                </c:pt>
                <c:pt idx="726">
                  <c:v>-0.5714268765780073</c:v>
                </c:pt>
                <c:pt idx="727">
                  <c:v>-0.5714268765780073</c:v>
                </c:pt>
                <c:pt idx="728">
                  <c:v>-0.5714268765780073</c:v>
                </c:pt>
                <c:pt idx="729">
                  <c:v>-0.5714268765780073</c:v>
                </c:pt>
                <c:pt idx="730">
                  <c:v>-0.5714268765780073</c:v>
                </c:pt>
                <c:pt idx="731">
                  <c:v>-0.5714268765780073</c:v>
                </c:pt>
                <c:pt idx="732">
                  <c:v>-0.5714268765780073</c:v>
                </c:pt>
                <c:pt idx="733">
                  <c:v>-0.5714268765780073</c:v>
                </c:pt>
                <c:pt idx="734">
                  <c:v>-0.5714268765780073</c:v>
                </c:pt>
                <c:pt idx="735">
                  <c:v>-0.5714268765780073</c:v>
                </c:pt>
                <c:pt idx="736">
                  <c:v>-0.5714268765780073</c:v>
                </c:pt>
                <c:pt idx="737">
                  <c:v>-0.5714268765780073</c:v>
                </c:pt>
                <c:pt idx="738">
                  <c:v>-0.5714268765780073</c:v>
                </c:pt>
                <c:pt idx="739">
                  <c:v>-0.5714268765780073</c:v>
                </c:pt>
                <c:pt idx="740">
                  <c:v>-0.5714268765780073</c:v>
                </c:pt>
                <c:pt idx="741">
                  <c:v>-0.5714268765780073</c:v>
                </c:pt>
                <c:pt idx="742">
                  <c:v>-0.5714268765780073</c:v>
                </c:pt>
                <c:pt idx="743">
                  <c:v>-0.5714268765780073</c:v>
                </c:pt>
              </c:numCache>
            </c:numRef>
          </c:val>
          <c:smooth val="0"/>
        </c:ser>
        <c:ser>
          <c:idx val="2"/>
          <c:order val="2"/>
          <c:tx>
            <c:strRef>
              <c:f>Data!$D$1</c:f>
              <c:strCache>
                <c:ptCount val="1"/>
                <c:pt idx="0">
                  <c:v>Cash</c:v>
                </c:pt>
              </c:strCache>
            </c:strRef>
          </c:tx>
          <c:spPr>
            <a:ln w="16510">
              <a:solidFill>
                <a:srgbClr val="777C85"/>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Data!$D$2:$D$745</c:f>
              <c:numCache>
                <c:formatCode>0.00</c:formatCode>
                <c:ptCount val="74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numCache>
            </c:numRef>
          </c:val>
          <c:smooth val="0"/>
        </c:ser>
        <c:ser>
          <c:idx val="3"/>
          <c:order val="3"/>
          <c:tx>
            <c:strRef>
              <c:f>Data!$E$1</c:f>
              <c:strCache>
                <c:ptCount val="1"/>
                <c:pt idx="0">
                  <c:v>Buy and hold</c:v>
                </c:pt>
              </c:strCache>
            </c:strRef>
          </c:tx>
          <c:spPr>
            <a:ln w="16510">
              <a:solidFill>
                <a:srgbClr val="237A57"/>
              </a:solidFill>
            </a:ln>
          </c:spPr>
          <c:marker>
            <c:symbol val="none"/>
          </c:marker>
          <c:cat>
            <c:strRef>
              <c:f>Data!$A$2:$A$745</c:f>
              <c:strCache>
                <c:ptCount val="744"/>
                <c:pt idx="0">
                  <c:v>17 Aug
00:00</c:v>
                </c:pt>
                <c:pt idx="1">
                  <c:v>17 Aug
01:00</c:v>
                </c:pt>
                <c:pt idx="2">
                  <c:v>17 Aug
02:00</c:v>
                </c:pt>
                <c:pt idx="3">
                  <c:v>17 Aug
03:00</c:v>
                </c:pt>
                <c:pt idx="4">
                  <c:v>17 Aug
04:00</c:v>
                </c:pt>
                <c:pt idx="5">
                  <c:v>17 Aug
05:00</c:v>
                </c:pt>
                <c:pt idx="6">
                  <c:v>17 Aug
06:00</c:v>
                </c:pt>
                <c:pt idx="7">
                  <c:v>17 Aug
07:00</c:v>
                </c:pt>
                <c:pt idx="8">
                  <c:v>17 Aug
08:00</c:v>
                </c:pt>
                <c:pt idx="9">
                  <c:v>17 Aug
09:00</c:v>
                </c:pt>
                <c:pt idx="10">
                  <c:v>17 Aug
10:00</c:v>
                </c:pt>
                <c:pt idx="11">
                  <c:v>17 Aug
11:00</c:v>
                </c:pt>
                <c:pt idx="12">
                  <c:v>17 Aug
12:00</c:v>
                </c:pt>
                <c:pt idx="13">
                  <c:v>17 Aug
13:00</c:v>
                </c:pt>
                <c:pt idx="14">
                  <c:v>17 Aug
14:00</c:v>
                </c:pt>
                <c:pt idx="15">
                  <c:v>17 Aug
15:00</c:v>
                </c:pt>
                <c:pt idx="16">
                  <c:v>17 Aug
16:00</c:v>
                </c:pt>
                <c:pt idx="17">
                  <c:v>17 Aug
17:00</c:v>
                </c:pt>
                <c:pt idx="18">
                  <c:v>17 Aug
18:00</c:v>
                </c:pt>
                <c:pt idx="19">
                  <c:v>17 Aug
19:00</c:v>
                </c:pt>
                <c:pt idx="20">
                  <c:v>17 Aug
20:00</c:v>
                </c:pt>
                <c:pt idx="21">
                  <c:v>17 Aug
21:00</c:v>
                </c:pt>
                <c:pt idx="22">
                  <c:v>17 Aug
22:00</c:v>
                </c:pt>
                <c:pt idx="23">
                  <c:v>17 Aug
23:00</c:v>
                </c:pt>
                <c:pt idx="24">
                  <c:v>18 Aug
00:00</c:v>
                </c:pt>
                <c:pt idx="25">
                  <c:v>18 Aug
01:00</c:v>
                </c:pt>
                <c:pt idx="26">
                  <c:v>18 Aug
02:00</c:v>
                </c:pt>
                <c:pt idx="27">
                  <c:v>18 Aug
03:00</c:v>
                </c:pt>
                <c:pt idx="28">
                  <c:v>18 Aug
04:00</c:v>
                </c:pt>
                <c:pt idx="29">
                  <c:v>18 Aug
05:00</c:v>
                </c:pt>
                <c:pt idx="30">
                  <c:v>18 Aug
06:00</c:v>
                </c:pt>
                <c:pt idx="31">
                  <c:v>18 Aug
07:00</c:v>
                </c:pt>
                <c:pt idx="32">
                  <c:v>18 Aug
08:00</c:v>
                </c:pt>
                <c:pt idx="33">
                  <c:v>18 Aug
09:00</c:v>
                </c:pt>
                <c:pt idx="34">
                  <c:v>18 Aug
10:00</c:v>
                </c:pt>
                <c:pt idx="35">
                  <c:v>18 Aug
11:00</c:v>
                </c:pt>
                <c:pt idx="36">
                  <c:v>18 Aug
12:00</c:v>
                </c:pt>
                <c:pt idx="37">
                  <c:v>18 Aug
13:00</c:v>
                </c:pt>
                <c:pt idx="38">
                  <c:v>18 Aug
14:00</c:v>
                </c:pt>
                <c:pt idx="39">
                  <c:v>18 Aug
15:00</c:v>
                </c:pt>
                <c:pt idx="40">
                  <c:v>18 Aug
16:00</c:v>
                </c:pt>
                <c:pt idx="41">
                  <c:v>18 Aug
17:00</c:v>
                </c:pt>
                <c:pt idx="42">
                  <c:v>18 Aug
18:00</c:v>
                </c:pt>
                <c:pt idx="43">
                  <c:v>18 Aug
19:00</c:v>
                </c:pt>
                <c:pt idx="44">
                  <c:v>18 Aug
20:00</c:v>
                </c:pt>
                <c:pt idx="45">
                  <c:v>18 Aug
21:00</c:v>
                </c:pt>
                <c:pt idx="46">
                  <c:v>18 Aug
22:00</c:v>
                </c:pt>
                <c:pt idx="47">
                  <c:v>18 Aug
23:00</c:v>
                </c:pt>
                <c:pt idx="48">
                  <c:v>19 Aug
00:00</c:v>
                </c:pt>
                <c:pt idx="49">
                  <c:v>19 Aug
01:00</c:v>
                </c:pt>
                <c:pt idx="50">
                  <c:v>19 Aug
02:00</c:v>
                </c:pt>
                <c:pt idx="51">
                  <c:v>19 Aug
03:00</c:v>
                </c:pt>
                <c:pt idx="52">
                  <c:v>19 Aug
04:00</c:v>
                </c:pt>
                <c:pt idx="53">
                  <c:v>19 Aug
05:00</c:v>
                </c:pt>
                <c:pt idx="54">
                  <c:v>19 Aug
06:00</c:v>
                </c:pt>
                <c:pt idx="55">
                  <c:v>19 Aug
07:00</c:v>
                </c:pt>
                <c:pt idx="56">
                  <c:v>19 Aug
08:00</c:v>
                </c:pt>
                <c:pt idx="57">
                  <c:v>19 Aug
09:00</c:v>
                </c:pt>
                <c:pt idx="58">
                  <c:v>19 Aug
10:00</c:v>
                </c:pt>
                <c:pt idx="59">
                  <c:v>19 Aug
11:00</c:v>
                </c:pt>
                <c:pt idx="60">
                  <c:v>19 Aug
12:00</c:v>
                </c:pt>
                <c:pt idx="61">
                  <c:v>19 Aug
13:00</c:v>
                </c:pt>
                <c:pt idx="62">
                  <c:v>19 Aug
14:00</c:v>
                </c:pt>
                <c:pt idx="63">
                  <c:v>19 Aug
15:00</c:v>
                </c:pt>
                <c:pt idx="64">
                  <c:v>19 Aug
16:00</c:v>
                </c:pt>
                <c:pt idx="65">
                  <c:v>19 Aug
17:00</c:v>
                </c:pt>
                <c:pt idx="66">
                  <c:v>19 Aug
18:00</c:v>
                </c:pt>
                <c:pt idx="67">
                  <c:v>19 Aug
19:00</c:v>
                </c:pt>
                <c:pt idx="68">
                  <c:v>19 Aug
20:00</c:v>
                </c:pt>
                <c:pt idx="69">
                  <c:v>19 Aug
21:00</c:v>
                </c:pt>
                <c:pt idx="70">
                  <c:v>19 Aug
22:00</c:v>
                </c:pt>
                <c:pt idx="71">
                  <c:v>19 Aug
23:00</c:v>
                </c:pt>
                <c:pt idx="72">
                  <c:v>20 Aug
00:00</c:v>
                </c:pt>
                <c:pt idx="73">
                  <c:v>20 Aug
01:00</c:v>
                </c:pt>
                <c:pt idx="74">
                  <c:v>20 Aug
02:00</c:v>
                </c:pt>
                <c:pt idx="75">
                  <c:v>20 Aug
03:00</c:v>
                </c:pt>
                <c:pt idx="76">
                  <c:v>20 Aug
04:00</c:v>
                </c:pt>
                <c:pt idx="77">
                  <c:v>20 Aug
05:00</c:v>
                </c:pt>
                <c:pt idx="78">
                  <c:v>20 Aug
06:00</c:v>
                </c:pt>
                <c:pt idx="79">
                  <c:v>20 Aug
07:00</c:v>
                </c:pt>
                <c:pt idx="80">
                  <c:v>20 Aug
08:00</c:v>
                </c:pt>
                <c:pt idx="81">
                  <c:v>20 Aug
09:00</c:v>
                </c:pt>
                <c:pt idx="82">
                  <c:v>20 Aug
10:00</c:v>
                </c:pt>
                <c:pt idx="83">
                  <c:v>20 Aug
11:00</c:v>
                </c:pt>
                <c:pt idx="84">
                  <c:v>20 Aug
12:00</c:v>
                </c:pt>
                <c:pt idx="85">
                  <c:v>20 Aug
13:00</c:v>
                </c:pt>
                <c:pt idx="86">
                  <c:v>20 Aug
14:00</c:v>
                </c:pt>
                <c:pt idx="87">
                  <c:v>20 Aug
15:00</c:v>
                </c:pt>
                <c:pt idx="88">
                  <c:v>20 Aug
16:00</c:v>
                </c:pt>
                <c:pt idx="89">
                  <c:v>20 Aug
17:00</c:v>
                </c:pt>
                <c:pt idx="90">
                  <c:v>20 Aug
18:00</c:v>
                </c:pt>
                <c:pt idx="91">
                  <c:v>20 Aug
19:00</c:v>
                </c:pt>
                <c:pt idx="92">
                  <c:v>20 Aug
20:00</c:v>
                </c:pt>
                <c:pt idx="93">
                  <c:v>20 Aug
21:00</c:v>
                </c:pt>
                <c:pt idx="94">
                  <c:v>20 Aug
22:00</c:v>
                </c:pt>
                <c:pt idx="95">
                  <c:v>20 Aug
23:00</c:v>
                </c:pt>
                <c:pt idx="96">
                  <c:v>21 Aug
00:00</c:v>
                </c:pt>
                <c:pt idx="97">
                  <c:v>21 Aug
01:00</c:v>
                </c:pt>
                <c:pt idx="98">
                  <c:v>21 Aug
02:00</c:v>
                </c:pt>
                <c:pt idx="99">
                  <c:v>21 Aug
03:00</c:v>
                </c:pt>
                <c:pt idx="100">
                  <c:v>21 Aug
04:00</c:v>
                </c:pt>
                <c:pt idx="101">
                  <c:v>21 Aug
05:00</c:v>
                </c:pt>
                <c:pt idx="102">
                  <c:v>21 Aug
06:00</c:v>
                </c:pt>
                <c:pt idx="103">
                  <c:v>21 Aug
07:00</c:v>
                </c:pt>
                <c:pt idx="104">
                  <c:v>21 Aug
08:00</c:v>
                </c:pt>
                <c:pt idx="105">
                  <c:v>21 Aug
09:00</c:v>
                </c:pt>
                <c:pt idx="106">
                  <c:v>21 Aug
10:00</c:v>
                </c:pt>
                <c:pt idx="107">
                  <c:v>21 Aug
11:00</c:v>
                </c:pt>
                <c:pt idx="108">
                  <c:v>21 Aug
12:00</c:v>
                </c:pt>
                <c:pt idx="109">
                  <c:v>21 Aug
13:00</c:v>
                </c:pt>
                <c:pt idx="110">
                  <c:v>21 Aug
14:00</c:v>
                </c:pt>
                <c:pt idx="111">
                  <c:v>21 Aug
15:00</c:v>
                </c:pt>
                <c:pt idx="112">
                  <c:v>21 Aug
16:00</c:v>
                </c:pt>
                <c:pt idx="113">
                  <c:v>21 Aug
17:00</c:v>
                </c:pt>
                <c:pt idx="114">
                  <c:v>21 Aug
18:00</c:v>
                </c:pt>
                <c:pt idx="115">
                  <c:v>21 Aug
19:00</c:v>
                </c:pt>
                <c:pt idx="116">
                  <c:v>21 Aug
20:00</c:v>
                </c:pt>
                <c:pt idx="117">
                  <c:v>21 Aug
21:00</c:v>
                </c:pt>
                <c:pt idx="118">
                  <c:v>21 Aug
22:00</c:v>
                </c:pt>
                <c:pt idx="119">
                  <c:v>21 Aug
23:00</c:v>
                </c:pt>
                <c:pt idx="120">
                  <c:v>22 Aug
00:00</c:v>
                </c:pt>
                <c:pt idx="121">
                  <c:v>22 Aug
01:00</c:v>
                </c:pt>
                <c:pt idx="122">
                  <c:v>22 Aug
02:00</c:v>
                </c:pt>
                <c:pt idx="123">
                  <c:v>22 Aug
03:00</c:v>
                </c:pt>
                <c:pt idx="124">
                  <c:v>22 Aug
04:00</c:v>
                </c:pt>
                <c:pt idx="125">
                  <c:v>22 Aug
05:00</c:v>
                </c:pt>
                <c:pt idx="126">
                  <c:v>22 Aug
06:00</c:v>
                </c:pt>
                <c:pt idx="127">
                  <c:v>22 Aug
07:00</c:v>
                </c:pt>
                <c:pt idx="128">
                  <c:v>22 Aug
08:00</c:v>
                </c:pt>
                <c:pt idx="129">
                  <c:v>22 Aug
09:00</c:v>
                </c:pt>
                <c:pt idx="130">
                  <c:v>22 Aug
10:00</c:v>
                </c:pt>
                <c:pt idx="131">
                  <c:v>22 Aug
11:00</c:v>
                </c:pt>
                <c:pt idx="132">
                  <c:v>22 Aug
12:00</c:v>
                </c:pt>
                <c:pt idx="133">
                  <c:v>22 Aug
13:00</c:v>
                </c:pt>
                <c:pt idx="134">
                  <c:v>22 Aug
14:00</c:v>
                </c:pt>
                <c:pt idx="135">
                  <c:v>22 Aug
15:00</c:v>
                </c:pt>
                <c:pt idx="136">
                  <c:v>22 Aug
16:00</c:v>
                </c:pt>
                <c:pt idx="137">
                  <c:v>22 Aug
17:00</c:v>
                </c:pt>
                <c:pt idx="138">
                  <c:v>22 Aug
18:00</c:v>
                </c:pt>
                <c:pt idx="139">
                  <c:v>22 Aug
19:00</c:v>
                </c:pt>
                <c:pt idx="140">
                  <c:v>22 Aug
20:00</c:v>
                </c:pt>
                <c:pt idx="141">
                  <c:v>22 Aug
21:00</c:v>
                </c:pt>
                <c:pt idx="142">
                  <c:v>22 Aug
22:00</c:v>
                </c:pt>
                <c:pt idx="143">
                  <c:v>22 Aug
23:00</c:v>
                </c:pt>
                <c:pt idx="144">
                  <c:v>23 Aug
00:00</c:v>
                </c:pt>
                <c:pt idx="145">
                  <c:v>23 Aug
01:00</c:v>
                </c:pt>
                <c:pt idx="146">
                  <c:v>23 Aug
02:00</c:v>
                </c:pt>
                <c:pt idx="147">
                  <c:v>23 Aug
03:00</c:v>
                </c:pt>
                <c:pt idx="148">
                  <c:v>23 Aug
04:00</c:v>
                </c:pt>
                <c:pt idx="149">
                  <c:v>23 Aug
05:00</c:v>
                </c:pt>
                <c:pt idx="150">
                  <c:v>23 Aug
06:00</c:v>
                </c:pt>
                <c:pt idx="151">
                  <c:v>23 Aug
07:00</c:v>
                </c:pt>
                <c:pt idx="152">
                  <c:v>23 Aug
08:00</c:v>
                </c:pt>
                <c:pt idx="153">
                  <c:v>23 Aug
09:00</c:v>
                </c:pt>
                <c:pt idx="154">
                  <c:v>23 Aug
10:00</c:v>
                </c:pt>
                <c:pt idx="155">
                  <c:v>23 Aug
11:00</c:v>
                </c:pt>
                <c:pt idx="156">
                  <c:v>23 Aug
12:00</c:v>
                </c:pt>
                <c:pt idx="157">
                  <c:v>23 Aug
13:00</c:v>
                </c:pt>
                <c:pt idx="158">
                  <c:v>23 Aug
14:00</c:v>
                </c:pt>
                <c:pt idx="159">
                  <c:v>23 Aug
15:00</c:v>
                </c:pt>
                <c:pt idx="160">
                  <c:v>23 Aug
16:00</c:v>
                </c:pt>
                <c:pt idx="161">
                  <c:v>23 Aug
17:00</c:v>
                </c:pt>
                <c:pt idx="162">
                  <c:v>23 Aug
18:00</c:v>
                </c:pt>
                <c:pt idx="163">
                  <c:v>23 Aug
19:00</c:v>
                </c:pt>
                <c:pt idx="164">
                  <c:v>23 Aug
20:00</c:v>
                </c:pt>
                <c:pt idx="165">
                  <c:v>23 Aug
21:00</c:v>
                </c:pt>
                <c:pt idx="166">
                  <c:v>23 Aug
22:00</c:v>
                </c:pt>
                <c:pt idx="167">
                  <c:v>23 Aug
23:00</c:v>
                </c:pt>
                <c:pt idx="168">
                  <c:v>24 Aug
00:00</c:v>
                </c:pt>
                <c:pt idx="169">
                  <c:v>24 Aug
01:00</c:v>
                </c:pt>
                <c:pt idx="170">
                  <c:v>24 Aug
02:00</c:v>
                </c:pt>
                <c:pt idx="171">
                  <c:v>24 Aug
03:00</c:v>
                </c:pt>
                <c:pt idx="172">
                  <c:v>24 Aug
04:00</c:v>
                </c:pt>
                <c:pt idx="173">
                  <c:v>24 Aug
05:00</c:v>
                </c:pt>
                <c:pt idx="174">
                  <c:v>24 Aug
06:00</c:v>
                </c:pt>
                <c:pt idx="175">
                  <c:v>24 Aug
07:00</c:v>
                </c:pt>
                <c:pt idx="176">
                  <c:v>24 Aug
08:00</c:v>
                </c:pt>
                <c:pt idx="177">
                  <c:v>24 Aug
09:00</c:v>
                </c:pt>
                <c:pt idx="178">
                  <c:v>24 Aug
10:00</c:v>
                </c:pt>
                <c:pt idx="179">
                  <c:v>24 Aug
11:00</c:v>
                </c:pt>
                <c:pt idx="180">
                  <c:v>24 Aug
12:00</c:v>
                </c:pt>
                <c:pt idx="181">
                  <c:v>24 Aug
13:00</c:v>
                </c:pt>
                <c:pt idx="182">
                  <c:v>24 Aug
14:00</c:v>
                </c:pt>
                <c:pt idx="183">
                  <c:v>24 Aug
15:00</c:v>
                </c:pt>
                <c:pt idx="184">
                  <c:v>24 Aug
16:00</c:v>
                </c:pt>
                <c:pt idx="185">
                  <c:v>24 Aug
17:00</c:v>
                </c:pt>
                <c:pt idx="186">
                  <c:v>24 Aug
18:00</c:v>
                </c:pt>
                <c:pt idx="187">
                  <c:v>24 Aug
19:00</c:v>
                </c:pt>
                <c:pt idx="188">
                  <c:v>24 Aug
20:00</c:v>
                </c:pt>
                <c:pt idx="189">
                  <c:v>24 Aug
21:00</c:v>
                </c:pt>
                <c:pt idx="190">
                  <c:v>24 Aug
22:00</c:v>
                </c:pt>
                <c:pt idx="191">
                  <c:v>24 Aug
23:00</c:v>
                </c:pt>
                <c:pt idx="192">
                  <c:v>25 Aug
00:00</c:v>
                </c:pt>
                <c:pt idx="193">
                  <c:v>25 Aug
01:00</c:v>
                </c:pt>
                <c:pt idx="194">
                  <c:v>25 Aug
02:00</c:v>
                </c:pt>
                <c:pt idx="195">
                  <c:v>25 Aug
03:00</c:v>
                </c:pt>
                <c:pt idx="196">
                  <c:v>25 Aug
04:00</c:v>
                </c:pt>
                <c:pt idx="197">
                  <c:v>25 Aug
05:00</c:v>
                </c:pt>
                <c:pt idx="198">
                  <c:v>25 Aug
06:00</c:v>
                </c:pt>
                <c:pt idx="199">
                  <c:v>25 Aug
07:00</c:v>
                </c:pt>
                <c:pt idx="200">
                  <c:v>25 Aug
08:00</c:v>
                </c:pt>
                <c:pt idx="201">
                  <c:v>25 Aug
09:00</c:v>
                </c:pt>
                <c:pt idx="202">
                  <c:v>25 Aug
10:00</c:v>
                </c:pt>
                <c:pt idx="203">
                  <c:v>25 Aug
11:00</c:v>
                </c:pt>
                <c:pt idx="204">
                  <c:v>25 Aug
12:00</c:v>
                </c:pt>
                <c:pt idx="205">
                  <c:v>25 Aug
13:00</c:v>
                </c:pt>
                <c:pt idx="206">
                  <c:v>25 Aug
14:00</c:v>
                </c:pt>
                <c:pt idx="207">
                  <c:v>25 Aug
15:00</c:v>
                </c:pt>
                <c:pt idx="208">
                  <c:v>25 Aug
16:00</c:v>
                </c:pt>
                <c:pt idx="209">
                  <c:v>25 Aug
17:00</c:v>
                </c:pt>
                <c:pt idx="210">
                  <c:v>25 Aug
18:00</c:v>
                </c:pt>
                <c:pt idx="211">
                  <c:v>25 Aug
19:00</c:v>
                </c:pt>
                <c:pt idx="212">
                  <c:v>25 Aug
20:00</c:v>
                </c:pt>
                <c:pt idx="213">
                  <c:v>25 Aug
21:00</c:v>
                </c:pt>
                <c:pt idx="214">
                  <c:v>25 Aug
22:00</c:v>
                </c:pt>
                <c:pt idx="215">
                  <c:v>25 Aug
23:00</c:v>
                </c:pt>
                <c:pt idx="216">
                  <c:v>26 Aug
00:00</c:v>
                </c:pt>
                <c:pt idx="217">
                  <c:v>26 Aug
01:00</c:v>
                </c:pt>
                <c:pt idx="218">
                  <c:v>26 Aug
02:00</c:v>
                </c:pt>
                <c:pt idx="219">
                  <c:v>26 Aug
03:00</c:v>
                </c:pt>
                <c:pt idx="220">
                  <c:v>26 Aug
04:00</c:v>
                </c:pt>
                <c:pt idx="221">
                  <c:v>26 Aug
05:00</c:v>
                </c:pt>
                <c:pt idx="222">
                  <c:v>26 Aug
06:00</c:v>
                </c:pt>
                <c:pt idx="223">
                  <c:v>26 Aug
07:00</c:v>
                </c:pt>
                <c:pt idx="224">
                  <c:v>26 Aug
08:00</c:v>
                </c:pt>
                <c:pt idx="225">
                  <c:v>26 Aug
09:00</c:v>
                </c:pt>
                <c:pt idx="226">
                  <c:v>26 Aug
10:00</c:v>
                </c:pt>
                <c:pt idx="227">
                  <c:v>26 Aug
11:00</c:v>
                </c:pt>
                <c:pt idx="228">
                  <c:v>26 Aug
12:00</c:v>
                </c:pt>
                <c:pt idx="229">
                  <c:v>26 Aug
13:00</c:v>
                </c:pt>
                <c:pt idx="230">
                  <c:v>26 Aug
14:00</c:v>
                </c:pt>
                <c:pt idx="231">
                  <c:v>26 Aug
15:00</c:v>
                </c:pt>
                <c:pt idx="232">
                  <c:v>26 Aug
16:00</c:v>
                </c:pt>
                <c:pt idx="233">
                  <c:v>26 Aug
17:00</c:v>
                </c:pt>
                <c:pt idx="234">
                  <c:v>26 Aug
18:00</c:v>
                </c:pt>
                <c:pt idx="235">
                  <c:v>26 Aug
19:00</c:v>
                </c:pt>
                <c:pt idx="236">
                  <c:v>26 Aug
20:00</c:v>
                </c:pt>
                <c:pt idx="237">
                  <c:v>26 Aug
21:00</c:v>
                </c:pt>
                <c:pt idx="238">
                  <c:v>26 Aug
22:00</c:v>
                </c:pt>
                <c:pt idx="239">
                  <c:v>26 Aug
23:00</c:v>
                </c:pt>
                <c:pt idx="240">
                  <c:v>27 Aug
00:00</c:v>
                </c:pt>
                <c:pt idx="241">
                  <c:v>27 Aug
01:00</c:v>
                </c:pt>
                <c:pt idx="242">
                  <c:v>27 Aug
02:00</c:v>
                </c:pt>
                <c:pt idx="243">
                  <c:v>27 Aug
03:00</c:v>
                </c:pt>
                <c:pt idx="244">
                  <c:v>27 Aug
04:00</c:v>
                </c:pt>
                <c:pt idx="245">
                  <c:v>27 Aug
05:00</c:v>
                </c:pt>
                <c:pt idx="246">
                  <c:v>27 Aug
06:00</c:v>
                </c:pt>
                <c:pt idx="247">
                  <c:v>27 Aug
07:00</c:v>
                </c:pt>
                <c:pt idx="248">
                  <c:v>27 Aug
08:00</c:v>
                </c:pt>
                <c:pt idx="249">
                  <c:v>27 Aug
09:00</c:v>
                </c:pt>
                <c:pt idx="250">
                  <c:v>27 Aug
10:00</c:v>
                </c:pt>
                <c:pt idx="251">
                  <c:v>27 Aug
11:00</c:v>
                </c:pt>
                <c:pt idx="252">
                  <c:v>27 Aug
12:00</c:v>
                </c:pt>
                <c:pt idx="253">
                  <c:v>27 Aug
13:00</c:v>
                </c:pt>
                <c:pt idx="254">
                  <c:v>27 Aug
14:00</c:v>
                </c:pt>
                <c:pt idx="255">
                  <c:v>27 Aug
15:00</c:v>
                </c:pt>
                <c:pt idx="256">
                  <c:v>27 Aug
16:00</c:v>
                </c:pt>
                <c:pt idx="257">
                  <c:v>27 Aug
17:00</c:v>
                </c:pt>
                <c:pt idx="258">
                  <c:v>27 Aug
18:00</c:v>
                </c:pt>
                <c:pt idx="259">
                  <c:v>27 Aug
19:00</c:v>
                </c:pt>
                <c:pt idx="260">
                  <c:v>27 Aug
20:00</c:v>
                </c:pt>
                <c:pt idx="261">
                  <c:v>27 Aug
21:00</c:v>
                </c:pt>
                <c:pt idx="262">
                  <c:v>27 Aug
22:00</c:v>
                </c:pt>
                <c:pt idx="263">
                  <c:v>27 Aug
23:00</c:v>
                </c:pt>
                <c:pt idx="264">
                  <c:v>28 Aug
00:00</c:v>
                </c:pt>
                <c:pt idx="265">
                  <c:v>28 Aug
01:00</c:v>
                </c:pt>
                <c:pt idx="266">
                  <c:v>28 Aug
02:00</c:v>
                </c:pt>
                <c:pt idx="267">
                  <c:v>28 Aug
03:00</c:v>
                </c:pt>
                <c:pt idx="268">
                  <c:v>28 Aug
04:00</c:v>
                </c:pt>
                <c:pt idx="269">
                  <c:v>28 Aug
05:00</c:v>
                </c:pt>
                <c:pt idx="270">
                  <c:v>28 Aug
06:00</c:v>
                </c:pt>
                <c:pt idx="271">
                  <c:v>28 Aug
07:00</c:v>
                </c:pt>
                <c:pt idx="272">
                  <c:v>28 Aug
08:00</c:v>
                </c:pt>
                <c:pt idx="273">
                  <c:v>28 Aug
09:00</c:v>
                </c:pt>
                <c:pt idx="274">
                  <c:v>28 Aug
10:00</c:v>
                </c:pt>
                <c:pt idx="275">
                  <c:v>28 Aug
11:00</c:v>
                </c:pt>
                <c:pt idx="276">
                  <c:v>28 Aug
12:00</c:v>
                </c:pt>
                <c:pt idx="277">
                  <c:v>28 Aug
13:00</c:v>
                </c:pt>
                <c:pt idx="278">
                  <c:v>28 Aug
14:00</c:v>
                </c:pt>
                <c:pt idx="279">
                  <c:v>28 Aug
15:00</c:v>
                </c:pt>
                <c:pt idx="280">
                  <c:v>28 Aug
16:00</c:v>
                </c:pt>
                <c:pt idx="281">
                  <c:v>28 Aug
17:00</c:v>
                </c:pt>
                <c:pt idx="282">
                  <c:v>28 Aug
18:00</c:v>
                </c:pt>
                <c:pt idx="283">
                  <c:v>28 Aug
19:00</c:v>
                </c:pt>
                <c:pt idx="284">
                  <c:v>28 Aug
20:00</c:v>
                </c:pt>
                <c:pt idx="285">
                  <c:v>28 Aug
21:00</c:v>
                </c:pt>
                <c:pt idx="286">
                  <c:v>28 Aug
22:00</c:v>
                </c:pt>
                <c:pt idx="287">
                  <c:v>28 Aug
23:00</c:v>
                </c:pt>
                <c:pt idx="288">
                  <c:v>29 Aug
00:00</c:v>
                </c:pt>
                <c:pt idx="289">
                  <c:v>29 Aug
01:00</c:v>
                </c:pt>
                <c:pt idx="290">
                  <c:v>29 Aug
02:00</c:v>
                </c:pt>
                <c:pt idx="291">
                  <c:v>29 Aug
03:00</c:v>
                </c:pt>
                <c:pt idx="292">
                  <c:v>29 Aug
04:00</c:v>
                </c:pt>
                <c:pt idx="293">
                  <c:v>29 Aug
05:00</c:v>
                </c:pt>
                <c:pt idx="294">
                  <c:v>29 Aug
06:00</c:v>
                </c:pt>
                <c:pt idx="295">
                  <c:v>29 Aug
07:00</c:v>
                </c:pt>
                <c:pt idx="296">
                  <c:v>29 Aug
08:00</c:v>
                </c:pt>
                <c:pt idx="297">
                  <c:v>29 Aug
09:00</c:v>
                </c:pt>
                <c:pt idx="298">
                  <c:v>29 Aug
10:00</c:v>
                </c:pt>
                <c:pt idx="299">
                  <c:v>29 Aug
11:00</c:v>
                </c:pt>
                <c:pt idx="300">
                  <c:v>29 Aug
12:00</c:v>
                </c:pt>
                <c:pt idx="301">
                  <c:v>29 Aug
13:00</c:v>
                </c:pt>
                <c:pt idx="302">
                  <c:v>29 Aug
14:00</c:v>
                </c:pt>
                <c:pt idx="303">
                  <c:v>29 Aug
15:00</c:v>
                </c:pt>
                <c:pt idx="304">
                  <c:v>29 Aug
16:00</c:v>
                </c:pt>
                <c:pt idx="305">
                  <c:v>29 Aug
17:00</c:v>
                </c:pt>
                <c:pt idx="306">
                  <c:v>29 Aug
18:00</c:v>
                </c:pt>
                <c:pt idx="307">
                  <c:v>29 Aug
19:00</c:v>
                </c:pt>
                <c:pt idx="308">
                  <c:v>29 Aug
20:00</c:v>
                </c:pt>
                <c:pt idx="309">
                  <c:v>29 Aug
21:00</c:v>
                </c:pt>
                <c:pt idx="310">
                  <c:v>29 Aug
22:00</c:v>
                </c:pt>
                <c:pt idx="311">
                  <c:v>29 Aug
23:00</c:v>
                </c:pt>
                <c:pt idx="312">
                  <c:v>30 Aug
00:00</c:v>
                </c:pt>
                <c:pt idx="313">
                  <c:v>30 Aug
01:00</c:v>
                </c:pt>
                <c:pt idx="314">
                  <c:v>30 Aug
02:00</c:v>
                </c:pt>
                <c:pt idx="315">
                  <c:v>30 Aug
03:00</c:v>
                </c:pt>
                <c:pt idx="316">
                  <c:v>30 Aug
04:00</c:v>
                </c:pt>
                <c:pt idx="317">
                  <c:v>30 Aug
05:00</c:v>
                </c:pt>
                <c:pt idx="318">
                  <c:v>30 Aug
06:00</c:v>
                </c:pt>
                <c:pt idx="319">
                  <c:v>30 Aug
07:00</c:v>
                </c:pt>
                <c:pt idx="320">
                  <c:v>30 Aug
08:00</c:v>
                </c:pt>
                <c:pt idx="321">
                  <c:v>30 Aug
09:00</c:v>
                </c:pt>
                <c:pt idx="322">
                  <c:v>30 Aug
10:00</c:v>
                </c:pt>
                <c:pt idx="323">
                  <c:v>30 Aug
11:00</c:v>
                </c:pt>
                <c:pt idx="324">
                  <c:v>30 Aug
12:00</c:v>
                </c:pt>
                <c:pt idx="325">
                  <c:v>30 Aug
13:00</c:v>
                </c:pt>
                <c:pt idx="326">
                  <c:v>30 Aug
14:00</c:v>
                </c:pt>
                <c:pt idx="327">
                  <c:v>30 Aug
15:00</c:v>
                </c:pt>
                <c:pt idx="328">
                  <c:v>30 Aug
16:00</c:v>
                </c:pt>
                <c:pt idx="329">
                  <c:v>30 Aug
17:00</c:v>
                </c:pt>
                <c:pt idx="330">
                  <c:v>30 Aug
18:00</c:v>
                </c:pt>
                <c:pt idx="331">
                  <c:v>30 Aug
19:00</c:v>
                </c:pt>
                <c:pt idx="332">
                  <c:v>30 Aug
20:00</c:v>
                </c:pt>
                <c:pt idx="333">
                  <c:v>30 Aug
21:00</c:v>
                </c:pt>
                <c:pt idx="334">
                  <c:v>30 Aug
22:00</c:v>
                </c:pt>
                <c:pt idx="335">
                  <c:v>30 Aug
23:00</c:v>
                </c:pt>
                <c:pt idx="336">
                  <c:v>31 Aug
00:00</c:v>
                </c:pt>
                <c:pt idx="337">
                  <c:v>31 Aug
01:00</c:v>
                </c:pt>
                <c:pt idx="338">
                  <c:v>31 Aug
02:00</c:v>
                </c:pt>
                <c:pt idx="339">
                  <c:v>31 Aug
03:00</c:v>
                </c:pt>
                <c:pt idx="340">
                  <c:v>31 Aug
04:00</c:v>
                </c:pt>
                <c:pt idx="341">
                  <c:v>31 Aug
05:00</c:v>
                </c:pt>
                <c:pt idx="342">
                  <c:v>31 Aug
06:00</c:v>
                </c:pt>
                <c:pt idx="343">
                  <c:v>31 Aug
07:00</c:v>
                </c:pt>
                <c:pt idx="344">
                  <c:v>31 Aug
08:00</c:v>
                </c:pt>
                <c:pt idx="345">
                  <c:v>31 Aug
09:00</c:v>
                </c:pt>
                <c:pt idx="346">
                  <c:v>31 Aug
10:00</c:v>
                </c:pt>
                <c:pt idx="347">
                  <c:v>31 Aug
11:00</c:v>
                </c:pt>
                <c:pt idx="348">
                  <c:v>31 Aug
12:00</c:v>
                </c:pt>
                <c:pt idx="349">
                  <c:v>31 Aug
13:00</c:v>
                </c:pt>
                <c:pt idx="350">
                  <c:v>31 Aug
14:00</c:v>
                </c:pt>
                <c:pt idx="351">
                  <c:v>31 Aug
15:00</c:v>
                </c:pt>
                <c:pt idx="352">
                  <c:v>31 Aug
16:00</c:v>
                </c:pt>
                <c:pt idx="353">
                  <c:v>31 Aug
17:00</c:v>
                </c:pt>
                <c:pt idx="354">
                  <c:v>31 Aug
18:00</c:v>
                </c:pt>
                <c:pt idx="355">
                  <c:v>31 Aug
19:00</c:v>
                </c:pt>
                <c:pt idx="356">
                  <c:v>31 Aug
20:00</c:v>
                </c:pt>
                <c:pt idx="357">
                  <c:v>31 Aug
21:00</c:v>
                </c:pt>
                <c:pt idx="358">
                  <c:v>31 Aug
22:00</c:v>
                </c:pt>
                <c:pt idx="359">
                  <c:v>31 Aug
23:00</c:v>
                </c:pt>
                <c:pt idx="360">
                  <c:v>01 Sep
00:00</c:v>
                </c:pt>
                <c:pt idx="361">
                  <c:v>01 Sep
01:00</c:v>
                </c:pt>
                <c:pt idx="362">
                  <c:v>01 Sep
02:00</c:v>
                </c:pt>
                <c:pt idx="363">
                  <c:v>01 Sep
03:00</c:v>
                </c:pt>
                <c:pt idx="364">
                  <c:v>01 Sep
04:00</c:v>
                </c:pt>
                <c:pt idx="365">
                  <c:v>01 Sep
05:00</c:v>
                </c:pt>
                <c:pt idx="366">
                  <c:v>01 Sep
06:00</c:v>
                </c:pt>
                <c:pt idx="367">
                  <c:v>01 Sep
07:00</c:v>
                </c:pt>
                <c:pt idx="368">
                  <c:v>01 Sep
08:00</c:v>
                </c:pt>
                <c:pt idx="369">
                  <c:v>01 Sep
09:00</c:v>
                </c:pt>
                <c:pt idx="370">
                  <c:v>01 Sep
10:00</c:v>
                </c:pt>
                <c:pt idx="371">
                  <c:v>01 Sep
11:00</c:v>
                </c:pt>
                <c:pt idx="372">
                  <c:v>01 Sep
12:00</c:v>
                </c:pt>
                <c:pt idx="373">
                  <c:v>01 Sep
13:00</c:v>
                </c:pt>
                <c:pt idx="374">
                  <c:v>01 Sep
14:00</c:v>
                </c:pt>
                <c:pt idx="375">
                  <c:v>01 Sep
15:00</c:v>
                </c:pt>
                <c:pt idx="376">
                  <c:v>01 Sep
16:00</c:v>
                </c:pt>
                <c:pt idx="377">
                  <c:v>01 Sep
17:00</c:v>
                </c:pt>
                <c:pt idx="378">
                  <c:v>01 Sep
18:00</c:v>
                </c:pt>
                <c:pt idx="379">
                  <c:v>01 Sep
19:00</c:v>
                </c:pt>
                <c:pt idx="380">
                  <c:v>01 Sep
20:00</c:v>
                </c:pt>
                <c:pt idx="381">
                  <c:v>01 Sep
21:00</c:v>
                </c:pt>
                <c:pt idx="382">
                  <c:v>01 Sep
22:00</c:v>
                </c:pt>
                <c:pt idx="383">
                  <c:v>01 Sep
23:00</c:v>
                </c:pt>
                <c:pt idx="384">
                  <c:v>02 Sep
00:00</c:v>
                </c:pt>
                <c:pt idx="385">
                  <c:v>02 Sep
01:00</c:v>
                </c:pt>
                <c:pt idx="386">
                  <c:v>02 Sep
02:00</c:v>
                </c:pt>
                <c:pt idx="387">
                  <c:v>02 Sep
03:00</c:v>
                </c:pt>
                <c:pt idx="388">
                  <c:v>02 Sep
04:00</c:v>
                </c:pt>
                <c:pt idx="389">
                  <c:v>02 Sep
05:00</c:v>
                </c:pt>
                <c:pt idx="390">
                  <c:v>02 Sep
06:00</c:v>
                </c:pt>
                <c:pt idx="391">
                  <c:v>02 Sep
07:00</c:v>
                </c:pt>
                <c:pt idx="392">
                  <c:v>02 Sep
08:00</c:v>
                </c:pt>
                <c:pt idx="393">
                  <c:v>02 Sep
09:00</c:v>
                </c:pt>
                <c:pt idx="394">
                  <c:v>02 Sep
10:00</c:v>
                </c:pt>
                <c:pt idx="395">
                  <c:v>02 Sep
11:00</c:v>
                </c:pt>
                <c:pt idx="396">
                  <c:v>02 Sep
12:00</c:v>
                </c:pt>
                <c:pt idx="397">
                  <c:v>02 Sep
13:00</c:v>
                </c:pt>
                <c:pt idx="398">
                  <c:v>02 Sep
14:00</c:v>
                </c:pt>
                <c:pt idx="399">
                  <c:v>02 Sep
15:00</c:v>
                </c:pt>
                <c:pt idx="400">
                  <c:v>02 Sep
16:00</c:v>
                </c:pt>
                <c:pt idx="401">
                  <c:v>02 Sep
17:00</c:v>
                </c:pt>
                <c:pt idx="402">
                  <c:v>02 Sep
18:00</c:v>
                </c:pt>
                <c:pt idx="403">
                  <c:v>02 Sep
19:00</c:v>
                </c:pt>
                <c:pt idx="404">
                  <c:v>02 Sep
20:00</c:v>
                </c:pt>
                <c:pt idx="405">
                  <c:v>02 Sep
21:00</c:v>
                </c:pt>
                <c:pt idx="406">
                  <c:v>02 Sep
22:00</c:v>
                </c:pt>
                <c:pt idx="407">
                  <c:v>02 Sep
23:00</c:v>
                </c:pt>
                <c:pt idx="408">
                  <c:v>03 Sep
00:00</c:v>
                </c:pt>
                <c:pt idx="409">
                  <c:v>03 Sep
01:00</c:v>
                </c:pt>
                <c:pt idx="410">
                  <c:v>03 Sep
02:00</c:v>
                </c:pt>
                <c:pt idx="411">
                  <c:v>03 Sep
03:00</c:v>
                </c:pt>
                <c:pt idx="412">
                  <c:v>03 Sep
04:00</c:v>
                </c:pt>
                <c:pt idx="413">
                  <c:v>03 Sep
05:00</c:v>
                </c:pt>
                <c:pt idx="414">
                  <c:v>03 Sep
06:00</c:v>
                </c:pt>
                <c:pt idx="415">
                  <c:v>03 Sep
07:00</c:v>
                </c:pt>
                <c:pt idx="416">
                  <c:v>03 Sep
08:00</c:v>
                </c:pt>
                <c:pt idx="417">
                  <c:v>03 Sep
09:00</c:v>
                </c:pt>
                <c:pt idx="418">
                  <c:v>03 Sep
10:00</c:v>
                </c:pt>
                <c:pt idx="419">
                  <c:v>03 Sep
11:00</c:v>
                </c:pt>
                <c:pt idx="420">
                  <c:v>03 Sep
12:00</c:v>
                </c:pt>
                <c:pt idx="421">
                  <c:v>03 Sep
13:00</c:v>
                </c:pt>
                <c:pt idx="422">
                  <c:v>03 Sep
14:00</c:v>
                </c:pt>
                <c:pt idx="423">
                  <c:v>03 Sep
15:00</c:v>
                </c:pt>
                <c:pt idx="424">
                  <c:v>03 Sep
16:00</c:v>
                </c:pt>
                <c:pt idx="425">
                  <c:v>03 Sep
17:00</c:v>
                </c:pt>
                <c:pt idx="426">
                  <c:v>03 Sep
18:00</c:v>
                </c:pt>
                <c:pt idx="427">
                  <c:v>03 Sep
19:00</c:v>
                </c:pt>
                <c:pt idx="428">
                  <c:v>03 Sep
20:00</c:v>
                </c:pt>
                <c:pt idx="429">
                  <c:v>03 Sep
21:00</c:v>
                </c:pt>
                <c:pt idx="430">
                  <c:v>03 Sep
22:00</c:v>
                </c:pt>
                <c:pt idx="431">
                  <c:v>03 Sep
23:00</c:v>
                </c:pt>
                <c:pt idx="432">
                  <c:v>04 Sep
00:00</c:v>
                </c:pt>
                <c:pt idx="433">
                  <c:v>04 Sep
01:00</c:v>
                </c:pt>
                <c:pt idx="434">
                  <c:v>04 Sep
02:00</c:v>
                </c:pt>
                <c:pt idx="435">
                  <c:v>04 Sep
03:00</c:v>
                </c:pt>
                <c:pt idx="436">
                  <c:v>04 Sep
04:00</c:v>
                </c:pt>
                <c:pt idx="437">
                  <c:v>04 Sep
05:00</c:v>
                </c:pt>
                <c:pt idx="438">
                  <c:v>04 Sep
06:00</c:v>
                </c:pt>
                <c:pt idx="439">
                  <c:v>04 Sep
07:00</c:v>
                </c:pt>
                <c:pt idx="440">
                  <c:v>04 Sep
08:00</c:v>
                </c:pt>
                <c:pt idx="441">
                  <c:v>04 Sep
09:00</c:v>
                </c:pt>
                <c:pt idx="442">
                  <c:v>04 Sep
10:00</c:v>
                </c:pt>
                <c:pt idx="443">
                  <c:v>04 Sep
11:00</c:v>
                </c:pt>
                <c:pt idx="444">
                  <c:v>04 Sep
12:00</c:v>
                </c:pt>
                <c:pt idx="445">
                  <c:v>04 Sep
13:00</c:v>
                </c:pt>
                <c:pt idx="446">
                  <c:v>04 Sep
14:00</c:v>
                </c:pt>
                <c:pt idx="447">
                  <c:v>04 Sep
15:00</c:v>
                </c:pt>
                <c:pt idx="448">
                  <c:v>04 Sep
16:00</c:v>
                </c:pt>
                <c:pt idx="449">
                  <c:v>04 Sep
17:00</c:v>
                </c:pt>
                <c:pt idx="450">
                  <c:v>04 Sep
18:00</c:v>
                </c:pt>
                <c:pt idx="451">
                  <c:v>04 Sep
19:00</c:v>
                </c:pt>
                <c:pt idx="452">
                  <c:v>04 Sep
20:00</c:v>
                </c:pt>
                <c:pt idx="453">
                  <c:v>04 Sep
21:00</c:v>
                </c:pt>
                <c:pt idx="454">
                  <c:v>04 Sep
22:00</c:v>
                </c:pt>
                <c:pt idx="455">
                  <c:v>04 Sep
23:00</c:v>
                </c:pt>
                <c:pt idx="456">
                  <c:v>05 Sep
00:00</c:v>
                </c:pt>
                <c:pt idx="457">
                  <c:v>05 Sep
01:00</c:v>
                </c:pt>
                <c:pt idx="458">
                  <c:v>05 Sep
02:00</c:v>
                </c:pt>
                <c:pt idx="459">
                  <c:v>05 Sep
03:00</c:v>
                </c:pt>
                <c:pt idx="460">
                  <c:v>05 Sep
04:00</c:v>
                </c:pt>
                <c:pt idx="461">
                  <c:v>05 Sep
05:00</c:v>
                </c:pt>
                <c:pt idx="462">
                  <c:v>05 Sep
06:00</c:v>
                </c:pt>
                <c:pt idx="463">
                  <c:v>05 Sep
07:00</c:v>
                </c:pt>
                <c:pt idx="464">
                  <c:v>05 Sep
08:00</c:v>
                </c:pt>
                <c:pt idx="465">
                  <c:v>05 Sep
09:00</c:v>
                </c:pt>
                <c:pt idx="466">
                  <c:v>05 Sep
10:00</c:v>
                </c:pt>
                <c:pt idx="467">
                  <c:v>05 Sep
11:00</c:v>
                </c:pt>
                <c:pt idx="468">
                  <c:v>05 Sep
12:00</c:v>
                </c:pt>
                <c:pt idx="469">
                  <c:v>05 Sep
13:00</c:v>
                </c:pt>
                <c:pt idx="470">
                  <c:v>05 Sep
14:00</c:v>
                </c:pt>
                <c:pt idx="471">
                  <c:v>05 Sep
15:00</c:v>
                </c:pt>
                <c:pt idx="472">
                  <c:v>05 Sep
16:00</c:v>
                </c:pt>
                <c:pt idx="473">
                  <c:v>05 Sep
17:00</c:v>
                </c:pt>
                <c:pt idx="474">
                  <c:v>05 Sep
18:00</c:v>
                </c:pt>
                <c:pt idx="475">
                  <c:v>05 Sep
19:00</c:v>
                </c:pt>
                <c:pt idx="476">
                  <c:v>05 Sep
20:00</c:v>
                </c:pt>
                <c:pt idx="477">
                  <c:v>05 Sep
21:00</c:v>
                </c:pt>
                <c:pt idx="478">
                  <c:v>05 Sep
22:00</c:v>
                </c:pt>
                <c:pt idx="479">
                  <c:v>05 Sep
23:00</c:v>
                </c:pt>
                <c:pt idx="480">
                  <c:v>06 Sep
00:00</c:v>
                </c:pt>
                <c:pt idx="481">
                  <c:v>06 Sep
01:00</c:v>
                </c:pt>
                <c:pt idx="482">
                  <c:v>06 Sep
02:00</c:v>
                </c:pt>
                <c:pt idx="483">
                  <c:v>06 Sep
03:00</c:v>
                </c:pt>
                <c:pt idx="484">
                  <c:v>06 Sep
04:00</c:v>
                </c:pt>
                <c:pt idx="485">
                  <c:v>06 Sep
05:00</c:v>
                </c:pt>
                <c:pt idx="486">
                  <c:v>06 Sep
06:00</c:v>
                </c:pt>
                <c:pt idx="487">
                  <c:v>06 Sep
07:00</c:v>
                </c:pt>
                <c:pt idx="488">
                  <c:v>06 Sep
08:00</c:v>
                </c:pt>
                <c:pt idx="489">
                  <c:v>06 Sep
09:00</c:v>
                </c:pt>
                <c:pt idx="490">
                  <c:v>06 Sep
10:00</c:v>
                </c:pt>
                <c:pt idx="491">
                  <c:v>06 Sep
11:00</c:v>
                </c:pt>
                <c:pt idx="492">
                  <c:v>06 Sep
12:00</c:v>
                </c:pt>
                <c:pt idx="493">
                  <c:v>06 Sep
13:00</c:v>
                </c:pt>
                <c:pt idx="494">
                  <c:v>06 Sep
14:00</c:v>
                </c:pt>
                <c:pt idx="495">
                  <c:v>06 Sep
15:00</c:v>
                </c:pt>
                <c:pt idx="496">
                  <c:v>06 Sep
16:00</c:v>
                </c:pt>
                <c:pt idx="497">
                  <c:v>06 Sep
17:00</c:v>
                </c:pt>
                <c:pt idx="498">
                  <c:v>06 Sep
18:00</c:v>
                </c:pt>
                <c:pt idx="499">
                  <c:v>06 Sep
19:00</c:v>
                </c:pt>
                <c:pt idx="500">
                  <c:v>06 Sep
20:00</c:v>
                </c:pt>
                <c:pt idx="501">
                  <c:v>06 Sep
21:00</c:v>
                </c:pt>
                <c:pt idx="502">
                  <c:v>06 Sep
22:00</c:v>
                </c:pt>
                <c:pt idx="503">
                  <c:v>06 Sep
23:00</c:v>
                </c:pt>
                <c:pt idx="504">
                  <c:v>07 Sep
00:00</c:v>
                </c:pt>
                <c:pt idx="505">
                  <c:v>07 Sep
01:00</c:v>
                </c:pt>
                <c:pt idx="506">
                  <c:v>07 Sep
02:00</c:v>
                </c:pt>
                <c:pt idx="507">
                  <c:v>07 Sep
03:00</c:v>
                </c:pt>
                <c:pt idx="508">
                  <c:v>07 Sep
04:00</c:v>
                </c:pt>
                <c:pt idx="509">
                  <c:v>07 Sep
05:00</c:v>
                </c:pt>
                <c:pt idx="510">
                  <c:v>07 Sep
06:00</c:v>
                </c:pt>
                <c:pt idx="511">
                  <c:v>07 Sep
07:00</c:v>
                </c:pt>
                <c:pt idx="512">
                  <c:v>07 Sep
08:00</c:v>
                </c:pt>
                <c:pt idx="513">
                  <c:v>07 Sep
09:00</c:v>
                </c:pt>
                <c:pt idx="514">
                  <c:v>07 Sep
10:00</c:v>
                </c:pt>
                <c:pt idx="515">
                  <c:v>07 Sep
11:00</c:v>
                </c:pt>
                <c:pt idx="516">
                  <c:v>07 Sep
12:00</c:v>
                </c:pt>
                <c:pt idx="517">
                  <c:v>07 Sep
13:00</c:v>
                </c:pt>
                <c:pt idx="518">
                  <c:v>07 Sep
14:00</c:v>
                </c:pt>
                <c:pt idx="519">
                  <c:v>07 Sep
15:00</c:v>
                </c:pt>
                <c:pt idx="520">
                  <c:v>07 Sep
16:00</c:v>
                </c:pt>
                <c:pt idx="521">
                  <c:v>07 Sep
17:00</c:v>
                </c:pt>
                <c:pt idx="522">
                  <c:v>07 Sep
18:00</c:v>
                </c:pt>
                <c:pt idx="523">
                  <c:v>07 Sep
19:00</c:v>
                </c:pt>
                <c:pt idx="524">
                  <c:v>07 Sep
20:00</c:v>
                </c:pt>
                <c:pt idx="525">
                  <c:v>07 Sep
21:00</c:v>
                </c:pt>
                <c:pt idx="526">
                  <c:v>07 Sep
22:00</c:v>
                </c:pt>
                <c:pt idx="527">
                  <c:v>07 Sep
23:00</c:v>
                </c:pt>
                <c:pt idx="528">
                  <c:v>08 Sep
00:00</c:v>
                </c:pt>
                <c:pt idx="529">
                  <c:v>08 Sep
01:00</c:v>
                </c:pt>
                <c:pt idx="530">
                  <c:v>08 Sep
02:00</c:v>
                </c:pt>
                <c:pt idx="531">
                  <c:v>08 Sep
03:00</c:v>
                </c:pt>
                <c:pt idx="532">
                  <c:v>08 Sep
04:00</c:v>
                </c:pt>
                <c:pt idx="533">
                  <c:v>08 Sep
05:00</c:v>
                </c:pt>
                <c:pt idx="534">
                  <c:v>08 Sep
06:00</c:v>
                </c:pt>
                <c:pt idx="535">
                  <c:v>08 Sep
07:00</c:v>
                </c:pt>
                <c:pt idx="536">
                  <c:v>08 Sep
08:00</c:v>
                </c:pt>
                <c:pt idx="537">
                  <c:v>08 Sep
09:00</c:v>
                </c:pt>
                <c:pt idx="538">
                  <c:v>08 Sep
10:00</c:v>
                </c:pt>
                <c:pt idx="539">
                  <c:v>08 Sep
11:00</c:v>
                </c:pt>
                <c:pt idx="540">
                  <c:v>08 Sep
12:00</c:v>
                </c:pt>
                <c:pt idx="541">
                  <c:v>08 Sep
13:00</c:v>
                </c:pt>
                <c:pt idx="542">
                  <c:v>08 Sep
14:00</c:v>
                </c:pt>
                <c:pt idx="543">
                  <c:v>08 Sep
15:00</c:v>
                </c:pt>
                <c:pt idx="544">
                  <c:v>08 Sep
16:00</c:v>
                </c:pt>
                <c:pt idx="545">
                  <c:v>08 Sep
17:00</c:v>
                </c:pt>
                <c:pt idx="546">
                  <c:v>08 Sep
18:00</c:v>
                </c:pt>
                <c:pt idx="547">
                  <c:v>08 Sep
19:00</c:v>
                </c:pt>
                <c:pt idx="548">
                  <c:v>08 Sep
20:00</c:v>
                </c:pt>
                <c:pt idx="549">
                  <c:v>08 Sep
21:00</c:v>
                </c:pt>
                <c:pt idx="550">
                  <c:v>08 Sep
22:00</c:v>
                </c:pt>
                <c:pt idx="551">
                  <c:v>08 Sep
23:00</c:v>
                </c:pt>
                <c:pt idx="552">
                  <c:v>09 Sep
00:00</c:v>
                </c:pt>
                <c:pt idx="553">
                  <c:v>09 Sep
01:00</c:v>
                </c:pt>
                <c:pt idx="554">
                  <c:v>09 Sep
02:00</c:v>
                </c:pt>
                <c:pt idx="555">
                  <c:v>09 Sep
03:00</c:v>
                </c:pt>
                <c:pt idx="556">
                  <c:v>09 Sep
04:00</c:v>
                </c:pt>
                <c:pt idx="557">
                  <c:v>09 Sep
05:00</c:v>
                </c:pt>
                <c:pt idx="558">
                  <c:v>09 Sep
06:00</c:v>
                </c:pt>
                <c:pt idx="559">
                  <c:v>09 Sep
07:00</c:v>
                </c:pt>
                <c:pt idx="560">
                  <c:v>09 Sep
08:00</c:v>
                </c:pt>
                <c:pt idx="561">
                  <c:v>09 Sep
09:00</c:v>
                </c:pt>
                <c:pt idx="562">
                  <c:v>09 Sep
10:00</c:v>
                </c:pt>
                <c:pt idx="563">
                  <c:v>09 Sep
11:00</c:v>
                </c:pt>
                <c:pt idx="564">
                  <c:v>09 Sep
12:00</c:v>
                </c:pt>
                <c:pt idx="565">
                  <c:v>09 Sep
13:00</c:v>
                </c:pt>
                <c:pt idx="566">
                  <c:v>09 Sep
14:00</c:v>
                </c:pt>
                <c:pt idx="567">
                  <c:v>09 Sep
15:00</c:v>
                </c:pt>
                <c:pt idx="568">
                  <c:v>09 Sep
16:00</c:v>
                </c:pt>
                <c:pt idx="569">
                  <c:v>09 Sep
17:00</c:v>
                </c:pt>
                <c:pt idx="570">
                  <c:v>09 Sep
18:00</c:v>
                </c:pt>
                <c:pt idx="571">
                  <c:v>09 Sep
19:00</c:v>
                </c:pt>
                <c:pt idx="572">
                  <c:v>09 Sep
20:00</c:v>
                </c:pt>
                <c:pt idx="573">
                  <c:v>09 Sep
21:00</c:v>
                </c:pt>
                <c:pt idx="574">
                  <c:v>09 Sep
22:00</c:v>
                </c:pt>
                <c:pt idx="575">
                  <c:v>09 Sep
23:00</c:v>
                </c:pt>
                <c:pt idx="576">
                  <c:v>10 Sep
00:00</c:v>
                </c:pt>
                <c:pt idx="577">
                  <c:v>10 Sep
01:00</c:v>
                </c:pt>
                <c:pt idx="578">
                  <c:v>10 Sep
02:00</c:v>
                </c:pt>
                <c:pt idx="579">
                  <c:v>10 Sep
03:00</c:v>
                </c:pt>
                <c:pt idx="580">
                  <c:v>10 Sep
04:00</c:v>
                </c:pt>
                <c:pt idx="581">
                  <c:v>10 Sep
05:00</c:v>
                </c:pt>
                <c:pt idx="582">
                  <c:v>10 Sep
06:00</c:v>
                </c:pt>
                <c:pt idx="583">
                  <c:v>10 Sep
07:00</c:v>
                </c:pt>
                <c:pt idx="584">
                  <c:v>10 Sep
08:00</c:v>
                </c:pt>
                <c:pt idx="585">
                  <c:v>10 Sep
09:00</c:v>
                </c:pt>
                <c:pt idx="586">
                  <c:v>10 Sep
10:00</c:v>
                </c:pt>
                <c:pt idx="587">
                  <c:v>10 Sep
11:00</c:v>
                </c:pt>
                <c:pt idx="588">
                  <c:v>10 Sep
12:00</c:v>
                </c:pt>
                <c:pt idx="589">
                  <c:v>10 Sep
13:00</c:v>
                </c:pt>
                <c:pt idx="590">
                  <c:v>10 Sep
14:00</c:v>
                </c:pt>
                <c:pt idx="591">
                  <c:v>10 Sep
15:00</c:v>
                </c:pt>
                <c:pt idx="592">
                  <c:v>10 Sep
16:00</c:v>
                </c:pt>
                <c:pt idx="593">
                  <c:v>10 Sep
17:00</c:v>
                </c:pt>
                <c:pt idx="594">
                  <c:v>10 Sep
18:00</c:v>
                </c:pt>
                <c:pt idx="595">
                  <c:v>10 Sep
19:00</c:v>
                </c:pt>
                <c:pt idx="596">
                  <c:v>10 Sep
20:00</c:v>
                </c:pt>
                <c:pt idx="597">
                  <c:v>10 Sep
21:00</c:v>
                </c:pt>
                <c:pt idx="598">
                  <c:v>10 Sep
22:00</c:v>
                </c:pt>
                <c:pt idx="599">
                  <c:v>10 Sep
23:00</c:v>
                </c:pt>
                <c:pt idx="600">
                  <c:v>11 Sep
00:00</c:v>
                </c:pt>
                <c:pt idx="601">
                  <c:v>11 Sep
01:00</c:v>
                </c:pt>
                <c:pt idx="602">
                  <c:v>11 Sep
02:00</c:v>
                </c:pt>
                <c:pt idx="603">
                  <c:v>11 Sep
03:00</c:v>
                </c:pt>
                <c:pt idx="604">
                  <c:v>11 Sep
04:00</c:v>
                </c:pt>
                <c:pt idx="605">
                  <c:v>11 Sep
05:00</c:v>
                </c:pt>
                <c:pt idx="606">
                  <c:v>11 Sep
06:00</c:v>
                </c:pt>
                <c:pt idx="607">
                  <c:v>11 Sep
07:00</c:v>
                </c:pt>
                <c:pt idx="608">
                  <c:v>11 Sep
08:00</c:v>
                </c:pt>
                <c:pt idx="609">
                  <c:v>11 Sep
09:00</c:v>
                </c:pt>
                <c:pt idx="610">
                  <c:v>11 Sep
10:00</c:v>
                </c:pt>
                <c:pt idx="611">
                  <c:v>11 Sep
11:00</c:v>
                </c:pt>
                <c:pt idx="612">
                  <c:v>11 Sep
12:00</c:v>
                </c:pt>
                <c:pt idx="613">
                  <c:v>11 Sep
13:00</c:v>
                </c:pt>
                <c:pt idx="614">
                  <c:v>11 Sep
14:00</c:v>
                </c:pt>
                <c:pt idx="615">
                  <c:v>11 Sep
15:00</c:v>
                </c:pt>
                <c:pt idx="616">
                  <c:v>11 Sep
16:00</c:v>
                </c:pt>
                <c:pt idx="617">
                  <c:v>11 Sep
17:00</c:v>
                </c:pt>
                <c:pt idx="618">
                  <c:v>11 Sep
18:00</c:v>
                </c:pt>
                <c:pt idx="619">
                  <c:v>11 Sep
19:00</c:v>
                </c:pt>
                <c:pt idx="620">
                  <c:v>11 Sep
20:00</c:v>
                </c:pt>
                <c:pt idx="621">
                  <c:v>11 Sep
21:00</c:v>
                </c:pt>
                <c:pt idx="622">
                  <c:v>11 Sep
22:00</c:v>
                </c:pt>
                <c:pt idx="623">
                  <c:v>11 Sep
23:00</c:v>
                </c:pt>
                <c:pt idx="624">
                  <c:v>12 Sep
00:00</c:v>
                </c:pt>
                <c:pt idx="625">
                  <c:v>12 Sep
01:00</c:v>
                </c:pt>
                <c:pt idx="626">
                  <c:v>12 Sep
02:00</c:v>
                </c:pt>
                <c:pt idx="627">
                  <c:v>12 Sep
03:00</c:v>
                </c:pt>
                <c:pt idx="628">
                  <c:v>12 Sep
04:00</c:v>
                </c:pt>
                <c:pt idx="629">
                  <c:v>12 Sep
05:00</c:v>
                </c:pt>
                <c:pt idx="630">
                  <c:v>12 Sep
06:00</c:v>
                </c:pt>
                <c:pt idx="631">
                  <c:v>12 Sep
07:00</c:v>
                </c:pt>
                <c:pt idx="632">
                  <c:v>12 Sep
08:00</c:v>
                </c:pt>
                <c:pt idx="633">
                  <c:v>12 Sep
09:00</c:v>
                </c:pt>
                <c:pt idx="634">
                  <c:v>12 Sep
10:00</c:v>
                </c:pt>
                <c:pt idx="635">
                  <c:v>12 Sep
11:00</c:v>
                </c:pt>
                <c:pt idx="636">
                  <c:v>12 Sep
12:00</c:v>
                </c:pt>
                <c:pt idx="637">
                  <c:v>12 Sep
13:00</c:v>
                </c:pt>
                <c:pt idx="638">
                  <c:v>12 Sep
14:00</c:v>
                </c:pt>
                <c:pt idx="639">
                  <c:v>12 Sep
15:00</c:v>
                </c:pt>
                <c:pt idx="640">
                  <c:v>12 Sep
16:00</c:v>
                </c:pt>
                <c:pt idx="641">
                  <c:v>12 Sep
17:00</c:v>
                </c:pt>
                <c:pt idx="642">
                  <c:v>12 Sep
18:00</c:v>
                </c:pt>
                <c:pt idx="643">
                  <c:v>12 Sep
19:00</c:v>
                </c:pt>
                <c:pt idx="644">
                  <c:v>12 Sep
20:00</c:v>
                </c:pt>
                <c:pt idx="645">
                  <c:v>12 Sep
21:00</c:v>
                </c:pt>
                <c:pt idx="646">
                  <c:v>12 Sep
22:00</c:v>
                </c:pt>
                <c:pt idx="647">
                  <c:v>12 Sep
23:00</c:v>
                </c:pt>
                <c:pt idx="648">
                  <c:v>13 Sep
00:00</c:v>
                </c:pt>
                <c:pt idx="649">
                  <c:v>13 Sep
01:00</c:v>
                </c:pt>
                <c:pt idx="650">
                  <c:v>13 Sep
02:00</c:v>
                </c:pt>
                <c:pt idx="651">
                  <c:v>13 Sep
03:00</c:v>
                </c:pt>
                <c:pt idx="652">
                  <c:v>13 Sep
04:00</c:v>
                </c:pt>
                <c:pt idx="653">
                  <c:v>13 Sep
05:00</c:v>
                </c:pt>
                <c:pt idx="654">
                  <c:v>13 Sep
06:00</c:v>
                </c:pt>
                <c:pt idx="655">
                  <c:v>13 Sep
07:00</c:v>
                </c:pt>
                <c:pt idx="656">
                  <c:v>13 Sep
08:00</c:v>
                </c:pt>
                <c:pt idx="657">
                  <c:v>13 Sep
09:00</c:v>
                </c:pt>
                <c:pt idx="658">
                  <c:v>13 Sep
10:00</c:v>
                </c:pt>
                <c:pt idx="659">
                  <c:v>13 Sep
11:00</c:v>
                </c:pt>
                <c:pt idx="660">
                  <c:v>13 Sep
12:00</c:v>
                </c:pt>
                <c:pt idx="661">
                  <c:v>13 Sep
13:00</c:v>
                </c:pt>
                <c:pt idx="662">
                  <c:v>13 Sep
14:00</c:v>
                </c:pt>
                <c:pt idx="663">
                  <c:v>13 Sep
15:00</c:v>
                </c:pt>
                <c:pt idx="664">
                  <c:v>13 Sep
16:00</c:v>
                </c:pt>
                <c:pt idx="665">
                  <c:v>13 Sep
17:00</c:v>
                </c:pt>
                <c:pt idx="666">
                  <c:v>13 Sep
18:00</c:v>
                </c:pt>
                <c:pt idx="667">
                  <c:v>13 Sep
19:00</c:v>
                </c:pt>
                <c:pt idx="668">
                  <c:v>13 Sep
20:00</c:v>
                </c:pt>
                <c:pt idx="669">
                  <c:v>13 Sep
21:00</c:v>
                </c:pt>
                <c:pt idx="670">
                  <c:v>13 Sep
22:00</c:v>
                </c:pt>
                <c:pt idx="671">
                  <c:v>13 Sep
23:00</c:v>
                </c:pt>
                <c:pt idx="672">
                  <c:v>14 Sep
00:00</c:v>
                </c:pt>
                <c:pt idx="673">
                  <c:v>14 Sep
01:00</c:v>
                </c:pt>
                <c:pt idx="674">
                  <c:v>14 Sep
02:00</c:v>
                </c:pt>
                <c:pt idx="675">
                  <c:v>14 Sep
03:00</c:v>
                </c:pt>
                <c:pt idx="676">
                  <c:v>14 Sep
04:00</c:v>
                </c:pt>
                <c:pt idx="677">
                  <c:v>14 Sep
05:00</c:v>
                </c:pt>
                <c:pt idx="678">
                  <c:v>14 Sep
06:00</c:v>
                </c:pt>
                <c:pt idx="679">
                  <c:v>14 Sep
07:00</c:v>
                </c:pt>
                <c:pt idx="680">
                  <c:v>14 Sep
08:00</c:v>
                </c:pt>
                <c:pt idx="681">
                  <c:v>14 Sep
09:00</c:v>
                </c:pt>
                <c:pt idx="682">
                  <c:v>14 Sep
10:00</c:v>
                </c:pt>
                <c:pt idx="683">
                  <c:v>14 Sep
11:00</c:v>
                </c:pt>
                <c:pt idx="684">
                  <c:v>14 Sep
12:00</c:v>
                </c:pt>
                <c:pt idx="685">
                  <c:v>14 Sep
13:00</c:v>
                </c:pt>
                <c:pt idx="686">
                  <c:v>14 Sep
14:00</c:v>
                </c:pt>
                <c:pt idx="687">
                  <c:v>14 Sep
15:00</c:v>
                </c:pt>
                <c:pt idx="688">
                  <c:v>14 Sep
16:00</c:v>
                </c:pt>
                <c:pt idx="689">
                  <c:v>14 Sep
17:00</c:v>
                </c:pt>
                <c:pt idx="690">
                  <c:v>14 Sep
18:00</c:v>
                </c:pt>
                <c:pt idx="691">
                  <c:v>14 Sep
19:00</c:v>
                </c:pt>
                <c:pt idx="692">
                  <c:v>14 Sep
20:00</c:v>
                </c:pt>
                <c:pt idx="693">
                  <c:v>14 Sep
21:00</c:v>
                </c:pt>
                <c:pt idx="694">
                  <c:v>14 Sep
22:00</c:v>
                </c:pt>
                <c:pt idx="695">
                  <c:v>14 Sep
23:00</c:v>
                </c:pt>
                <c:pt idx="696">
                  <c:v>15 Sep
00:00</c:v>
                </c:pt>
                <c:pt idx="697">
                  <c:v>15 Sep
01:00</c:v>
                </c:pt>
                <c:pt idx="698">
                  <c:v>15 Sep
02:00</c:v>
                </c:pt>
                <c:pt idx="699">
                  <c:v>15 Sep
03:00</c:v>
                </c:pt>
                <c:pt idx="700">
                  <c:v>15 Sep
04:00</c:v>
                </c:pt>
                <c:pt idx="701">
                  <c:v>15 Sep
05:00</c:v>
                </c:pt>
                <c:pt idx="702">
                  <c:v>15 Sep
06:00</c:v>
                </c:pt>
                <c:pt idx="703">
                  <c:v>15 Sep
07:00</c:v>
                </c:pt>
                <c:pt idx="704">
                  <c:v>15 Sep
08:00</c:v>
                </c:pt>
                <c:pt idx="705">
                  <c:v>15 Sep
09:00</c:v>
                </c:pt>
                <c:pt idx="706">
                  <c:v>15 Sep
10:00</c:v>
                </c:pt>
                <c:pt idx="707">
                  <c:v>15 Sep
11:00</c:v>
                </c:pt>
                <c:pt idx="708">
                  <c:v>15 Sep
12:00</c:v>
                </c:pt>
                <c:pt idx="709">
                  <c:v>15 Sep
13:00</c:v>
                </c:pt>
                <c:pt idx="710">
                  <c:v>15 Sep
14:00</c:v>
                </c:pt>
                <c:pt idx="711">
                  <c:v>15 Sep
15:00</c:v>
                </c:pt>
                <c:pt idx="712">
                  <c:v>15 Sep
16:00</c:v>
                </c:pt>
                <c:pt idx="713">
                  <c:v>15 Sep
17:00</c:v>
                </c:pt>
                <c:pt idx="714">
                  <c:v>15 Sep
18:00</c:v>
                </c:pt>
                <c:pt idx="715">
                  <c:v>15 Sep
19:00</c:v>
                </c:pt>
                <c:pt idx="716">
                  <c:v>15 Sep
20:00</c:v>
                </c:pt>
                <c:pt idx="717">
                  <c:v>15 Sep
21:00</c:v>
                </c:pt>
                <c:pt idx="718">
                  <c:v>15 Sep
22:00</c:v>
                </c:pt>
                <c:pt idx="719">
                  <c:v>15 Sep
23:00</c:v>
                </c:pt>
                <c:pt idx="720">
                  <c:v>16 Sep
00:00</c:v>
                </c:pt>
                <c:pt idx="721">
                  <c:v>16 Sep
01:00</c:v>
                </c:pt>
                <c:pt idx="722">
                  <c:v>16 Sep
02:00</c:v>
                </c:pt>
                <c:pt idx="723">
                  <c:v>16 Sep
03:00</c:v>
                </c:pt>
                <c:pt idx="724">
                  <c:v>16 Sep
04:00</c:v>
                </c:pt>
                <c:pt idx="725">
                  <c:v>16 Sep
05:00</c:v>
                </c:pt>
                <c:pt idx="726">
                  <c:v>16 Sep
06:00</c:v>
                </c:pt>
                <c:pt idx="727">
                  <c:v>16 Sep
07:00</c:v>
                </c:pt>
                <c:pt idx="728">
                  <c:v>16 Sep
08:00</c:v>
                </c:pt>
                <c:pt idx="729">
                  <c:v>16 Sep
09:00</c:v>
                </c:pt>
                <c:pt idx="730">
                  <c:v>16 Sep
10:00</c:v>
                </c:pt>
                <c:pt idx="731">
                  <c:v>16 Sep
11:00</c:v>
                </c:pt>
                <c:pt idx="732">
                  <c:v>16 Sep
12:00</c:v>
                </c:pt>
                <c:pt idx="733">
                  <c:v>16 Sep
13:00</c:v>
                </c:pt>
                <c:pt idx="734">
                  <c:v>16 Sep
14:00</c:v>
                </c:pt>
                <c:pt idx="735">
                  <c:v>16 Sep
15:00</c:v>
                </c:pt>
                <c:pt idx="736">
                  <c:v>16 Sep
16:00</c:v>
                </c:pt>
                <c:pt idx="737">
                  <c:v>16 Sep
17:00</c:v>
                </c:pt>
                <c:pt idx="738">
                  <c:v>16 Sep
18:00</c:v>
                </c:pt>
                <c:pt idx="739">
                  <c:v>16 Sep
19:00</c:v>
                </c:pt>
                <c:pt idx="740">
                  <c:v>16 Sep
20:00</c:v>
                </c:pt>
                <c:pt idx="741">
                  <c:v>16 Sep
21:00</c:v>
                </c:pt>
                <c:pt idx="742">
                  <c:v>16 Sep
22:00</c:v>
                </c:pt>
                <c:pt idx="743">
                  <c:v>16 Sep
23:00</c:v>
                </c:pt>
              </c:strCache>
            </c:strRef>
          </c:cat>
          <c:val>
            <c:numRef>
              <c:f>Data!$E$2:$E$745</c:f>
              <c:numCache>
                <c:formatCode>0.00</c:formatCode>
                <c:ptCount val="744"/>
                <c:pt idx="0">
                  <c:v>0</c:v>
                </c:pt>
                <c:pt idx="1">
                  <c:v>0</c:v>
                </c:pt>
                <c:pt idx="2">
                  <c:v>0</c:v>
                </c:pt>
                <c:pt idx="3">
                  <c:v>0</c:v>
                </c:pt>
                <c:pt idx="4">
                  <c:v>0</c:v>
                </c:pt>
                <c:pt idx="5">
                  <c:v>-0.01929722831360836</c:v>
                </c:pt>
                <c:pt idx="6">
                  <c:v>0</c:v>
                </c:pt>
                <c:pt idx="7">
                  <c:v>-0.2411572911285575</c:v>
                </c:pt>
                <c:pt idx="8">
                  <c:v>-0.4510115679794535</c:v>
                </c:pt>
                <c:pt idx="9">
                  <c:v>-0.5403500251853322</c:v>
                </c:pt>
                <c:pt idx="10">
                  <c:v>0</c:v>
                </c:pt>
                <c:pt idx="11">
                  <c:v>-0.09594579933716041</c:v>
                </c:pt>
                <c:pt idx="12">
                  <c:v>-0.2159133746497344</c:v>
                </c:pt>
                <c:pt idx="13">
                  <c:v>-0.03116550673937235</c:v>
                </c:pt>
                <c:pt idx="14">
                  <c:v>0</c:v>
                </c:pt>
                <c:pt idx="15">
                  <c:v>0</c:v>
                </c:pt>
                <c:pt idx="16">
                  <c:v>-0.1312149532710305</c:v>
                </c:pt>
                <c:pt idx="17">
                  <c:v>0</c:v>
                </c:pt>
                <c:pt idx="18">
                  <c:v>0</c:v>
                </c:pt>
                <c:pt idx="19">
                  <c:v>-0.1845601203311564</c:v>
                </c:pt>
                <c:pt idx="20">
                  <c:v>-0.05609286644325806</c:v>
                </c:pt>
                <c:pt idx="21">
                  <c:v>-0.07271584927689423</c:v>
                </c:pt>
                <c:pt idx="22">
                  <c:v>-0.2135998970647868</c:v>
                </c:pt>
                <c:pt idx="23">
                  <c:v>0</c:v>
                </c:pt>
                <c:pt idx="24">
                  <c:v>-0.2299475764774517</c:v>
                </c:pt>
                <c:pt idx="25">
                  <c:v>-0.5145346269531004</c:v>
                </c:pt>
                <c:pt idx="26">
                  <c:v>-0.6645994783991194</c:v>
                </c:pt>
                <c:pt idx="27">
                  <c:v>-0.5378563536596492</c:v>
                </c:pt>
                <c:pt idx="28">
                  <c:v>-0.4986355627664363</c:v>
                </c:pt>
                <c:pt idx="29">
                  <c:v>-0.4483660069949602</c:v>
                </c:pt>
                <c:pt idx="30">
                  <c:v>-0.3317263811343452</c:v>
                </c:pt>
                <c:pt idx="31">
                  <c:v>-0.5162237088208732</c:v>
                </c:pt>
                <c:pt idx="32">
                  <c:v>-0.3658334379324502</c:v>
                </c:pt>
                <c:pt idx="33">
                  <c:v>-0.5580943437452079</c:v>
                </c:pt>
                <c:pt idx="34">
                  <c:v>-0.5102886780377514</c:v>
                </c:pt>
                <c:pt idx="35">
                  <c:v>-0.2803411015602997</c:v>
                </c:pt>
                <c:pt idx="36">
                  <c:v>-0.4681081198349424</c:v>
                </c:pt>
                <c:pt idx="37">
                  <c:v>-0.4836507722513317</c:v>
                </c:pt>
                <c:pt idx="38">
                  <c:v>0</c:v>
                </c:pt>
                <c:pt idx="39">
                  <c:v>0</c:v>
                </c:pt>
                <c:pt idx="40">
                  <c:v>-0.0232210100491681</c:v>
                </c:pt>
                <c:pt idx="41">
                  <c:v>-0.285313127456821</c:v>
                </c:pt>
                <c:pt idx="42">
                  <c:v>-0.1280701922101279</c:v>
                </c:pt>
                <c:pt idx="43">
                  <c:v>-0.326574364436627</c:v>
                </c:pt>
                <c:pt idx="44">
                  <c:v>-0.4204298014680696</c:v>
                </c:pt>
                <c:pt idx="45">
                  <c:v>-0.3862150462893621</c:v>
                </c:pt>
                <c:pt idx="46">
                  <c:v>-0.3408523560073706</c:v>
                </c:pt>
                <c:pt idx="47">
                  <c:v>-0.1998918819903883</c:v>
                </c:pt>
                <c:pt idx="48">
                  <c:v>-0.5659697177058942</c:v>
                </c:pt>
                <c:pt idx="49">
                  <c:v>-0.7009167827459972</c:v>
                </c:pt>
                <c:pt idx="50">
                  <c:v>-0.7758222720015917</c:v>
                </c:pt>
                <c:pt idx="51">
                  <c:v>-0.8084951274426433</c:v>
                </c:pt>
                <c:pt idx="52">
                  <c:v>-0.8308372546413367</c:v>
                </c:pt>
                <c:pt idx="53">
                  <c:v>-0.9545130325991469</c:v>
                </c:pt>
                <c:pt idx="54">
                  <c:v>-0.7944792588272853</c:v>
                </c:pt>
                <c:pt idx="55">
                  <c:v>-0.8620144673368579</c:v>
                </c:pt>
                <c:pt idx="56">
                  <c:v>-0.6801473932797286</c:v>
                </c:pt>
                <c:pt idx="57">
                  <c:v>-0.659933087718978</c:v>
                </c:pt>
                <c:pt idx="58">
                  <c:v>-0.6142157604973164</c:v>
                </c:pt>
                <c:pt idx="59">
                  <c:v>-0.5233670279543245</c:v>
                </c:pt>
                <c:pt idx="60">
                  <c:v>0</c:v>
                </c:pt>
                <c:pt idx="61">
                  <c:v>0</c:v>
                </c:pt>
                <c:pt idx="62">
                  <c:v>0</c:v>
                </c:pt>
                <c:pt idx="63">
                  <c:v>0</c:v>
                </c:pt>
                <c:pt idx="64">
                  <c:v>-0.1294308136651323</c:v>
                </c:pt>
                <c:pt idx="65">
                  <c:v>-0.520334334976813</c:v>
                </c:pt>
                <c:pt idx="66">
                  <c:v>-0.2304898328325033</c:v>
                </c:pt>
                <c:pt idx="67">
                  <c:v>-0.1816961811127005</c:v>
                </c:pt>
                <c:pt idx="68">
                  <c:v>0</c:v>
                </c:pt>
                <c:pt idx="69">
                  <c:v>0</c:v>
                </c:pt>
                <c:pt idx="70">
                  <c:v>-0.646339822457398</c:v>
                </c:pt>
                <c:pt idx="71">
                  <c:v>-0.5374736800428548</c:v>
                </c:pt>
                <c:pt idx="72">
                  <c:v>-0.4152377596957413</c:v>
                </c:pt>
                <c:pt idx="73">
                  <c:v>0</c:v>
                </c:pt>
                <c:pt idx="74">
                  <c:v>-0.6033253243743042</c:v>
                </c:pt>
                <c:pt idx="75">
                  <c:v>-0.7548271763026526</c:v>
                </c:pt>
                <c:pt idx="76">
                  <c:v>-0.3297528237891312</c:v>
                </c:pt>
                <c:pt idx="77">
                  <c:v>-0.4523398093454589</c:v>
                </c:pt>
                <c:pt idx="78">
                  <c:v>0</c:v>
                </c:pt>
                <c:pt idx="79">
                  <c:v>-0.05087900860091255</c:v>
                </c:pt>
                <c:pt idx="80">
                  <c:v>0</c:v>
                </c:pt>
                <c:pt idx="81">
                  <c:v>0</c:v>
                </c:pt>
                <c:pt idx="82">
                  <c:v>0</c:v>
                </c:pt>
                <c:pt idx="83">
                  <c:v>-0.09572755371514141</c:v>
                </c:pt>
                <c:pt idx="84">
                  <c:v>-0.06104506653773489</c:v>
                </c:pt>
                <c:pt idx="85">
                  <c:v>-0.4222457389640666</c:v>
                </c:pt>
                <c:pt idx="86">
                  <c:v>-0.2349297509486314</c:v>
                </c:pt>
                <c:pt idx="87">
                  <c:v>0</c:v>
                </c:pt>
                <c:pt idx="88">
                  <c:v>0</c:v>
                </c:pt>
                <c:pt idx="89">
                  <c:v>-0.1368120526407113</c:v>
                </c:pt>
                <c:pt idx="90">
                  <c:v>-0.5571195468246581</c:v>
                </c:pt>
                <c:pt idx="91">
                  <c:v>-0.2009826029711559</c:v>
                </c:pt>
                <c:pt idx="92">
                  <c:v>-0.2270819217940256</c:v>
                </c:pt>
                <c:pt idx="93">
                  <c:v>-0.1308947425867069</c:v>
                </c:pt>
                <c:pt idx="94">
                  <c:v>-0.2209449436173738</c:v>
                </c:pt>
                <c:pt idx="95">
                  <c:v>0</c:v>
                </c:pt>
                <c:pt idx="96">
                  <c:v>0</c:v>
                </c:pt>
                <c:pt idx="97">
                  <c:v>0</c:v>
                </c:pt>
                <c:pt idx="98">
                  <c:v>-0.9177386750802263</c:v>
                </c:pt>
                <c:pt idx="99">
                  <c:v>-0.8231949136174976</c:v>
                </c:pt>
                <c:pt idx="100">
                  <c:v>-0.1374032450485507</c:v>
                </c:pt>
                <c:pt idx="101">
                  <c:v>0</c:v>
                </c:pt>
                <c:pt idx="102">
                  <c:v>0</c:v>
                </c:pt>
                <c:pt idx="103">
                  <c:v>0</c:v>
                </c:pt>
                <c:pt idx="104">
                  <c:v>0</c:v>
                </c:pt>
                <c:pt idx="105">
                  <c:v>-1.699916084212538</c:v>
                </c:pt>
                <c:pt idx="106">
                  <c:v>-1.826956839578264</c:v>
                </c:pt>
                <c:pt idx="107">
                  <c:v>-3.199309899577363</c:v>
                </c:pt>
                <c:pt idx="108">
                  <c:v>-2.566768313570233</c:v>
                </c:pt>
                <c:pt idx="109">
                  <c:v>-2.512250178310005</c:v>
                </c:pt>
                <c:pt idx="110">
                  <c:v>-2.363609087937213</c:v>
                </c:pt>
                <c:pt idx="111">
                  <c:v>-2.568887972612999</c:v>
                </c:pt>
                <c:pt idx="112">
                  <c:v>-2.235760843412338</c:v>
                </c:pt>
                <c:pt idx="113">
                  <c:v>-2.35351547344792</c:v>
                </c:pt>
                <c:pt idx="114">
                  <c:v>-2.664752076224941</c:v>
                </c:pt>
                <c:pt idx="115">
                  <c:v>-2.812446890239373</c:v>
                </c:pt>
                <c:pt idx="116">
                  <c:v>-2.192635875506865</c:v>
                </c:pt>
                <c:pt idx="117">
                  <c:v>-0.9499100595863896</c:v>
                </c:pt>
                <c:pt idx="118">
                  <c:v>-1.006699258106702</c:v>
                </c:pt>
                <c:pt idx="119">
                  <c:v>-1.160765666267494</c:v>
                </c:pt>
                <c:pt idx="120">
                  <c:v>-1.646180204075209</c:v>
                </c:pt>
                <c:pt idx="121">
                  <c:v>-1.801735420373174</c:v>
                </c:pt>
                <c:pt idx="122">
                  <c:v>-0.9942588782486661</c:v>
                </c:pt>
                <c:pt idx="123">
                  <c:v>-1.06872451914336</c:v>
                </c:pt>
                <c:pt idx="124">
                  <c:v>-0.9942588782486661</c:v>
                </c:pt>
                <c:pt idx="125">
                  <c:v>-2.368567576055058</c:v>
                </c:pt>
                <c:pt idx="126">
                  <c:v>-2.23565990726744</c:v>
                </c:pt>
                <c:pt idx="127">
                  <c:v>-2.484101610903022</c:v>
                </c:pt>
                <c:pt idx="128">
                  <c:v>-2.583309224314545</c:v>
                </c:pt>
                <c:pt idx="129">
                  <c:v>-2.770747645380522</c:v>
                </c:pt>
                <c:pt idx="130">
                  <c:v>-2.879241384122211</c:v>
                </c:pt>
                <c:pt idx="131">
                  <c:v>-2.684914071167288</c:v>
                </c:pt>
                <c:pt idx="132">
                  <c:v>-2.470109337817239</c:v>
                </c:pt>
                <c:pt idx="133">
                  <c:v>-2.484808163917274</c:v>
                </c:pt>
                <c:pt idx="134">
                  <c:v>-2.84439318009797</c:v>
                </c:pt>
                <c:pt idx="135">
                  <c:v>-2.87567076799663</c:v>
                </c:pt>
                <c:pt idx="136">
                  <c:v>-2.485577802022076</c:v>
                </c:pt>
                <c:pt idx="137">
                  <c:v>-2.498194820133681</c:v>
                </c:pt>
                <c:pt idx="138">
                  <c:v>-2.523618111628567</c:v>
                </c:pt>
                <c:pt idx="139">
                  <c:v>-2.321253758136554</c:v>
                </c:pt>
                <c:pt idx="140">
                  <c:v>-2.45570070313379</c:v>
                </c:pt>
                <c:pt idx="141">
                  <c:v>-3.030632984443338</c:v>
                </c:pt>
                <c:pt idx="142">
                  <c:v>-2.851786752711361</c:v>
                </c:pt>
                <c:pt idx="143">
                  <c:v>-2.754421223944126</c:v>
                </c:pt>
                <c:pt idx="144">
                  <c:v>-2.467106487506687</c:v>
                </c:pt>
                <c:pt idx="145">
                  <c:v>-2.608871303008664</c:v>
                </c:pt>
                <c:pt idx="146">
                  <c:v>-2.748705714739552</c:v>
                </c:pt>
                <c:pt idx="147">
                  <c:v>-2.939967092293361</c:v>
                </c:pt>
                <c:pt idx="148">
                  <c:v>-3.351117861496167</c:v>
                </c:pt>
                <c:pt idx="149">
                  <c:v>-4.04332532615308</c:v>
                </c:pt>
                <c:pt idx="150">
                  <c:v>-3.988340361222698</c:v>
                </c:pt>
                <c:pt idx="151">
                  <c:v>-4.101666417901106</c:v>
                </c:pt>
                <c:pt idx="152">
                  <c:v>-3.496857037703305</c:v>
                </c:pt>
                <c:pt idx="153">
                  <c:v>-3.41675158971273</c:v>
                </c:pt>
                <c:pt idx="154">
                  <c:v>-3.113476325364128</c:v>
                </c:pt>
                <c:pt idx="155">
                  <c:v>-2.456546043347274</c:v>
                </c:pt>
                <c:pt idx="156">
                  <c:v>-2.589049967555335</c:v>
                </c:pt>
                <c:pt idx="157">
                  <c:v>-2.233729503496351</c:v>
                </c:pt>
                <c:pt idx="158">
                  <c:v>-2.614284003778544</c:v>
                </c:pt>
                <c:pt idx="159">
                  <c:v>-2.651971036877887</c:v>
                </c:pt>
                <c:pt idx="160">
                  <c:v>-2.306580166072747</c:v>
                </c:pt>
                <c:pt idx="161">
                  <c:v>-2.626383724147563</c:v>
                </c:pt>
                <c:pt idx="162">
                  <c:v>-2.417483755273764</c:v>
                </c:pt>
                <c:pt idx="163">
                  <c:v>-2.412399096974771</c:v>
                </c:pt>
                <c:pt idx="164">
                  <c:v>-2.342261093292364</c:v>
                </c:pt>
                <c:pt idx="165">
                  <c:v>-1.797672740541234</c:v>
                </c:pt>
                <c:pt idx="166">
                  <c:v>-2.09335255998665</c:v>
                </c:pt>
                <c:pt idx="167">
                  <c:v>-1.922871411262683</c:v>
                </c:pt>
                <c:pt idx="168">
                  <c:v>-1.991634159970912</c:v>
                </c:pt>
                <c:pt idx="169">
                  <c:v>-2.947247111743745</c:v>
                </c:pt>
                <c:pt idx="170">
                  <c:v>-2.244996500670027</c:v>
                </c:pt>
                <c:pt idx="171">
                  <c:v>-2.933469327965876</c:v>
                </c:pt>
                <c:pt idx="172">
                  <c:v>-2.978360678406966</c:v>
                </c:pt>
                <c:pt idx="173">
                  <c:v>-2.660462290067023</c:v>
                </c:pt>
                <c:pt idx="174">
                  <c:v>-2.263114538678279</c:v>
                </c:pt>
                <c:pt idx="175">
                  <c:v>-2.461428829356471</c:v>
                </c:pt>
                <c:pt idx="176">
                  <c:v>-2.79663776654554</c:v>
                </c:pt>
                <c:pt idx="177">
                  <c:v>-2.149876801126649</c:v>
                </c:pt>
                <c:pt idx="178">
                  <c:v>-2.070212948769967</c:v>
                </c:pt>
                <c:pt idx="179">
                  <c:v>-1.027504720972761</c:v>
                </c:pt>
                <c:pt idx="180">
                  <c:v>-0.1236972455661456</c:v>
                </c:pt>
                <c:pt idx="181">
                  <c:v>-0.8327736634382576</c:v>
                </c:pt>
                <c:pt idx="182">
                  <c:v>0</c:v>
                </c:pt>
                <c:pt idx="183">
                  <c:v>-0.5167969380809656</c:v>
                </c:pt>
                <c:pt idx="184">
                  <c:v>-0.5827124123327754</c:v>
                </c:pt>
                <c:pt idx="185">
                  <c:v>-0.9429899691765442</c:v>
                </c:pt>
                <c:pt idx="186">
                  <c:v>-0.7326918113889191</c:v>
                </c:pt>
                <c:pt idx="187">
                  <c:v>-0.9469391122628124</c:v>
                </c:pt>
                <c:pt idx="188">
                  <c:v>-0.7276862096426528</c:v>
                </c:pt>
                <c:pt idx="189">
                  <c:v>-0.6624121567201158</c:v>
                </c:pt>
                <c:pt idx="190">
                  <c:v>-0.9695775121203454</c:v>
                </c:pt>
                <c:pt idx="191">
                  <c:v>-0.6516966474542141</c:v>
                </c:pt>
                <c:pt idx="192">
                  <c:v>0</c:v>
                </c:pt>
                <c:pt idx="193">
                  <c:v>0</c:v>
                </c:pt>
                <c:pt idx="194">
                  <c:v>0</c:v>
                </c:pt>
                <c:pt idx="195">
                  <c:v>-0.2003976955629039</c:v>
                </c:pt>
                <c:pt idx="196">
                  <c:v>-0.3544963566479042</c:v>
                </c:pt>
                <c:pt idx="197">
                  <c:v>0</c:v>
                </c:pt>
                <c:pt idx="198">
                  <c:v>-0.1954741558169659</c:v>
                </c:pt>
                <c:pt idx="199">
                  <c:v>-1.271009353180097</c:v>
                </c:pt>
                <c:pt idx="200">
                  <c:v>-0.9923338853662589</c:v>
                </c:pt>
                <c:pt idx="201">
                  <c:v>-1.91337005570289</c:v>
                </c:pt>
                <c:pt idx="202">
                  <c:v>-1.761719964475006</c:v>
                </c:pt>
                <c:pt idx="203">
                  <c:v>-1.999098249886344</c:v>
                </c:pt>
                <c:pt idx="204">
                  <c:v>-2.170022011125716</c:v>
                </c:pt>
                <c:pt idx="205">
                  <c:v>-2.581272086994102</c:v>
                </c:pt>
                <c:pt idx="206">
                  <c:v>-1.852935456740146</c:v>
                </c:pt>
                <c:pt idx="207">
                  <c:v>-1.523425064937156</c:v>
                </c:pt>
                <c:pt idx="208">
                  <c:v>-1.951991715790147</c:v>
                </c:pt>
                <c:pt idx="209">
                  <c:v>-1.847956012431273</c:v>
                </c:pt>
                <c:pt idx="210">
                  <c:v>-1.986699185823693</c:v>
                </c:pt>
                <c:pt idx="211">
                  <c:v>-2.236972002393112</c:v>
                </c:pt>
                <c:pt idx="212">
                  <c:v>-3.128589813939708</c:v>
                </c:pt>
                <c:pt idx="213">
                  <c:v>-2.677875783921835</c:v>
                </c:pt>
                <c:pt idx="214">
                  <c:v>-2.282109054785031</c:v>
                </c:pt>
                <c:pt idx="215">
                  <c:v>-2.716101070332788</c:v>
                </c:pt>
                <c:pt idx="216">
                  <c:v>-2.601338504358253</c:v>
                </c:pt>
                <c:pt idx="217">
                  <c:v>-2.374241161176682</c:v>
                </c:pt>
                <c:pt idx="218">
                  <c:v>-2.011472540594228</c:v>
                </c:pt>
                <c:pt idx="219">
                  <c:v>-2.035477921366902</c:v>
                </c:pt>
                <c:pt idx="220">
                  <c:v>-2.360776842858892</c:v>
                </c:pt>
                <c:pt idx="221">
                  <c:v>-2.038748004196611</c:v>
                </c:pt>
                <c:pt idx="222">
                  <c:v>-2.20975847217767</c:v>
                </c:pt>
                <c:pt idx="223">
                  <c:v>-2.237455082811135</c:v>
                </c:pt>
                <c:pt idx="224">
                  <c:v>-2.507447489777903</c:v>
                </c:pt>
                <c:pt idx="225">
                  <c:v>-2.833340971784382</c:v>
                </c:pt>
                <c:pt idx="226">
                  <c:v>-2.482847548490752</c:v>
                </c:pt>
                <c:pt idx="227">
                  <c:v>-2.780363152607579</c:v>
                </c:pt>
                <c:pt idx="228">
                  <c:v>-2.988050572326428</c:v>
                </c:pt>
                <c:pt idx="229">
                  <c:v>-2.82817572731473</c:v>
                </c:pt>
                <c:pt idx="230">
                  <c:v>-3.643442059458535</c:v>
                </c:pt>
                <c:pt idx="231">
                  <c:v>-3.369485915728487</c:v>
                </c:pt>
                <c:pt idx="232">
                  <c:v>-3.3946928042075</c:v>
                </c:pt>
                <c:pt idx="233">
                  <c:v>-2.835397160230335</c:v>
                </c:pt>
                <c:pt idx="234">
                  <c:v>-2.798757368524696</c:v>
                </c:pt>
                <c:pt idx="235">
                  <c:v>-2.794942271890044</c:v>
                </c:pt>
                <c:pt idx="236">
                  <c:v>-2.82398903035852</c:v>
                </c:pt>
                <c:pt idx="237">
                  <c:v>-2.487108565511298</c:v>
                </c:pt>
                <c:pt idx="238">
                  <c:v>-2.516848977913311</c:v>
                </c:pt>
                <c:pt idx="239">
                  <c:v>-2.115830297565158</c:v>
                </c:pt>
                <c:pt idx="240">
                  <c:v>-2.529223268621206</c:v>
                </c:pt>
                <c:pt idx="241">
                  <c:v>-2.270762858300124</c:v>
                </c:pt>
                <c:pt idx="242">
                  <c:v>-2.494850238877089</c:v>
                </c:pt>
                <c:pt idx="243">
                  <c:v>-2.354979877842589</c:v>
                </c:pt>
                <c:pt idx="244">
                  <c:v>-2.412813274554415</c:v>
                </c:pt>
                <c:pt idx="245">
                  <c:v>-2.253570150089368</c:v>
                </c:pt>
                <c:pt idx="246">
                  <c:v>-2.371317905313752</c:v>
                </c:pt>
                <c:pt idx="247">
                  <c:v>-2.043467328280391</c:v>
                </c:pt>
                <c:pt idx="248">
                  <c:v>-1.208828232706016</c:v>
                </c:pt>
                <c:pt idx="249">
                  <c:v>-0.9239222661673985</c:v>
                </c:pt>
                <c:pt idx="250">
                  <c:v>-1.369842652037179</c:v>
                </c:pt>
                <c:pt idx="251">
                  <c:v>-1.553574237692912</c:v>
                </c:pt>
                <c:pt idx="252">
                  <c:v>-1.795560367091575</c:v>
                </c:pt>
                <c:pt idx="253">
                  <c:v>-1.484852951559434</c:v>
                </c:pt>
                <c:pt idx="254">
                  <c:v>-0.653830765781549</c:v>
                </c:pt>
                <c:pt idx="255">
                  <c:v>-0.5321068871164791</c:v>
                </c:pt>
                <c:pt idx="256">
                  <c:v>-0.4433191836188621</c:v>
                </c:pt>
                <c:pt idx="257">
                  <c:v>-0.3585199902392922</c:v>
                </c:pt>
                <c:pt idx="258">
                  <c:v>-0.7199260763093518</c:v>
                </c:pt>
                <c:pt idx="259">
                  <c:v>-1.017825667425132</c:v>
                </c:pt>
                <c:pt idx="260">
                  <c:v>-0.7876688149294209</c:v>
                </c:pt>
                <c:pt idx="261">
                  <c:v>-0.6786660539390144</c:v>
                </c:pt>
                <c:pt idx="262">
                  <c:v>-0.5310044728291996</c:v>
                </c:pt>
                <c:pt idx="263">
                  <c:v>-0.5974342236464092</c:v>
                </c:pt>
                <c:pt idx="264">
                  <c:v>-0.1931083004363843</c:v>
                </c:pt>
                <c:pt idx="265">
                  <c:v>-0.2867763548238034</c:v>
                </c:pt>
                <c:pt idx="266">
                  <c:v>-0.9981060770277828</c:v>
                </c:pt>
                <c:pt idx="267">
                  <c:v>-1.141320840956295</c:v>
                </c:pt>
                <c:pt idx="268">
                  <c:v>-1.347781979614004</c:v>
                </c:pt>
                <c:pt idx="269">
                  <c:v>-1.295522587725551</c:v>
                </c:pt>
                <c:pt idx="270">
                  <c:v>-1.025232900501527</c:v>
                </c:pt>
                <c:pt idx="271">
                  <c:v>-1.327727948927249</c:v>
                </c:pt>
                <c:pt idx="272">
                  <c:v>-1.50512994243911</c:v>
                </c:pt>
                <c:pt idx="273">
                  <c:v>-1.791993004004611</c:v>
                </c:pt>
                <c:pt idx="274">
                  <c:v>-1.44429896980004</c:v>
                </c:pt>
                <c:pt idx="275">
                  <c:v>-1.396932315478749</c:v>
                </c:pt>
                <c:pt idx="276">
                  <c:v>-1.623707605048319</c:v>
                </c:pt>
                <c:pt idx="277">
                  <c:v>-1.735559301837319</c:v>
                </c:pt>
                <c:pt idx="278">
                  <c:v>-1.473345728268494</c:v>
                </c:pt>
                <c:pt idx="279">
                  <c:v>-2.973756346623824</c:v>
                </c:pt>
                <c:pt idx="280">
                  <c:v>-3.645944168290349</c:v>
                </c:pt>
                <c:pt idx="281">
                  <c:v>-3.50282849778093</c:v>
                </c:pt>
                <c:pt idx="282">
                  <c:v>-3.936362206265431</c:v>
                </c:pt>
                <c:pt idx="283">
                  <c:v>-3.904119685031571</c:v>
                </c:pt>
                <c:pt idx="284">
                  <c:v>-4.118025216797827</c:v>
                </c:pt>
                <c:pt idx="285">
                  <c:v>-4.171709076585595</c:v>
                </c:pt>
                <c:pt idx="286">
                  <c:v>-3.682819306866303</c:v>
                </c:pt>
                <c:pt idx="287">
                  <c:v>-3.574832253421512</c:v>
                </c:pt>
                <c:pt idx="288">
                  <c:v>-3.713860320393791</c:v>
                </c:pt>
                <c:pt idx="289">
                  <c:v>-3.638945695567675</c:v>
                </c:pt>
                <c:pt idx="290">
                  <c:v>-3.791215120664826</c:v>
                </c:pt>
                <c:pt idx="291">
                  <c:v>-3.994369016460664</c:v>
                </c:pt>
                <c:pt idx="292">
                  <c:v>-3.818800251201815</c:v>
                </c:pt>
                <c:pt idx="293">
                  <c:v>-3.839089628758896</c:v>
                </c:pt>
                <c:pt idx="294">
                  <c:v>-4.044349259710211</c:v>
                </c:pt>
                <c:pt idx="295">
                  <c:v>-3.847165742414094</c:v>
                </c:pt>
                <c:pt idx="296">
                  <c:v>-3.83728117386064</c:v>
                </c:pt>
                <c:pt idx="297">
                  <c:v>-3.817412943334675</c:v>
                </c:pt>
                <c:pt idx="298">
                  <c:v>-3.835819545929187</c:v>
                </c:pt>
                <c:pt idx="299">
                  <c:v>-3.898372266724803</c:v>
                </c:pt>
                <c:pt idx="300">
                  <c:v>-3.899524227721629</c:v>
                </c:pt>
                <c:pt idx="301">
                  <c:v>-3.750165671810024</c:v>
                </c:pt>
                <c:pt idx="302">
                  <c:v>-3.366116739479696</c:v>
                </c:pt>
                <c:pt idx="303">
                  <c:v>-3.550690619197605</c:v>
                </c:pt>
                <c:pt idx="304">
                  <c:v>-3.350261792426534</c:v>
                </c:pt>
                <c:pt idx="305">
                  <c:v>-3.260049621029604</c:v>
                </c:pt>
                <c:pt idx="306">
                  <c:v>-3.18819450551765</c:v>
                </c:pt>
                <c:pt idx="307">
                  <c:v>-3.158478866470382</c:v>
                </c:pt>
                <c:pt idx="308">
                  <c:v>-3.222988682292871</c:v>
                </c:pt>
                <c:pt idx="309">
                  <c:v>-3.183710528304162</c:v>
                </c:pt>
                <c:pt idx="310">
                  <c:v>-3.101079003467033</c:v>
                </c:pt>
                <c:pt idx="311">
                  <c:v>-3.09902281502108</c:v>
                </c:pt>
                <c:pt idx="312">
                  <c:v>-3.161129615430813</c:v>
                </c:pt>
                <c:pt idx="313">
                  <c:v>-3.282964974192348</c:v>
                </c:pt>
                <c:pt idx="314">
                  <c:v>-3.252605227921057</c:v>
                </c:pt>
                <c:pt idx="315">
                  <c:v>-3.204705946472219</c:v>
                </c:pt>
                <c:pt idx="316">
                  <c:v>-3.247972610578964</c:v>
                </c:pt>
                <c:pt idx="317">
                  <c:v>-3.225726137995011</c:v>
                </c:pt>
                <c:pt idx="318">
                  <c:v>-3.036668281063626</c:v>
                </c:pt>
                <c:pt idx="319">
                  <c:v>-3.237753601736126</c:v>
                </c:pt>
                <c:pt idx="320">
                  <c:v>-3.292242595553929</c:v>
                </c:pt>
                <c:pt idx="321">
                  <c:v>-3.383904008204941</c:v>
                </c:pt>
                <c:pt idx="322">
                  <c:v>-3.20395035915173</c:v>
                </c:pt>
                <c:pt idx="323">
                  <c:v>-3.178297550286813</c:v>
                </c:pt>
                <c:pt idx="324">
                  <c:v>-2.411487900074194</c:v>
                </c:pt>
                <c:pt idx="325">
                  <c:v>-2.318662139748962</c:v>
                </c:pt>
                <c:pt idx="326">
                  <c:v>-2.413160101521195</c:v>
                </c:pt>
                <c:pt idx="327">
                  <c:v>-2.363712485399205</c:v>
                </c:pt>
                <c:pt idx="328">
                  <c:v>-1.726665667474703</c:v>
                </c:pt>
                <c:pt idx="329">
                  <c:v>-2.119211860491332</c:v>
                </c:pt>
                <c:pt idx="330">
                  <c:v>-2.0998019370286</c:v>
                </c:pt>
                <c:pt idx="331">
                  <c:v>-2.323133730285054</c:v>
                </c:pt>
                <c:pt idx="332">
                  <c:v>-2.644022994627893</c:v>
                </c:pt>
                <c:pt idx="333">
                  <c:v>-2.57506636162409</c:v>
                </c:pt>
                <c:pt idx="334">
                  <c:v>-2.861186222546475</c:v>
                </c:pt>
                <c:pt idx="335">
                  <c:v>-3.777812735733954</c:v>
                </c:pt>
                <c:pt idx="336">
                  <c:v>-3.461902915699988</c:v>
                </c:pt>
                <c:pt idx="337">
                  <c:v>-3.828672433077873</c:v>
                </c:pt>
                <c:pt idx="338">
                  <c:v>-4.03546801202499</c:v>
                </c:pt>
                <c:pt idx="339">
                  <c:v>-3.685271868988571</c:v>
                </c:pt>
                <c:pt idx="340">
                  <c:v>-3.851785973078792</c:v>
                </c:pt>
                <c:pt idx="341">
                  <c:v>-3.364097711065883</c:v>
                </c:pt>
                <c:pt idx="342">
                  <c:v>-3.267642654266778</c:v>
                </c:pt>
                <c:pt idx="343">
                  <c:v>-3.141125131453615</c:v>
                </c:pt>
                <c:pt idx="344">
                  <c:v>-2.788364946198474</c:v>
                </c:pt>
                <c:pt idx="345">
                  <c:v>-2.750920020462788</c:v>
                </c:pt>
                <c:pt idx="346">
                  <c:v>-2.50444991385067</c:v>
                </c:pt>
                <c:pt idx="347">
                  <c:v>-2.993203430118718</c:v>
                </c:pt>
                <c:pt idx="348">
                  <c:v>-3.470140056161197</c:v>
                </c:pt>
                <c:pt idx="349">
                  <c:v>-3.548176123688407</c:v>
                </c:pt>
                <c:pt idx="350">
                  <c:v>-2.640542338282637</c:v>
                </c:pt>
                <c:pt idx="351">
                  <c:v>-2.664968866086392</c:v>
                </c:pt>
                <c:pt idx="352">
                  <c:v>-2.591701669352497</c:v>
                </c:pt>
                <c:pt idx="353">
                  <c:v>-2.2723855130376</c:v>
                </c:pt>
                <c:pt idx="354">
                  <c:v>-2.125429972538739</c:v>
                </c:pt>
                <c:pt idx="355">
                  <c:v>-2.271518445620624</c:v>
                </c:pt>
                <c:pt idx="356">
                  <c:v>-2.312815628023113</c:v>
                </c:pt>
                <c:pt idx="357">
                  <c:v>-2.18944432126581</c:v>
                </c:pt>
                <c:pt idx="358">
                  <c:v>-2.64920062577495</c:v>
                </c:pt>
                <c:pt idx="359">
                  <c:v>-2.66389122515388</c:v>
                </c:pt>
                <c:pt idx="360">
                  <c:v>-2.576305029362624</c:v>
                </c:pt>
                <c:pt idx="361">
                  <c:v>-2.8752946480883</c:v>
                </c:pt>
                <c:pt idx="362">
                  <c:v>-2.826528299222486</c:v>
                </c:pt>
                <c:pt idx="363">
                  <c:v>-2.542848613745008</c:v>
                </c:pt>
                <c:pt idx="364">
                  <c:v>-2.483268695521845</c:v>
                </c:pt>
                <c:pt idx="365">
                  <c:v>-1.922300850097658</c:v>
                </c:pt>
                <c:pt idx="366">
                  <c:v>-2.460625849261566</c:v>
                </c:pt>
                <c:pt idx="367">
                  <c:v>-2.600620077069915</c:v>
                </c:pt>
                <c:pt idx="368">
                  <c:v>-3.528493693323209</c:v>
                </c:pt>
                <c:pt idx="369">
                  <c:v>-3.489203152657128</c:v>
                </c:pt>
                <c:pt idx="370">
                  <c:v>-3.34716512308022</c:v>
                </c:pt>
                <c:pt idx="371">
                  <c:v>-3.26132544880029</c:v>
                </c:pt>
                <c:pt idx="372">
                  <c:v>-3.378961723928209</c:v>
                </c:pt>
                <c:pt idx="373">
                  <c:v>-3.294744704385744</c:v>
                </c:pt>
                <c:pt idx="374">
                  <c:v>-3.175832601487139</c:v>
                </c:pt>
                <c:pt idx="375">
                  <c:v>-3.484174161638709</c:v>
                </c:pt>
                <c:pt idx="376">
                  <c:v>-3.884325774569919</c:v>
                </c:pt>
                <c:pt idx="377">
                  <c:v>-4.29335863518634</c:v>
                </c:pt>
                <c:pt idx="378">
                  <c:v>-4.431953168450153</c:v>
                </c:pt>
                <c:pt idx="379">
                  <c:v>-4.236119798989002</c:v>
                </c:pt>
                <c:pt idx="380">
                  <c:v>-4.067103586066967</c:v>
                </c:pt>
                <c:pt idx="381">
                  <c:v>-4.360828866903899</c:v>
                </c:pt>
                <c:pt idx="382">
                  <c:v>-4.283164399698258</c:v>
                </c:pt>
                <c:pt idx="383">
                  <c:v>-4.078808996196049</c:v>
                </c:pt>
                <c:pt idx="384">
                  <c:v>-4.35843823816856</c:v>
                </c:pt>
                <c:pt idx="385">
                  <c:v>-4.596968484576736</c:v>
                </c:pt>
                <c:pt idx="386">
                  <c:v>-4.214814713886339</c:v>
                </c:pt>
                <c:pt idx="387">
                  <c:v>-3.92459486274942</c:v>
                </c:pt>
                <c:pt idx="388">
                  <c:v>-3.92667582455013</c:v>
                </c:pt>
                <c:pt idx="389">
                  <c:v>-3.816124728886594</c:v>
                </c:pt>
                <c:pt idx="390">
                  <c:v>-3.865089264590582</c:v>
                </c:pt>
                <c:pt idx="391">
                  <c:v>-4.035641425508373</c:v>
                </c:pt>
                <c:pt idx="392">
                  <c:v>-4.803293369783201</c:v>
                </c:pt>
                <c:pt idx="393">
                  <c:v>-4.929451678952179</c:v>
                </c:pt>
                <c:pt idx="394">
                  <c:v>-5.017867782128238</c:v>
                </c:pt>
                <c:pt idx="395">
                  <c:v>-4.834693596954853</c:v>
                </c:pt>
                <c:pt idx="396">
                  <c:v>-5.100858520609575</c:v>
                </c:pt>
                <c:pt idx="397">
                  <c:v>-4.441738643584503</c:v>
                </c:pt>
                <c:pt idx="398">
                  <c:v>-4.540311822216503</c:v>
                </c:pt>
                <c:pt idx="399">
                  <c:v>-4.264633930329886</c:v>
                </c:pt>
                <c:pt idx="400">
                  <c:v>-4.410152616252072</c:v>
                </c:pt>
                <c:pt idx="401">
                  <c:v>-4.149834204323188</c:v>
                </c:pt>
                <c:pt idx="402">
                  <c:v>-4.154665008503466</c:v>
                </c:pt>
                <c:pt idx="403">
                  <c:v>-4.199616260734606</c:v>
                </c:pt>
                <c:pt idx="404">
                  <c:v>-4.119672644890072</c:v>
                </c:pt>
                <c:pt idx="405">
                  <c:v>-4.270802495667747</c:v>
                </c:pt>
                <c:pt idx="406">
                  <c:v>-4.580432270267387</c:v>
                </c:pt>
                <c:pt idx="407">
                  <c:v>-4.201424715632863</c:v>
                </c:pt>
                <c:pt idx="408">
                  <c:v>-4.538342340512247</c:v>
                </c:pt>
                <c:pt idx="409">
                  <c:v>-4.18075135107685</c:v>
                </c:pt>
                <c:pt idx="410">
                  <c:v>-3.61181887209393</c:v>
                </c:pt>
                <c:pt idx="411">
                  <c:v>-3.745607374532245</c:v>
                </c:pt>
                <c:pt idx="412">
                  <c:v>-3.661377968312407</c:v>
                </c:pt>
                <c:pt idx="413">
                  <c:v>-3.619374745298931</c:v>
                </c:pt>
                <c:pt idx="414">
                  <c:v>-3.588061224868977</c:v>
                </c:pt>
                <c:pt idx="415">
                  <c:v>-3.801161622605198</c:v>
                </c:pt>
                <c:pt idx="416">
                  <c:v>-3.577966082799988</c:v>
                </c:pt>
                <c:pt idx="417">
                  <c:v>-3.860506193958013</c:v>
                </c:pt>
                <c:pt idx="418">
                  <c:v>-3.711073317982094</c:v>
                </c:pt>
                <c:pt idx="419">
                  <c:v>-3.447844036867709</c:v>
                </c:pt>
                <c:pt idx="420">
                  <c:v>-2.575834335621985</c:v>
                </c:pt>
                <c:pt idx="421">
                  <c:v>-2.342791387295473</c:v>
                </c:pt>
                <c:pt idx="422">
                  <c:v>-0.2253508216702449</c:v>
                </c:pt>
                <c:pt idx="423">
                  <c:v>0</c:v>
                </c:pt>
                <c:pt idx="424">
                  <c:v>-0.4654447558637087</c:v>
                </c:pt>
                <c:pt idx="425">
                  <c:v>-0.3761616757633868</c:v>
                </c:pt>
                <c:pt idx="426">
                  <c:v>-0.1151595613905654</c:v>
                </c:pt>
                <c:pt idx="427">
                  <c:v>0</c:v>
                </c:pt>
                <c:pt idx="428">
                  <c:v>-0.3454327976582849</c:v>
                </c:pt>
                <c:pt idx="429">
                  <c:v>-0.202323002233129</c:v>
                </c:pt>
                <c:pt idx="430">
                  <c:v>-0.7527452923299038</c:v>
                </c:pt>
                <c:pt idx="431">
                  <c:v>-0.5932818390856465</c:v>
                </c:pt>
                <c:pt idx="432">
                  <c:v>-0.9580895013553414</c:v>
                </c:pt>
                <c:pt idx="433">
                  <c:v>-0.9631166916048817</c:v>
                </c:pt>
                <c:pt idx="434">
                  <c:v>-1.129491002491445</c:v>
                </c:pt>
                <c:pt idx="435">
                  <c:v>-1.107461879281146</c:v>
                </c:pt>
                <c:pt idx="436">
                  <c:v>-0.837706030707952</c:v>
                </c:pt>
                <c:pt idx="437">
                  <c:v>-0.9286969510641563</c:v>
                </c:pt>
                <c:pt idx="438">
                  <c:v>-1.171812360796676</c:v>
                </c:pt>
                <c:pt idx="439">
                  <c:v>-1.343690894584226</c:v>
                </c:pt>
                <c:pt idx="440">
                  <c:v>-0.7439874621141263</c:v>
                </c:pt>
                <c:pt idx="441">
                  <c:v>-0.8547201952751493</c:v>
                </c:pt>
                <c:pt idx="442">
                  <c:v>-0.7042714359820179</c:v>
                </c:pt>
                <c:pt idx="443">
                  <c:v>-0.6489478800240867</c:v>
                </c:pt>
                <c:pt idx="444">
                  <c:v>-2.815043065651557</c:v>
                </c:pt>
                <c:pt idx="445">
                  <c:v>-2.907134830587976</c:v>
                </c:pt>
                <c:pt idx="446">
                  <c:v>-3.473409282639517</c:v>
                </c:pt>
                <c:pt idx="447">
                  <c:v>-2.845169512329526</c:v>
                </c:pt>
                <c:pt idx="448">
                  <c:v>-2.458161484359278</c:v>
                </c:pt>
                <c:pt idx="449">
                  <c:v>-2.792708152280077</c:v>
                </c:pt>
                <c:pt idx="450">
                  <c:v>-2.614212319404929</c:v>
                </c:pt>
                <c:pt idx="451">
                  <c:v>-2.399926806067032</c:v>
                </c:pt>
                <c:pt idx="452">
                  <c:v>-2.517717176147738</c:v>
                </c:pt>
                <c:pt idx="453">
                  <c:v>-2.607056829633658</c:v>
                </c:pt>
                <c:pt idx="454">
                  <c:v>-2.592268817439725</c:v>
                </c:pt>
                <c:pt idx="455">
                  <c:v>-2.562081212729517</c:v>
                </c:pt>
                <c:pt idx="456">
                  <c:v>-2.668997684679209</c:v>
                </c:pt>
                <c:pt idx="457">
                  <c:v>-2.717948573678497</c:v>
                </c:pt>
                <c:pt idx="458">
                  <c:v>-2.674220580631925</c:v>
                </c:pt>
                <c:pt idx="459">
                  <c:v>-2.658429576709354</c:v>
                </c:pt>
                <c:pt idx="460">
                  <c:v>-2.758716517964999</c:v>
                </c:pt>
                <c:pt idx="461">
                  <c:v>-2.663897104790991</c:v>
                </c:pt>
                <c:pt idx="462">
                  <c:v>-2.582581385134031</c:v>
                </c:pt>
                <c:pt idx="463">
                  <c:v>-2.501913940618716</c:v>
                </c:pt>
                <c:pt idx="464">
                  <c:v>-2.575254652872516</c:v>
                </c:pt>
                <c:pt idx="465">
                  <c:v>-2.598152220140537</c:v>
                </c:pt>
                <c:pt idx="466">
                  <c:v>-2.614383561895173</c:v>
                </c:pt>
                <c:pt idx="467">
                  <c:v>-2.625061754323044</c:v>
                </c:pt>
                <c:pt idx="468">
                  <c:v>-2.509032735570649</c:v>
                </c:pt>
                <c:pt idx="469">
                  <c:v>-2.619692079093006</c:v>
                </c:pt>
                <c:pt idx="470">
                  <c:v>-2.489926966301081</c:v>
                </c:pt>
                <c:pt idx="471">
                  <c:v>-2.384429360699203</c:v>
                </c:pt>
                <c:pt idx="472">
                  <c:v>-2.09577568016599</c:v>
                </c:pt>
                <c:pt idx="473">
                  <c:v>-2.075471213464641</c:v>
                </c:pt>
                <c:pt idx="474">
                  <c:v>-2.147172890454585</c:v>
                </c:pt>
                <c:pt idx="475">
                  <c:v>-2.448045945827937</c:v>
                </c:pt>
                <c:pt idx="476">
                  <c:v>-2.467824453452072</c:v>
                </c:pt>
                <c:pt idx="477">
                  <c:v>-2.262101064626798</c:v>
                </c:pt>
                <c:pt idx="478">
                  <c:v>-2.411363358094598</c:v>
                </c:pt>
                <c:pt idx="479">
                  <c:v>-2.352945205705659</c:v>
                </c:pt>
                <c:pt idx="480">
                  <c:v>-2.308605632336747</c:v>
                </c:pt>
                <c:pt idx="481">
                  <c:v>-2.206606266178601</c:v>
                </c:pt>
                <c:pt idx="482">
                  <c:v>-2.26055988221453</c:v>
                </c:pt>
                <c:pt idx="483">
                  <c:v>-2.112887697584798</c:v>
                </c:pt>
                <c:pt idx="484">
                  <c:v>-2.311039722019625</c:v>
                </c:pt>
                <c:pt idx="485">
                  <c:v>-2.160444183449139</c:v>
                </c:pt>
                <c:pt idx="486">
                  <c:v>-2.410556072069125</c:v>
                </c:pt>
                <c:pt idx="487">
                  <c:v>-2.385664752950289</c:v>
                </c:pt>
                <c:pt idx="488">
                  <c:v>-2.346315675011601</c:v>
                </c:pt>
                <c:pt idx="489">
                  <c:v>-2.286870067681146</c:v>
                </c:pt>
                <c:pt idx="490">
                  <c:v>-2.142341405908188</c:v>
                </c:pt>
                <c:pt idx="491">
                  <c:v>-2.246016502149528</c:v>
                </c:pt>
                <c:pt idx="492">
                  <c:v>-2.242506031099367</c:v>
                </c:pt>
                <c:pt idx="493">
                  <c:v>-2.355110200046706</c:v>
                </c:pt>
                <c:pt idx="494">
                  <c:v>-2.706059452212406</c:v>
                </c:pt>
                <c:pt idx="495">
                  <c:v>-2.493914470002656</c:v>
                </c:pt>
                <c:pt idx="496">
                  <c:v>-2.53611351224341</c:v>
                </c:pt>
                <c:pt idx="497">
                  <c:v>-2.458638517010692</c:v>
                </c:pt>
                <c:pt idx="498">
                  <c:v>-2.201774781632204</c:v>
                </c:pt>
                <c:pt idx="499">
                  <c:v>-2.355097968440245</c:v>
                </c:pt>
                <c:pt idx="500">
                  <c:v>-2.254786563971733</c:v>
                </c:pt>
                <c:pt idx="501">
                  <c:v>-2.215180622297663</c:v>
                </c:pt>
                <c:pt idx="502">
                  <c:v>-2.079666654475842</c:v>
                </c:pt>
                <c:pt idx="503">
                  <c:v>-1.729035424077741</c:v>
                </c:pt>
                <c:pt idx="504">
                  <c:v>-1.951430492489747</c:v>
                </c:pt>
                <c:pt idx="505">
                  <c:v>-2.237491072456244</c:v>
                </c:pt>
                <c:pt idx="506">
                  <c:v>-2.300973109914062</c:v>
                </c:pt>
                <c:pt idx="507">
                  <c:v>-2.640828295032716</c:v>
                </c:pt>
                <c:pt idx="508">
                  <c:v>-2.484740765167714</c:v>
                </c:pt>
                <c:pt idx="509">
                  <c:v>-2.441355257101629</c:v>
                </c:pt>
                <c:pt idx="510">
                  <c:v>-2.563915953696527</c:v>
                </c:pt>
                <c:pt idx="511">
                  <c:v>-2.883699072636281</c:v>
                </c:pt>
                <c:pt idx="512">
                  <c:v>-2.835323069140006</c:v>
                </c:pt>
                <c:pt idx="513">
                  <c:v>-2.986420103574805</c:v>
                </c:pt>
                <c:pt idx="514">
                  <c:v>-2.929971239823759</c:v>
                </c:pt>
                <c:pt idx="515">
                  <c:v>-2.856385895441038</c:v>
                </c:pt>
                <c:pt idx="516">
                  <c:v>-2.628046266296025</c:v>
                </c:pt>
                <c:pt idx="517">
                  <c:v>-2.939744293374602</c:v>
                </c:pt>
                <c:pt idx="518">
                  <c:v>-3.135523386158789</c:v>
                </c:pt>
                <c:pt idx="519">
                  <c:v>-3.588043898256998</c:v>
                </c:pt>
                <c:pt idx="520">
                  <c:v>-3.334996424089853</c:v>
                </c:pt>
                <c:pt idx="521">
                  <c:v>-3.143131445368574</c:v>
                </c:pt>
                <c:pt idx="522">
                  <c:v>-3.130373879844772</c:v>
                </c:pt>
                <c:pt idx="523">
                  <c:v>-2.922852444871826</c:v>
                </c:pt>
                <c:pt idx="524">
                  <c:v>-3.07919683847222</c:v>
                </c:pt>
                <c:pt idx="525">
                  <c:v>-3.169710726177022</c:v>
                </c:pt>
                <c:pt idx="526">
                  <c:v>-3.428788382322345</c:v>
                </c:pt>
                <c:pt idx="527">
                  <c:v>-3.233302848092878</c:v>
                </c:pt>
                <c:pt idx="528">
                  <c:v>-2.987361937271182</c:v>
                </c:pt>
                <c:pt idx="529">
                  <c:v>-2.829684298568136</c:v>
                </c:pt>
                <c:pt idx="530">
                  <c:v>-3.455918085420906</c:v>
                </c:pt>
                <c:pt idx="531">
                  <c:v>-3.484943687518671</c:v>
                </c:pt>
                <c:pt idx="532">
                  <c:v>-3.763298355423805</c:v>
                </c:pt>
                <c:pt idx="533">
                  <c:v>-3.886482863947482</c:v>
                </c:pt>
                <c:pt idx="534">
                  <c:v>-4.197667163555296</c:v>
                </c:pt>
                <c:pt idx="535">
                  <c:v>-4.003906285834791</c:v>
                </c:pt>
                <c:pt idx="536">
                  <c:v>-4.082188567093004</c:v>
                </c:pt>
                <c:pt idx="537">
                  <c:v>-3.661433536936576</c:v>
                </c:pt>
                <c:pt idx="538">
                  <c:v>-3.898714470394071</c:v>
                </c:pt>
                <c:pt idx="539">
                  <c:v>-4.067498407750647</c:v>
                </c:pt>
                <c:pt idx="540">
                  <c:v>-4.043059658070336</c:v>
                </c:pt>
                <c:pt idx="541">
                  <c:v>-4.640365695676884</c:v>
                </c:pt>
                <c:pt idx="542">
                  <c:v>-3.899301587503501</c:v>
                </c:pt>
                <c:pt idx="543">
                  <c:v>-3.487732493788498</c:v>
                </c:pt>
                <c:pt idx="544">
                  <c:v>-3.693358029762195</c:v>
                </c:pt>
                <c:pt idx="545">
                  <c:v>-3.976531950607298</c:v>
                </c:pt>
                <c:pt idx="546">
                  <c:v>-4.060171675489121</c:v>
                </c:pt>
                <c:pt idx="547">
                  <c:v>-4.047940069042532</c:v>
                </c:pt>
                <c:pt idx="548">
                  <c:v>-3.996579553573276</c:v>
                </c:pt>
                <c:pt idx="549">
                  <c:v>-3.991454510472159</c:v>
                </c:pt>
                <c:pt idx="550">
                  <c:v>-3.905515243578372</c:v>
                </c:pt>
                <c:pt idx="551">
                  <c:v>-4.035953094724865</c:v>
                </c:pt>
                <c:pt idx="552">
                  <c:v>-3.645948323175185</c:v>
                </c:pt>
                <c:pt idx="553">
                  <c:v>-3.503022001846734</c:v>
                </c:pt>
                <c:pt idx="554">
                  <c:v>-3.70544285693144</c:v>
                </c:pt>
                <c:pt idx="555">
                  <c:v>-3.813080993661466</c:v>
                </c:pt>
                <c:pt idx="556">
                  <c:v>-3.16053702134208</c:v>
                </c:pt>
                <c:pt idx="557">
                  <c:v>-3.463966482462766</c:v>
                </c:pt>
                <c:pt idx="558">
                  <c:v>-3.175789834580978</c:v>
                </c:pt>
                <c:pt idx="559">
                  <c:v>-3.03096761425331</c:v>
                </c:pt>
                <c:pt idx="560">
                  <c:v>-2.516518478715957</c:v>
                </c:pt>
                <c:pt idx="561">
                  <c:v>-3.429008551238399</c:v>
                </c:pt>
                <c:pt idx="562">
                  <c:v>-3.468149691867495</c:v>
                </c:pt>
                <c:pt idx="563">
                  <c:v>-2.973087652548012</c:v>
                </c:pt>
                <c:pt idx="564">
                  <c:v>-2.628902478747286</c:v>
                </c:pt>
                <c:pt idx="565">
                  <c:v>-3.198222600804035</c:v>
                </c:pt>
                <c:pt idx="566">
                  <c:v>-3.421669587370435</c:v>
                </c:pt>
                <c:pt idx="567">
                  <c:v>-3.86360975989235</c:v>
                </c:pt>
                <c:pt idx="568">
                  <c:v>-3.608947713674249</c:v>
                </c:pt>
                <c:pt idx="569">
                  <c:v>-3.644284824698452</c:v>
                </c:pt>
                <c:pt idx="570">
                  <c:v>-4.086567482200865</c:v>
                </c:pt>
                <c:pt idx="571">
                  <c:v>-4.306100354704356</c:v>
                </c:pt>
                <c:pt idx="572">
                  <c:v>-4.197080046445856</c:v>
                </c:pt>
                <c:pt idx="573">
                  <c:v>-4.416086959872134</c:v>
                </c:pt>
                <c:pt idx="574">
                  <c:v>-4.686356535916103</c:v>
                </c:pt>
                <c:pt idx="575">
                  <c:v>-4.218656600217663</c:v>
                </c:pt>
                <c:pt idx="576">
                  <c:v>-4.37244458807069</c:v>
                </c:pt>
                <c:pt idx="577">
                  <c:v>-4.47849261596266</c:v>
                </c:pt>
                <c:pt idx="578">
                  <c:v>-4.155749448262814</c:v>
                </c:pt>
                <c:pt idx="579">
                  <c:v>-4.19217517226077</c:v>
                </c:pt>
                <c:pt idx="580">
                  <c:v>-4.104205458696864</c:v>
                </c:pt>
                <c:pt idx="581">
                  <c:v>-3.936987166965455</c:v>
                </c:pt>
                <c:pt idx="582">
                  <c:v>-4.084622656775871</c:v>
                </c:pt>
                <c:pt idx="583">
                  <c:v>-4.456475724358788</c:v>
                </c:pt>
                <c:pt idx="584">
                  <c:v>-4.458922045648106</c:v>
                </c:pt>
                <c:pt idx="585">
                  <c:v>-4.603242770111493</c:v>
                </c:pt>
                <c:pt idx="586">
                  <c:v>-4.760785861143613</c:v>
                </c:pt>
                <c:pt idx="587">
                  <c:v>-4.788196891190433</c:v>
                </c:pt>
                <c:pt idx="588">
                  <c:v>-5.943826836658284</c:v>
                </c:pt>
                <c:pt idx="589">
                  <c:v>-5.603262218365723</c:v>
                </c:pt>
                <c:pt idx="590">
                  <c:v>-5.312675944013989</c:v>
                </c:pt>
                <c:pt idx="591">
                  <c:v>-5.510840200055267</c:v>
                </c:pt>
                <c:pt idx="592">
                  <c:v>-5.571986000681806</c:v>
                </c:pt>
                <c:pt idx="593">
                  <c:v>-5.414552994107669</c:v>
                </c:pt>
                <c:pt idx="594">
                  <c:v>-5.508393878765938</c:v>
                </c:pt>
                <c:pt idx="595">
                  <c:v>-5.619909434739546</c:v>
                </c:pt>
                <c:pt idx="596">
                  <c:v>-5.488725455599807</c:v>
                </c:pt>
                <c:pt idx="597">
                  <c:v>-5.640495228389176</c:v>
                </c:pt>
                <c:pt idx="598">
                  <c:v>-6.016678284654198</c:v>
                </c:pt>
                <c:pt idx="599">
                  <c:v>-6.344155084048875</c:v>
                </c:pt>
                <c:pt idx="600">
                  <c:v>-5.928439475748471</c:v>
                </c:pt>
                <c:pt idx="601">
                  <c:v>-5.85157606083807</c:v>
                </c:pt>
                <c:pt idx="602">
                  <c:v>-6.013950636416599</c:v>
                </c:pt>
                <c:pt idx="603">
                  <c:v>-5.948976342972278</c:v>
                </c:pt>
                <c:pt idx="604">
                  <c:v>-5.677177816122514</c:v>
                </c:pt>
                <c:pt idx="605">
                  <c:v>-5.507341960611544</c:v>
                </c:pt>
                <c:pt idx="606">
                  <c:v>-5.452116257505168</c:v>
                </c:pt>
                <c:pt idx="607">
                  <c:v>-5.534447200497206</c:v>
                </c:pt>
                <c:pt idx="608">
                  <c:v>-5.370262347164556</c:v>
                </c:pt>
                <c:pt idx="609">
                  <c:v>-5.765257614144447</c:v>
                </c:pt>
                <c:pt idx="610">
                  <c:v>-5.824886695571585</c:v>
                </c:pt>
                <c:pt idx="611">
                  <c:v>-5.772449798735035</c:v>
                </c:pt>
                <c:pt idx="612">
                  <c:v>-4.553117646893345</c:v>
                </c:pt>
                <c:pt idx="613">
                  <c:v>-3.073619225932567</c:v>
                </c:pt>
                <c:pt idx="614">
                  <c:v>-3.616763710193616</c:v>
                </c:pt>
                <c:pt idx="615">
                  <c:v>-4.920970979168226</c:v>
                </c:pt>
                <c:pt idx="616">
                  <c:v>-4.696215210712051</c:v>
                </c:pt>
                <c:pt idx="617">
                  <c:v>-5.163462576971978</c:v>
                </c:pt>
                <c:pt idx="618">
                  <c:v>-5.750579686408519</c:v>
                </c:pt>
                <c:pt idx="619">
                  <c:v>-5.466794185241087</c:v>
                </c:pt>
                <c:pt idx="620">
                  <c:v>-5.401575259667835</c:v>
                </c:pt>
                <c:pt idx="621">
                  <c:v>-5.684516779990467</c:v>
                </c:pt>
                <c:pt idx="622">
                  <c:v>-5.633156264521211</c:v>
                </c:pt>
                <c:pt idx="623">
                  <c:v>-5.5405630037205</c:v>
                </c:pt>
                <c:pt idx="624">
                  <c:v>-5.465057297125675</c:v>
                </c:pt>
                <c:pt idx="625">
                  <c:v>-5.483478096434236</c:v>
                </c:pt>
                <c:pt idx="626">
                  <c:v>-5.464360095558196</c:v>
                </c:pt>
                <c:pt idx="627">
                  <c:v>-5.488713223993368</c:v>
                </c:pt>
                <c:pt idx="628">
                  <c:v>-5.544171327622238</c:v>
                </c:pt>
                <c:pt idx="629">
                  <c:v>-5.549981340684374</c:v>
                </c:pt>
                <c:pt idx="630">
                  <c:v>-5.462244027642948</c:v>
                </c:pt>
                <c:pt idx="631">
                  <c:v>-5.48692740945217</c:v>
                </c:pt>
                <c:pt idx="632">
                  <c:v>-5.376280297536285</c:v>
                </c:pt>
                <c:pt idx="633">
                  <c:v>-5.389209105550319</c:v>
                </c:pt>
                <c:pt idx="634">
                  <c:v>-5.409391256187213</c:v>
                </c:pt>
                <c:pt idx="635">
                  <c:v>-5.381136245295581</c:v>
                </c:pt>
                <c:pt idx="636">
                  <c:v>-5.400755742035912</c:v>
                </c:pt>
                <c:pt idx="637">
                  <c:v>-5.368317521739541</c:v>
                </c:pt>
                <c:pt idx="638">
                  <c:v>-5.252459745477389</c:v>
                </c:pt>
                <c:pt idx="639">
                  <c:v>-5.35137674681101</c:v>
                </c:pt>
                <c:pt idx="640">
                  <c:v>-5.378726618825613</c:v>
                </c:pt>
                <c:pt idx="641">
                  <c:v>-5.559057192667738</c:v>
                </c:pt>
                <c:pt idx="642">
                  <c:v>-5.65639631676973</c:v>
                </c:pt>
                <c:pt idx="643">
                  <c:v>-5.675979118690721</c:v>
                </c:pt>
                <c:pt idx="644">
                  <c:v>-5.608693051628022</c:v>
                </c:pt>
                <c:pt idx="645">
                  <c:v>-5.493703719423593</c:v>
                </c:pt>
                <c:pt idx="646">
                  <c:v>-5.532649154349533</c:v>
                </c:pt>
                <c:pt idx="647">
                  <c:v>-5.475698794734207</c:v>
                </c:pt>
                <c:pt idx="648">
                  <c:v>-5.479013560081225</c:v>
                </c:pt>
                <c:pt idx="649">
                  <c:v>-5.425255649748428</c:v>
                </c:pt>
                <c:pt idx="650">
                  <c:v>-5.461962700694666</c:v>
                </c:pt>
                <c:pt idx="651">
                  <c:v>-5.581771285839077</c:v>
                </c:pt>
                <c:pt idx="652">
                  <c:v>-5.559754394235195</c:v>
                </c:pt>
                <c:pt idx="653">
                  <c:v>-5.422760402033344</c:v>
                </c:pt>
                <c:pt idx="654">
                  <c:v>-5.666976656346034</c:v>
                </c:pt>
                <c:pt idx="655">
                  <c:v>-5.660078030310167</c:v>
                </c:pt>
                <c:pt idx="656">
                  <c:v>-6.044492957713743</c:v>
                </c:pt>
                <c:pt idx="657">
                  <c:v>-6.05146497338831</c:v>
                </c:pt>
                <c:pt idx="658">
                  <c:v>-6.211356532858203</c:v>
                </c:pt>
                <c:pt idx="659">
                  <c:v>-6.070656363903004</c:v>
                </c:pt>
                <c:pt idx="660">
                  <c:v>-6.106115790991684</c:v>
                </c:pt>
                <c:pt idx="661">
                  <c:v>-5.996410512772188</c:v>
                </c:pt>
                <c:pt idx="662">
                  <c:v>-5.552415430367253</c:v>
                </c:pt>
                <c:pt idx="663">
                  <c:v>-5.651711611500687</c:v>
                </c:pt>
                <c:pt idx="664">
                  <c:v>-5.47886678080387</c:v>
                </c:pt>
                <c:pt idx="665">
                  <c:v>-5.414283898765837</c:v>
                </c:pt>
                <c:pt idx="666">
                  <c:v>-5.402137913564387</c:v>
                </c:pt>
                <c:pt idx="667">
                  <c:v>-5.469252738136832</c:v>
                </c:pt>
                <c:pt idx="668">
                  <c:v>-5.390958225272202</c:v>
                </c:pt>
                <c:pt idx="669">
                  <c:v>-5.430111597507747</c:v>
                </c:pt>
                <c:pt idx="670">
                  <c:v>-6.166454305592739</c:v>
                </c:pt>
                <c:pt idx="671">
                  <c:v>-6.009877511469897</c:v>
                </c:pt>
                <c:pt idx="672">
                  <c:v>-6.051477204994749</c:v>
                </c:pt>
                <c:pt idx="673">
                  <c:v>-5.671110939324986</c:v>
                </c:pt>
                <c:pt idx="674">
                  <c:v>-5.082733974424436</c:v>
                </c:pt>
                <c:pt idx="675">
                  <c:v>-5.087222973990335</c:v>
                </c:pt>
                <c:pt idx="676">
                  <c:v>-4.982703896904194</c:v>
                </c:pt>
                <c:pt idx="677">
                  <c:v>-5.068312910423922</c:v>
                </c:pt>
                <c:pt idx="678">
                  <c:v>-5.091112624840378</c:v>
                </c:pt>
                <c:pt idx="679">
                  <c:v>-4.725277507629166</c:v>
                </c:pt>
                <c:pt idx="680">
                  <c:v>-4.925190883392306</c:v>
                </c:pt>
                <c:pt idx="681">
                  <c:v>-4.420306864096213</c:v>
                </c:pt>
                <c:pt idx="682">
                  <c:v>-4.707712920771845</c:v>
                </c:pt>
                <c:pt idx="683">
                  <c:v>-4.867457700964383</c:v>
                </c:pt>
                <c:pt idx="684">
                  <c:v>-4.962851999641382</c:v>
                </c:pt>
                <c:pt idx="685">
                  <c:v>-4.387966496651419</c:v>
                </c:pt>
                <c:pt idx="686">
                  <c:v>-3.956129631054395</c:v>
                </c:pt>
                <c:pt idx="687">
                  <c:v>-3.886458400734583</c:v>
                </c:pt>
                <c:pt idx="688">
                  <c:v>-3.652345453346761</c:v>
                </c:pt>
                <c:pt idx="689">
                  <c:v>-3.446169495082962</c:v>
                </c:pt>
                <c:pt idx="690">
                  <c:v>-3.093862534601699</c:v>
                </c:pt>
                <c:pt idx="691">
                  <c:v>-3.392325963505038</c:v>
                </c:pt>
                <c:pt idx="692">
                  <c:v>-3.247993007435235</c:v>
                </c:pt>
                <c:pt idx="693">
                  <c:v>-3.666521885218355</c:v>
                </c:pt>
                <c:pt idx="694">
                  <c:v>-3.91097054005356</c:v>
                </c:pt>
                <c:pt idx="695">
                  <c:v>-4.362035490984628</c:v>
                </c:pt>
                <c:pt idx="696">
                  <c:v>-4.651043888104778</c:v>
                </c:pt>
                <c:pt idx="697">
                  <c:v>-4.693940131912989</c:v>
                </c:pt>
                <c:pt idx="698">
                  <c:v>-4.699004016981867</c:v>
                </c:pt>
                <c:pt idx="699">
                  <c:v>-4.988562836392108</c:v>
                </c:pt>
                <c:pt idx="700">
                  <c:v>-5.122951496420858</c:v>
                </c:pt>
                <c:pt idx="701">
                  <c:v>-5.046039155084658</c:v>
                </c:pt>
                <c:pt idx="702">
                  <c:v>-5.465950204396264</c:v>
                </c:pt>
                <c:pt idx="703">
                  <c:v>-5.902239374739848</c:v>
                </c:pt>
                <c:pt idx="704">
                  <c:v>-5.816618129613705</c:v>
                </c:pt>
                <c:pt idx="705">
                  <c:v>-5.836139773502458</c:v>
                </c:pt>
                <c:pt idx="706">
                  <c:v>-5.75082431853745</c:v>
                </c:pt>
                <c:pt idx="707">
                  <c:v>-5.890007768293259</c:v>
                </c:pt>
                <c:pt idx="708">
                  <c:v>-5.868431214521475</c:v>
                </c:pt>
                <c:pt idx="709">
                  <c:v>-6.282935893783669</c:v>
                </c:pt>
                <c:pt idx="710">
                  <c:v>-7.110722091663424</c:v>
                </c:pt>
                <c:pt idx="711">
                  <c:v>-6.413532755813955</c:v>
                </c:pt>
                <c:pt idx="712">
                  <c:v>-6.565204675751746</c:v>
                </c:pt>
                <c:pt idx="713">
                  <c:v>-5.863110465717192</c:v>
                </c:pt>
                <c:pt idx="714">
                  <c:v>-7.039791005879614</c:v>
                </c:pt>
                <c:pt idx="715">
                  <c:v>-6.811696008863521</c:v>
                </c:pt>
                <c:pt idx="716">
                  <c:v>-7.119002889227765</c:v>
                </c:pt>
                <c:pt idx="717">
                  <c:v>-7.707820191960391</c:v>
                </c:pt>
                <c:pt idx="718">
                  <c:v>-7.445880339906563</c:v>
                </c:pt>
                <c:pt idx="719">
                  <c:v>-7.474649078268958</c:v>
                </c:pt>
                <c:pt idx="720">
                  <c:v>-7.318549316797506</c:v>
                </c:pt>
                <c:pt idx="721">
                  <c:v>-7.66465485281036</c:v>
                </c:pt>
                <c:pt idx="722">
                  <c:v>-7.178803213145157</c:v>
                </c:pt>
                <c:pt idx="723">
                  <c:v>-7.25505504773325</c:v>
                </c:pt>
                <c:pt idx="724">
                  <c:v>-7.2061163903404</c:v>
                </c:pt>
                <c:pt idx="725">
                  <c:v>-7.086258878770235</c:v>
                </c:pt>
                <c:pt idx="726">
                  <c:v>-7.003083954933398</c:v>
                </c:pt>
                <c:pt idx="727">
                  <c:v>-7.325240005523792</c:v>
                </c:pt>
                <c:pt idx="728">
                  <c:v>-7.362693184463276</c:v>
                </c:pt>
                <c:pt idx="729">
                  <c:v>-7.048353130392238</c:v>
                </c:pt>
                <c:pt idx="730">
                  <c:v>-7.051777980197283</c:v>
                </c:pt>
                <c:pt idx="731">
                  <c:v>-6.734000844714738</c:v>
                </c:pt>
                <c:pt idx="732">
                  <c:v>-7.07894437811516</c:v>
                </c:pt>
                <c:pt idx="733">
                  <c:v>-7.472777642482631</c:v>
                </c:pt>
                <c:pt idx="734">
                  <c:v>-7.409405689482806</c:v>
                </c:pt>
                <c:pt idx="735">
                  <c:v>-7.298599566683118</c:v>
                </c:pt>
                <c:pt idx="736">
                  <c:v>-7.323564275440608</c:v>
                </c:pt>
                <c:pt idx="737">
                  <c:v>-7.323552043834169</c:v>
                </c:pt>
                <c:pt idx="738">
                  <c:v>-7.489914123114294</c:v>
                </c:pt>
                <c:pt idx="739">
                  <c:v>-6.941938154306849</c:v>
                </c:pt>
                <c:pt idx="740">
                  <c:v>-6.821652536511058</c:v>
                </c:pt>
                <c:pt idx="741">
                  <c:v>-7.069146861351427</c:v>
                </c:pt>
                <c:pt idx="742">
                  <c:v>-7.436241834026647</c:v>
                </c:pt>
                <c:pt idx="743">
                  <c:v>-6.787807681473323</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000" b="0" dirty="0">
                <a:solidFill>
                  <a:srgbClr val="142735"/>
                </a:solidFill>
                <a:latin typeface="Arial"/>
              </a:rPr>
              <a:t/>
            </a:r>
            <a:endParaRPr lang="en-US" sz="1000"/>
          </a:p>
        </c:txPr>
        <c:crossAx val="200"/>
        <c:crosses val="autoZero"/>
        <c:auto val="1"/>
        <c:lblAlgn val="ctr"/>
        <c:lblOffset val="100"/>
        <c:tickLblSkip val="107"/>
        <c:tickMarkSkip val="107"/>
      </c:catAx>
      <c:valAx>
        <c:axId val="200"/>
        <c:scaling>
          <c:orientation val="minMax"/>
          <c:max val="0.1"/>
          <c:min val="-8.47860221115643"/>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000" b="0" dirty="0">
                <a:solidFill>
                  <a:srgbClr val="142735"/>
                </a:solidFill>
                <a:latin typeface="Arial"/>
              </a:rPr>
              <a:t/>
            </a:r>
            <a:endParaRPr lang="en-US" sz="1000"/>
          </a:p>
        </c:txPr>
        <c:crossAx val="100"/>
        <c:crosses val="autoZero"/>
        <c:crossBetween val="between"/>
        <c:majorUnit val="1.715720442231286"/>
      </c:valAx>
    </c:plotArea>
    <c:plotVisOnly val="1"/>
    <c:dispBlanksAs val="gap"/>
    <c:showDLblsOverMax val="0"/>
  </c:chart>
  <c:spPr>
    <a:solidFill>
      <a:srgbClr val="FFFFFF"/>
    </a:solidFill>
    <a:ln>
      <a:noFill/>
    </a:ln>
  </c:spPr>
  <c:txPr>
    <a:bodyPr/>
    <a:lstStyle/>
    <a:p>
      <a:pPr marL="0" marR="0" indent="0"/>
      <a:r>
        <a:rPr lang="en-US" sz="1000" b="0" dirty="0">
          <a:solidFill>
            <a:srgbClr val="142735"/>
          </a:solidFill>
          <a:latin typeface="Arial"/>
        </a:rPr>
        <a:t/>
      </a:r>
      <a:endParaRPr lang="en-US" sz="1000"/>
    </a:p>
  </c:txPr>
  <c:externalData r:id="rId1">
    <c:autoUpdate val="0"/>
  </c:externalData>
</c:chartSpace>
</file>

<file path=ppt/charts/chart12.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Share of 743 decisions at each requested position (%)</a:t>
            </a:r>
            <a:endParaRPr lang="en-US" sz="1400"/>
          </a:p>
        </c:rich>
      </c:tx>
      <c:overlay val="0"/>
    </c:title>
    <c:autoTitleDeleted val="0"/>
    <c:plotArea>
      <c:layout/>
      <c:barChart>
        <c:barDir val="col"/>
        <c:grouping val="clustered"/>
        <c:varyColors val="0"/>
        <c:ser>
          <c:idx val="0"/>
          <c:order val="0"/>
          <c:tx>
            <c:strRef>
              <c:f>Data!$B$1</c:f>
              <c:strCache>
                <c:ptCount val="1"/>
                <c:pt idx="0">
                  <c:v>Baseline PPO</c:v>
                </c:pt>
              </c:strCache>
            </c:strRef>
          </c:tx>
          <c:spPr>
            <a:solidFill>
              <a:srgbClr val="2166AC"/>
            </a:solidFill>
            <a:ln>
              <a:noFill/>
            </a:ln>
          </c:spPr>
          <c:invertIfNegative val="0"/>
          <c:cat>
            <c:strRef>
              <c:f>Data!$A$2:$A$10</c:f>
              <c:strCache>
                <c:ptCount val="9"/>
                <c:pt idx="0">
                  <c:v>-1.0</c:v>
                </c:pt>
                <c:pt idx="1">
                  <c:v>-0.75</c:v>
                </c:pt>
                <c:pt idx="2">
                  <c:v>-0.5</c:v>
                </c:pt>
                <c:pt idx="3">
                  <c:v>-0.25</c:v>
                </c:pt>
                <c:pt idx="4">
                  <c:v>0.0</c:v>
                </c:pt>
                <c:pt idx="5">
                  <c:v>0.25</c:v>
                </c:pt>
                <c:pt idx="6">
                  <c:v>0.5</c:v>
                </c:pt>
                <c:pt idx="7">
                  <c:v>0.75</c:v>
                </c:pt>
                <c:pt idx="8">
                  <c:v>1.0</c:v>
                </c:pt>
              </c:strCache>
            </c:strRef>
          </c:cat>
          <c:val>
            <c:numRef>
              <c:f>Data!$B$2:$B$10</c:f>
              <c:numCache>
                <c:formatCode>0.00</c:formatCode>
                <c:ptCount val="9"/>
                <c:pt idx="0">
                  <c:v>0</c:v>
                </c:pt>
                <c:pt idx="1">
                  <c:v>0</c:v>
                </c:pt>
                <c:pt idx="2">
                  <c:v>0</c:v>
                </c:pt>
                <c:pt idx="3">
                  <c:v>0</c:v>
                </c:pt>
                <c:pt idx="4">
                  <c:v>0</c:v>
                </c:pt>
                <c:pt idx="5">
                  <c:v>37.01211305518169</c:v>
                </c:pt>
                <c:pt idx="6">
                  <c:v>51.95154777927322</c:v>
                </c:pt>
                <c:pt idx="7">
                  <c:v>5.248990578734858</c:v>
                </c:pt>
                <c:pt idx="8">
                  <c:v>5.787348586810229</c:v>
                </c:pt>
              </c:numCache>
            </c:numRef>
          </c:val>
        </c:ser>
        <c:ser>
          <c:idx val="1"/>
          <c:order val="1"/>
          <c:tx>
            <c:strRef>
              <c:f>Data!$C$1</c:f>
              <c:strCache>
                <c:ptCount val="1"/>
                <c:pt idx="0">
                  <c:v>Selected PPO</c:v>
                </c:pt>
              </c:strCache>
            </c:strRef>
          </c:tx>
          <c:spPr>
            <a:solidFill>
              <a:srgbClr val="C66118"/>
            </a:solidFill>
            <a:ln>
              <a:noFill/>
            </a:ln>
          </c:spPr>
          <c:invertIfNegative val="0"/>
          <c:cat>
            <c:strRef>
              <c:f>Data!$A$2:$A$10</c:f>
              <c:strCache>
                <c:ptCount val="9"/>
                <c:pt idx="0">
                  <c:v>-1.0</c:v>
                </c:pt>
                <c:pt idx="1">
                  <c:v>-0.75</c:v>
                </c:pt>
                <c:pt idx="2">
                  <c:v>-0.5</c:v>
                </c:pt>
                <c:pt idx="3">
                  <c:v>-0.25</c:v>
                </c:pt>
                <c:pt idx="4">
                  <c:v>0.0</c:v>
                </c:pt>
                <c:pt idx="5">
                  <c:v>0.25</c:v>
                </c:pt>
                <c:pt idx="6">
                  <c:v>0.5</c:v>
                </c:pt>
                <c:pt idx="7">
                  <c:v>0.75</c:v>
                </c:pt>
                <c:pt idx="8">
                  <c:v>1.0</c:v>
                </c:pt>
              </c:strCache>
            </c:strRef>
          </c:cat>
          <c:val>
            <c:numRef>
              <c:f>Data!$C$2:$C$10</c:f>
              <c:numCache>
                <c:formatCode>0.00</c:formatCode>
                <c:ptCount val="9"/>
                <c:pt idx="0">
                  <c:v>0</c:v>
                </c:pt>
                <c:pt idx="1">
                  <c:v>0</c:v>
                </c:pt>
                <c:pt idx="2">
                  <c:v>0</c:v>
                </c:pt>
                <c:pt idx="3">
                  <c:v>0</c:v>
                </c:pt>
                <c:pt idx="4">
                  <c:v>99.86541049798116</c:v>
                </c:pt>
                <c:pt idx="5">
                  <c:v>0</c:v>
                </c:pt>
                <c:pt idx="6">
                  <c:v>0</c:v>
                </c:pt>
                <c:pt idx="7">
                  <c:v>0</c:v>
                </c:pt>
                <c:pt idx="8">
                  <c:v>0.1345895020188425</c:v>
                </c:pt>
              </c:numCache>
            </c:numRef>
          </c:val>
        </c:ser>
        <c:gapWidth val="70"/>
        <c:overlap val="0"/>
        <c:axId val="100"/>
        <c:axId val="200"/>
      </c:bar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110.00000000000001"/>
          <c:min val="0"/>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22.000000000000004"/>
      </c:valAx>
    </c:plotArea>
    <c:legend>
      <c:legendPos val="b"/>
      <c:overlay val="0"/>
      <c:txPr>
        <a:bodyPr/>
        <a:lstStyle/>
        <a:p>
          <a:pPr marL="0" marR="0" indent="0"/>
          <a:r>
            <a:rPr lang="en-US" sz="1100" b="0" dirty="0">
              <a:solidFill>
                <a:srgbClr val="142735"/>
              </a:solidFill>
              <a:latin typeface="Arial"/>
            </a:rPr>
            <a:t/>
          </a:r>
          <a:endParaRPr lang="en-US" sz="1100"/>
        </a:p>
      </c:txPr>
    </c:legend>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13.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400" b="1" dirty="0">
                <a:solidFill>
                  <a:srgbClr val="142735"/>
                </a:solidFill>
                <a:latin typeface="Arial"/>
              </a:rPr>
              <a:t>Individual final seeds and ensemble references (%)</a:t>
            </a:r>
            <a:endParaRPr lang="en-US" sz="1400"/>
          </a:p>
        </c:rich>
      </c:tx>
      <c:overlay val="0"/>
    </c:title>
    <c:autoTitleDeleted val="0"/>
    <c:plotArea>
      <c:layout/>
      <c:barChart>
        <c:barDir val="col"/>
        <c:grouping val="clustered"/>
        <c:varyColors val="0"/>
        <c:ser>
          <c:idx val="0"/>
          <c:order val="0"/>
          <c:tx>
            <c:strRef>
              <c:f>Data!$B$1</c:f>
              <c:strCache>
                <c:ptCount val="1"/>
                <c:pt idx="0">
                  <c:v>Individual network</c:v>
                </c:pt>
              </c:strCache>
            </c:strRef>
          </c:tx>
          <c:spPr>
            <a:solidFill>
              <a:srgbClr val="2166AC"/>
            </a:solidFill>
            <a:ln>
              <a:noFill/>
            </a:ln>
          </c:spPr>
          <c:invertIfNegative val="0"/>
          <c:dPt>
            <c:idx val="0"/>
            <c:spPr>
              <a:solidFill>
                <a:srgbClr val="AE4E56"/>
              </a:solidFill>
              <a:ln>
                <a:noFill/>
              </a:ln>
            </c:spPr>
          </c:dPt>
          <c:dPt>
            <c:idx val="1"/>
            <c:spPr>
              <a:solidFill>
                <a:srgbClr val="779DAC"/>
              </a:solidFill>
              <a:ln>
                <a:noFill/>
              </a:ln>
            </c:spPr>
          </c:dPt>
          <c:dPt>
            <c:idx val="2"/>
            <c:spPr>
              <a:solidFill>
                <a:srgbClr val="2166AC"/>
              </a:solidFill>
              <a:ln>
                <a:noFill/>
              </a:ln>
            </c:spPr>
          </c:dPt>
          <c:cat>
            <c:strRef>
              <c:f>Data!$A$2:$A$4</c:f>
              <c:strCache>
                <c:ptCount val="3"/>
                <c:pt idx="0">
                  <c:v>Seed 23</c:v>
                </c:pt>
                <c:pt idx="1">
                  <c:v>Seed 42</c:v>
                </c:pt>
                <c:pt idx="2">
                  <c:v>Seed 71</c:v>
                </c:pt>
              </c:strCache>
            </c:strRef>
          </c:cat>
          <c:val>
            <c:numRef>
              <c:f>Data!$B$2:$B$4</c:f>
              <c:numCache>
                <c:formatCode>0.00</c:formatCode>
                <c:ptCount val="3"/>
                <c:pt idx="0">
                  <c:v>-13.8677499033358</c:v>
                </c:pt>
                <c:pt idx="1">
                  <c:v>3.8716598762917</c:v>
                </c:pt>
                <c:pt idx="2">
                  <c:v>14.5251752405124</c:v>
                </c:pt>
              </c:numCache>
            </c:numRef>
          </c:val>
        </c:ser>
        <c:dLbls>
          <c:numFmt formatCode="0.00" sourceLinked="0"/>
          <c:txPr>
            <a:bodyPr/>
            <a:lstStyle/>
            <a:p>
              <a:pPr marL="0" marR="0" indent="0"/>
              <a:r>
                <a:rPr lang="en-US" sz="1000" b="0" dirty="0">
                  <a:solidFill>
                    <a:srgbClr val="142735"/>
                  </a:solidFill>
                  <a:latin typeface="Arial"/>
                </a:rPr>
                <a:t/>
              </a:r>
              <a:endParaRPr lang="en-US" sz="1000"/>
            </a:p>
          </c:txPr>
          <c:dLblPos val="outEnd"/>
          <c:showLegendKey val="0"/>
          <c:showVal val="1"/>
          <c:showCatName val="0"/>
          <c:showSerName val="0"/>
        </c:dLbls>
        <c:gapWidth val="70"/>
        <c:overlap val="0"/>
        <c:axId val="100"/>
        <c:axId val="200"/>
      </c:barChart>
      <c:lineChart>
        <c:grouping val="standard"/>
        <c:varyColors val="0"/>
        <c:ser>
          <c:idx val="1"/>
          <c:order val="1"/>
          <c:tx>
            <c:strRef>
              <c:f>Data!$C$1</c:f>
              <c:strCache>
                <c:ptCount val="1"/>
                <c:pt idx="0">
                  <c:v>Mean probability +14.44%</c:v>
                </c:pt>
              </c:strCache>
            </c:strRef>
          </c:tx>
          <c:spPr>
            <a:ln w="16510">
              <a:solidFill>
                <a:srgbClr val="2166AC"/>
              </a:solidFill>
              <a:prstDash val="dash"/>
            </a:ln>
          </c:spPr>
          <c:marker>
            <c:symbol val="none"/>
          </c:marker>
          <c:cat>
            <c:strRef>
              <c:f>Data!$A$2:$A$4</c:f>
              <c:strCache>
                <c:ptCount val="3"/>
                <c:pt idx="0">
                  <c:v>Seed 23</c:v>
                </c:pt>
                <c:pt idx="1">
                  <c:v>Seed 42</c:v>
                </c:pt>
                <c:pt idx="2">
                  <c:v>Seed 71</c:v>
                </c:pt>
              </c:strCache>
            </c:strRef>
          </c:cat>
          <c:val>
            <c:numRef>
              <c:f>Data!$C$2:$C$4</c:f>
              <c:numCache>
                <c:formatCode>0.00</c:formatCode>
                <c:ptCount val="3"/>
                <c:pt idx="0">
                  <c:v>14.4425438368368</c:v>
                </c:pt>
                <c:pt idx="1">
                  <c:v>14.4425438368368</c:v>
                </c:pt>
                <c:pt idx="2">
                  <c:v>14.4425438368368</c:v>
                </c:pt>
              </c:numCache>
            </c:numRef>
          </c:val>
          <c:smooth val="0"/>
        </c:ser>
        <c:ser>
          <c:idx val="2"/>
          <c:order val="2"/>
          <c:tx>
            <c:strRef>
              <c:f>Data!$D$1</c:f>
              <c:strCache>
                <c:ptCount val="1"/>
                <c:pt idx="0">
                  <c:v>Unanimous −0.57%</c:v>
                </c:pt>
              </c:strCache>
            </c:strRef>
          </c:tx>
          <c:spPr>
            <a:ln w="16510">
              <a:solidFill>
                <a:srgbClr val="C66118"/>
              </a:solidFill>
              <a:prstDash val="dash"/>
            </a:ln>
          </c:spPr>
          <c:marker>
            <c:symbol val="none"/>
          </c:marker>
          <c:cat>
            <c:strRef>
              <c:f>Data!$A$2:$A$4</c:f>
              <c:strCache>
                <c:ptCount val="3"/>
                <c:pt idx="0">
                  <c:v>Seed 23</c:v>
                </c:pt>
                <c:pt idx="1">
                  <c:v>Seed 42</c:v>
                </c:pt>
                <c:pt idx="2">
                  <c:v>Seed 71</c:v>
                </c:pt>
              </c:strCache>
            </c:strRef>
          </c:cat>
          <c:val>
            <c:numRef>
              <c:f>Data!$D$2:$D$4</c:f>
              <c:numCache>
                <c:formatCode>0.00</c:formatCode>
                <c:ptCount val="3"/>
                <c:pt idx="0">
                  <c:v>-0.571426876578</c:v>
                </c:pt>
                <c:pt idx="1">
                  <c:v>-0.571426876578</c:v>
                </c:pt>
                <c:pt idx="2">
                  <c:v>-0.571426876578</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1100" b="0" dirty="0">
                <a:solidFill>
                  <a:srgbClr val="142735"/>
                </a:solidFill>
                <a:latin typeface="Arial"/>
              </a:rPr>
              <a:t/>
            </a:r>
            <a:endParaRPr lang="en-US" sz="1100"/>
          </a:p>
        </c:txPr>
        <c:crossAx val="200"/>
        <c:crosses val="autoZero"/>
        <c:auto val="1"/>
        <c:lblAlgn val="ctr"/>
        <c:lblOffset val="100"/>
      </c:catAx>
      <c:valAx>
        <c:axId val="200"/>
        <c:scaling>
          <c:orientation val="minMax"/>
          <c:max val="24.0"/>
          <c:min val="-20.0"/>
        </c:scaling>
        <c:delete val="0"/>
        <c:axPos val="l"/>
        <c:majorGridlines>
          <c:spPr>
            <a:ln w="6350">
              <a:solidFill>
                <a:srgbClr val="DFE5EA"/>
              </a:solidFill>
            </a:ln>
          </c:spPr>
        </c:majorGridlines>
        <c:numFmt formatCode="0.0" sourceLinked="0"/>
        <c:majorTickMark val="none"/>
        <c:minorTickMark val="none"/>
        <c:tickLblPos val="nextTo"/>
        <c:spPr>
          <a:ln w="7620">
            <a:solidFill>
              <a:srgbClr val="C3CDD5"/>
            </a:solidFill>
          </a:ln>
        </c:spPr>
        <c:txPr>
          <a:bodyPr/>
          <a:lstStyle/>
          <a:p>
            <a:pPr marL="0" marR="0" indent="0"/>
            <a:r>
              <a:rPr lang="en-US" sz="1100" b="0" dirty="0">
                <a:solidFill>
                  <a:srgbClr val="142735"/>
                </a:solidFill>
                <a:latin typeface="Arial"/>
              </a:rPr>
              <a:t/>
            </a:r>
            <a:endParaRPr lang="en-US" sz="1100"/>
          </a:p>
        </c:txPr>
        <c:crossAx val="100"/>
        <c:crosses val="autoZero"/>
        <c:crossBetween val="between"/>
        <c:majorUnit val="8.8"/>
      </c:valAx>
    </c:plotArea>
    <c:legend>
      <c:legendPos val="b"/>
      <c:overlay val="0"/>
      <c:txPr>
        <a:bodyPr/>
        <a:lstStyle/>
        <a:p>
          <a:pPr marL="0" marR="0" indent="0"/>
          <a:r>
            <a:rPr lang="en-US" sz="1100" b="0" dirty="0">
              <a:solidFill>
                <a:srgbClr val="142735"/>
              </a:solidFill>
              <a:latin typeface="Arial"/>
            </a:rPr>
            <a:t/>
          </a:r>
          <a:endParaRPr lang="en-US" sz="1100"/>
        </a:p>
      </c:txPr>
    </c:legend>
    <c:plotVisOnly val="1"/>
    <c:dispBlanksAs val="gap"/>
    <c:showDLblsOverMax val="0"/>
  </c:chart>
  <c:spPr>
    <a:solidFill>
      <a:srgbClr val="FFFFFF"/>
    </a:solidFill>
    <a:ln>
      <a:noFill/>
    </a:ln>
  </c:spPr>
  <c:txPr>
    <a:bodyPr/>
    <a:lstStyle/>
    <a:p>
      <a:pPr marL="0" marR="0" indent="0"/>
      <a:r>
        <a:rPr lang="en-US" sz="1100" b="0" dirty="0">
          <a:solidFill>
            <a:srgbClr val="142735"/>
          </a:solidFill>
          <a:latin typeface="Arial"/>
        </a:rPr>
        <a:t/>
      </a:r>
      <a:endParaRPr lang="en-US" sz="1100"/>
    </a:p>
  </c:txPr>
  <c:externalData r:id="rId1">
    <c:autoUpdate val="0"/>
  </c:externalData>
</c:chartSpace>
</file>

<file path=ppt/charts/chart14.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300" b="1" dirty="0">
                <a:solidFill>
                  <a:srgbClr val="142735"/>
                </a:solidFill>
                <a:latin typeface="Arial"/>
              </a:rPr>
              <a:t>Policy entropy (nats)</a:t>
            </a:r>
            <a:endParaRPr lang="en-US" sz="1300"/>
          </a:p>
        </c:rich>
      </c:tx>
      <c:overlay val="0"/>
    </c:title>
    <c:autoTitleDeleted val="0"/>
    <c:plotArea>
      <c:layout/>
      <c:lineChart>
        <c:grouping val="standard"/>
        <c:varyColors val="0"/>
        <c:ser>
          <c:idx val="0"/>
          <c:order val="0"/>
          <c:tx>
            <c:strRef>
              <c:f>Data!$B$1</c:f>
              <c:strCache>
                <c:ptCount val="1"/>
                <c:pt idx="0">
                  <c:v>Seed 23</c:v>
                </c:pt>
              </c:strCache>
            </c:strRef>
          </c:tx>
          <c:spPr>
            <a:ln w="16510">
              <a:solidFill>
                <a:srgbClr val="2166AC"/>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Data!$B$2:$B$49</c:f>
              <c:numCache>
                <c:formatCode>0.00</c:formatCode>
                <c:ptCount val="48"/>
                <c:pt idx="0">
                  <c:v>2.196950604518255</c:v>
                </c:pt>
                <c:pt idx="1">
                  <c:v>2.195782562096914</c:v>
                </c:pt>
                <c:pt idx="2">
                  <c:v>2.195176849762599</c:v>
                </c:pt>
                <c:pt idx="3">
                  <c:v>2.193937768538793</c:v>
                </c:pt>
                <c:pt idx="4">
                  <c:v>2.192818741003672</c:v>
                </c:pt>
                <c:pt idx="5">
                  <c:v>2.191171795129776</c:v>
                </c:pt>
                <c:pt idx="6">
                  <c:v>2.187023858229319</c:v>
                </c:pt>
                <c:pt idx="7">
                  <c:v>2.183391759792964</c:v>
                </c:pt>
                <c:pt idx="8">
                  <c:v>2.178661823272705</c:v>
                </c:pt>
                <c:pt idx="9">
                  <c:v>2.176443755626678</c:v>
                </c:pt>
                <c:pt idx="10">
                  <c:v>2.174165964126587</c:v>
                </c:pt>
                <c:pt idx="11">
                  <c:v>2.176503449678421</c:v>
                </c:pt>
                <c:pt idx="12">
                  <c:v>2.172187407811483</c:v>
                </c:pt>
                <c:pt idx="13">
                  <c:v>2.171436458826065</c:v>
                </c:pt>
                <c:pt idx="14">
                  <c:v>2.165707319974899</c:v>
                </c:pt>
                <c:pt idx="15">
                  <c:v>2.168927858273188</c:v>
                </c:pt>
                <c:pt idx="16">
                  <c:v>2.172344366709391</c:v>
                </c:pt>
                <c:pt idx="17">
                  <c:v>2.167580634355545</c:v>
                </c:pt>
                <c:pt idx="18">
                  <c:v>2.161297818024953</c:v>
                </c:pt>
                <c:pt idx="19">
                  <c:v>2.160114179054896</c:v>
                </c:pt>
                <c:pt idx="20">
                  <c:v>2.157715260982513</c:v>
                </c:pt>
                <c:pt idx="21">
                  <c:v>2.166125883658727</c:v>
                </c:pt>
                <c:pt idx="22">
                  <c:v>2.158329834540685</c:v>
                </c:pt>
                <c:pt idx="23">
                  <c:v>2.151216129461924</c:v>
                </c:pt>
                <c:pt idx="24">
                  <c:v>2.13615283370018</c:v>
                </c:pt>
                <c:pt idx="25">
                  <c:v>2.151186943054199</c:v>
                </c:pt>
                <c:pt idx="26">
                  <c:v>2.159063051144282</c:v>
                </c:pt>
                <c:pt idx="27">
                  <c:v>2.155499358971914</c:v>
                </c:pt>
                <c:pt idx="28">
                  <c:v>2.132295588652293</c:v>
                </c:pt>
                <c:pt idx="29">
                  <c:v>2.140494565169016</c:v>
                </c:pt>
                <c:pt idx="30">
                  <c:v>2.127758075793584</c:v>
                </c:pt>
                <c:pt idx="31">
                  <c:v>2.127199242512385</c:v>
                </c:pt>
                <c:pt idx="32">
                  <c:v>2.137940357128779</c:v>
                </c:pt>
                <c:pt idx="33">
                  <c:v>2.141984403133392</c:v>
                </c:pt>
                <c:pt idx="34">
                  <c:v>2.133304278055827</c:v>
                </c:pt>
                <c:pt idx="35">
                  <c:v>2.138506611188253</c:v>
                </c:pt>
                <c:pt idx="36">
                  <c:v>2.119863897562027</c:v>
                </c:pt>
                <c:pt idx="37">
                  <c:v>2.084267030159632</c:v>
                </c:pt>
                <c:pt idx="38">
                  <c:v>2.055990060170492</c:v>
                </c:pt>
                <c:pt idx="39">
                  <c:v>2.07194592555364</c:v>
                </c:pt>
                <c:pt idx="40">
                  <c:v>2.046916991472244</c:v>
                </c:pt>
                <c:pt idx="41">
                  <c:v>2.062213311592738</c:v>
                </c:pt>
                <c:pt idx="42">
                  <c:v>2.052992264429728</c:v>
                </c:pt>
                <c:pt idx="43">
                  <c:v>2.05952991048495</c:v>
                </c:pt>
                <c:pt idx="44">
                  <c:v>2.021711796522141</c:v>
                </c:pt>
                <c:pt idx="45">
                  <c:v>2.000630815823873</c:v>
                </c:pt>
                <c:pt idx="46">
                  <c:v>2.042805482943853</c:v>
                </c:pt>
                <c:pt idx="47">
                  <c:v>2.014388804634412</c:v>
                </c:pt>
              </c:numCache>
            </c:numRef>
          </c:val>
          <c:smooth val="0"/>
        </c:ser>
        <c:ser>
          <c:idx val="1"/>
          <c:order val="1"/>
          <c:tx>
            <c:strRef>
              <c:f>Data!$C$1</c:f>
              <c:strCache>
                <c:ptCount val="1"/>
                <c:pt idx="0">
                  <c:v>Seed 42</c:v>
                </c:pt>
              </c:strCache>
            </c:strRef>
          </c:tx>
          <c:spPr>
            <a:ln w="16510">
              <a:solidFill>
                <a:srgbClr val="C66118"/>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Data!$C$2:$C$49</c:f>
              <c:numCache>
                <c:formatCode>0.00</c:formatCode>
                <c:ptCount val="48"/>
                <c:pt idx="0">
                  <c:v>2.197015245755514</c:v>
                </c:pt>
                <c:pt idx="1">
                  <c:v>2.196116983890533</c:v>
                </c:pt>
                <c:pt idx="2">
                  <c:v>2.19511287411054</c:v>
                </c:pt>
                <c:pt idx="3">
                  <c:v>2.194110582272212</c:v>
                </c:pt>
                <c:pt idx="4">
                  <c:v>2.194219181934992</c:v>
                </c:pt>
                <c:pt idx="5">
                  <c:v>2.192156006892522</c:v>
                </c:pt>
                <c:pt idx="6">
                  <c:v>2.191829264163971</c:v>
                </c:pt>
                <c:pt idx="7">
                  <c:v>2.192821542421977</c:v>
                </c:pt>
                <c:pt idx="8">
                  <c:v>2.190960864226023</c:v>
                </c:pt>
                <c:pt idx="9">
                  <c:v>2.189704010883967</c:v>
                </c:pt>
                <c:pt idx="10">
                  <c:v>2.189294556776682</c:v>
                </c:pt>
                <c:pt idx="11">
                  <c:v>2.190910398960114</c:v>
                </c:pt>
                <c:pt idx="12">
                  <c:v>2.191107541322708</c:v>
                </c:pt>
                <c:pt idx="13">
                  <c:v>2.190984606742859</c:v>
                </c:pt>
                <c:pt idx="14">
                  <c:v>2.186863750219345</c:v>
                </c:pt>
                <c:pt idx="15">
                  <c:v>2.187538027763367</c:v>
                </c:pt>
                <c:pt idx="16">
                  <c:v>2.183484236399333</c:v>
                </c:pt>
                <c:pt idx="17">
                  <c:v>2.178745567798614</c:v>
                </c:pt>
                <c:pt idx="18">
                  <c:v>2.177429527044296</c:v>
                </c:pt>
                <c:pt idx="19">
                  <c:v>2.174754748741786</c:v>
                </c:pt>
                <c:pt idx="20">
                  <c:v>2.172745843728384</c:v>
                </c:pt>
                <c:pt idx="21">
                  <c:v>2.175826559464137</c:v>
                </c:pt>
                <c:pt idx="22">
                  <c:v>2.165428151686986</c:v>
                </c:pt>
                <c:pt idx="23">
                  <c:v>2.157621890306473</c:v>
                </c:pt>
                <c:pt idx="24">
                  <c:v>2.160423070192337</c:v>
                </c:pt>
                <c:pt idx="25">
                  <c:v>2.169068813323975</c:v>
                </c:pt>
                <c:pt idx="26">
                  <c:v>2.15687628587087</c:v>
                </c:pt>
                <c:pt idx="27">
                  <c:v>2.14811901251475</c:v>
                </c:pt>
                <c:pt idx="28">
                  <c:v>2.101263950268427</c:v>
                </c:pt>
                <c:pt idx="29">
                  <c:v>2.087699323892593</c:v>
                </c:pt>
                <c:pt idx="30">
                  <c:v>2.079909493525823</c:v>
                </c:pt>
                <c:pt idx="31">
                  <c:v>2.071605960528056</c:v>
                </c:pt>
                <c:pt idx="32">
                  <c:v>2.063789457082748</c:v>
                </c:pt>
                <c:pt idx="33">
                  <c:v>2.026335487763087</c:v>
                </c:pt>
                <c:pt idx="34">
                  <c:v>1.979155088464419</c:v>
                </c:pt>
                <c:pt idx="35">
                  <c:v>1.946204865972201</c:v>
                </c:pt>
                <c:pt idx="36">
                  <c:v>1.899704982837041</c:v>
                </c:pt>
                <c:pt idx="37">
                  <c:v>1.828265498081843</c:v>
                </c:pt>
                <c:pt idx="38">
                  <c:v>1.760765254497528</c:v>
                </c:pt>
                <c:pt idx="39">
                  <c:v>1.790057068069776</c:v>
                </c:pt>
                <c:pt idx="40">
                  <c:v>1.850137377778689</c:v>
                </c:pt>
                <c:pt idx="41">
                  <c:v>1.800993904471397</c:v>
                </c:pt>
                <c:pt idx="42">
                  <c:v>1.795326560735702</c:v>
                </c:pt>
                <c:pt idx="43">
                  <c:v>1.665835132201513</c:v>
                </c:pt>
                <c:pt idx="44">
                  <c:v>1.696844850977262</c:v>
                </c:pt>
                <c:pt idx="45">
                  <c:v>1.775504459937414</c:v>
                </c:pt>
                <c:pt idx="46">
                  <c:v>1.840961719552676</c:v>
                </c:pt>
                <c:pt idx="47">
                  <c:v>1.75628787279129</c:v>
                </c:pt>
              </c:numCache>
            </c:numRef>
          </c:val>
          <c:smooth val="0"/>
        </c:ser>
        <c:ser>
          <c:idx val="2"/>
          <c:order val="2"/>
          <c:tx>
            <c:strRef>
              <c:f>Data!$D$1</c:f>
              <c:strCache>
                <c:ptCount val="1"/>
                <c:pt idx="0">
                  <c:v>Seed 71</c:v>
                </c:pt>
              </c:strCache>
            </c:strRef>
          </c:tx>
          <c:spPr>
            <a:ln w="16510">
              <a:solidFill>
                <a:srgbClr val="237A57"/>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Data!$D$2:$D$49</c:f>
              <c:numCache>
                <c:formatCode>0.00</c:formatCode>
                <c:ptCount val="48"/>
                <c:pt idx="0">
                  <c:v>2.196940412123998</c:v>
                </c:pt>
                <c:pt idx="1">
                  <c:v>2.195850412050883</c:v>
                </c:pt>
                <c:pt idx="2">
                  <c:v>2.194143195947011</c:v>
                </c:pt>
                <c:pt idx="3">
                  <c:v>2.189745138088862</c:v>
                </c:pt>
                <c:pt idx="4">
                  <c:v>2.188184628883997</c:v>
                </c:pt>
                <c:pt idx="5">
                  <c:v>2.18669182062149</c:v>
                </c:pt>
                <c:pt idx="6">
                  <c:v>2.18208306034406</c:v>
                </c:pt>
                <c:pt idx="7">
                  <c:v>2.173705657323202</c:v>
                </c:pt>
                <c:pt idx="8">
                  <c:v>2.168356657028198</c:v>
                </c:pt>
                <c:pt idx="9">
                  <c:v>2.170773714780808</c:v>
                </c:pt>
                <c:pt idx="10">
                  <c:v>2.177986065546671</c:v>
                </c:pt>
                <c:pt idx="11">
                  <c:v>2.176431814829508</c:v>
                </c:pt>
                <c:pt idx="12">
                  <c:v>2.176326920588811</c:v>
                </c:pt>
                <c:pt idx="13">
                  <c:v>2.173674255609512</c:v>
                </c:pt>
                <c:pt idx="14">
                  <c:v>2.164064317941666</c:v>
                </c:pt>
                <c:pt idx="15">
                  <c:v>2.167868832747141</c:v>
                </c:pt>
                <c:pt idx="16">
                  <c:v>2.169529557228088</c:v>
                </c:pt>
                <c:pt idx="17">
                  <c:v>2.161608080069224</c:v>
                </c:pt>
                <c:pt idx="18">
                  <c:v>2.157870570818583</c:v>
                </c:pt>
                <c:pt idx="19">
                  <c:v>2.1620887418588</c:v>
                </c:pt>
                <c:pt idx="20">
                  <c:v>2.159992814064026</c:v>
                </c:pt>
                <c:pt idx="21">
                  <c:v>2.152167975902557</c:v>
                </c:pt>
                <c:pt idx="22">
                  <c:v>2.152636458476385</c:v>
                </c:pt>
                <c:pt idx="23">
                  <c:v>2.150028099616369</c:v>
                </c:pt>
                <c:pt idx="24">
                  <c:v>2.140329559644063</c:v>
                </c:pt>
                <c:pt idx="25">
                  <c:v>2.122359832127889</c:v>
                </c:pt>
                <c:pt idx="26">
                  <c:v>2.124399095773697</c:v>
                </c:pt>
                <c:pt idx="27">
                  <c:v>2.119300961494446</c:v>
                </c:pt>
                <c:pt idx="28">
                  <c:v>2.090504457553228</c:v>
                </c:pt>
                <c:pt idx="29">
                  <c:v>2.074997663497925</c:v>
                </c:pt>
                <c:pt idx="30">
                  <c:v>2.03737860918045</c:v>
                </c:pt>
                <c:pt idx="31">
                  <c:v>2.030854384104411</c:v>
                </c:pt>
                <c:pt idx="32">
                  <c:v>2.025655408700307</c:v>
                </c:pt>
                <c:pt idx="33">
                  <c:v>2.00812687476476</c:v>
                </c:pt>
                <c:pt idx="34">
                  <c:v>2.012073586384455</c:v>
                </c:pt>
                <c:pt idx="35">
                  <c:v>1.982307220498721</c:v>
                </c:pt>
                <c:pt idx="36">
                  <c:v>1.990664839744568</c:v>
                </c:pt>
                <c:pt idx="37">
                  <c:v>2.00220904747645</c:v>
                </c:pt>
                <c:pt idx="38">
                  <c:v>1.990466753641764</c:v>
                </c:pt>
                <c:pt idx="39">
                  <c:v>2.007688532272975</c:v>
                </c:pt>
                <c:pt idx="40">
                  <c:v>2.021391456325849</c:v>
                </c:pt>
                <c:pt idx="41">
                  <c:v>2.003263096014658</c:v>
                </c:pt>
                <c:pt idx="42">
                  <c:v>2.015819778045019</c:v>
                </c:pt>
                <c:pt idx="43">
                  <c:v>2.018151998519897</c:v>
                </c:pt>
                <c:pt idx="44">
                  <c:v>2.003388851881027</c:v>
                </c:pt>
                <c:pt idx="45">
                  <c:v>1.988497227430344</c:v>
                </c:pt>
                <c:pt idx="46">
                  <c:v>2.000197028120359</c:v>
                </c:pt>
                <c:pt idx="47">
                  <c:v>1.972880020737648</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900" b="0" dirty="0">
                <a:solidFill>
                  <a:srgbClr val="142735"/>
                </a:solidFill>
                <a:latin typeface="Arial"/>
              </a:rPr>
              <a:t/>
            </a:r>
            <a:endParaRPr lang="en-US" sz="900"/>
          </a:p>
        </c:txPr>
        <c:crossAx val="200"/>
        <c:crosses val="autoZero"/>
        <c:auto val="1"/>
        <c:lblAlgn val="ctr"/>
        <c:lblOffset val="100"/>
        <c:tickLblSkip val="7"/>
        <c:tickMarkSkip val="7"/>
      </c:catAx>
      <c:valAx>
        <c:axId val="200"/>
        <c:scaling>
          <c:orientation val="minMax"/>
          <c:max val="2.3032512684663144"/>
          <c:min val="0"/>
        </c:scaling>
        <c:delete val="0"/>
        <c:axPos val="l"/>
        <c:majorGridlines>
          <c:spPr>
            <a:ln w="6350">
              <a:solidFill>
                <a:srgbClr val="DFE5EA"/>
              </a:solidFill>
            </a:ln>
          </c:spPr>
        </c:majorGridlines>
        <c:numFmt formatCode="0.00" sourceLinked="0"/>
        <c:majorTickMark val="none"/>
        <c:minorTickMark val="none"/>
        <c:tickLblPos val="nextTo"/>
        <c:spPr>
          <a:ln w="7620">
            <a:solidFill>
              <a:srgbClr val="C3CDD5"/>
            </a:solidFill>
          </a:ln>
        </c:spPr>
        <c:txPr>
          <a:bodyPr/>
          <a:lstStyle/>
          <a:p>
            <a:pPr marL="0" marR="0" indent="0"/>
            <a:r>
              <a:rPr lang="en-US" sz="900" b="0" dirty="0">
                <a:solidFill>
                  <a:srgbClr val="142735"/>
                </a:solidFill>
                <a:latin typeface="Arial"/>
              </a:rPr>
              <a:t/>
            </a:r>
            <a:endParaRPr lang="en-US" sz="900"/>
          </a:p>
        </c:txPr>
        <c:crossAx val="100"/>
        <c:crosses val="autoZero"/>
        <c:crossBetween val="between"/>
        <c:majorUnit val="0.4606502536932629"/>
      </c:valAx>
    </c:plotArea>
    <c:legend>
      <c:legendPos val="b"/>
      <c:overlay val="0"/>
      <c:txPr>
        <a:bodyPr/>
        <a:lstStyle/>
        <a:p>
          <a:pPr marL="0" marR="0" indent="0"/>
          <a:r>
            <a:rPr lang="en-US" sz="900" b="0" dirty="0">
              <a:solidFill>
                <a:srgbClr val="142735"/>
              </a:solidFill>
              <a:latin typeface="Arial"/>
            </a:rPr>
            <a:t/>
          </a:r>
          <a:endParaRPr lang="en-US" sz="900"/>
        </a:p>
      </c:txPr>
    </c:legend>
    <c:plotVisOnly val="1"/>
    <c:dispBlanksAs val="gap"/>
    <c:showDLblsOverMax val="0"/>
  </c:chart>
  <c:spPr>
    <a:solidFill>
      <a:srgbClr val="FFFFFF"/>
    </a:solidFill>
    <a:ln>
      <a:noFill/>
    </a:ln>
  </c:spPr>
  <c:txPr>
    <a:bodyPr/>
    <a:lstStyle/>
    <a:p>
      <a:pPr marL="0" marR="0" indent="0"/>
      <a:r>
        <a:rPr lang="en-US" sz="900" b="0" dirty="0">
          <a:solidFill>
            <a:srgbClr val="142735"/>
          </a:solidFill>
          <a:latin typeface="Arial"/>
        </a:rPr>
        <a:t/>
      </a:r>
      <a:endParaRPr lang="en-US" sz="900"/>
    </a:p>
  </c:txPr>
  <c:externalData r:id="rId1">
    <c:autoUpdate val="0"/>
  </c:externalData>
</c:chartSpace>
</file>

<file path=ppt/charts/chart15.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300" b="1" dirty="0">
                <a:solidFill>
                  <a:srgbClr val="142735"/>
                </a:solidFill>
                <a:latin typeface="Arial"/>
              </a:rPr>
              <a:t>Critic half-MSE</a:t>
            </a:r>
            <a:endParaRPr lang="en-US" sz="1300"/>
          </a:p>
        </c:rich>
      </c:tx>
      <c:overlay val="0"/>
    </c:title>
    <c:autoTitleDeleted val="0"/>
    <c:plotArea>
      <c:layout/>
      <c:lineChart>
        <c:grouping val="standard"/>
        <c:varyColors val="0"/>
        <c:ser>
          <c:idx val="0"/>
          <c:order val="0"/>
          <c:tx>
            <c:strRef>
              <c:f>Data!$B$1</c:f>
              <c:strCache>
                <c:ptCount val="1"/>
                <c:pt idx="0">
                  <c:v>Seed 23</c:v>
                </c:pt>
              </c:strCache>
            </c:strRef>
          </c:tx>
          <c:spPr>
            <a:ln w="16510">
              <a:solidFill>
                <a:srgbClr val="2166AC"/>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Data!$B$2:$B$49</c:f>
              <c:numCache>
                <c:formatCode>0.00</c:formatCode>
                <c:ptCount val="48"/>
                <c:pt idx="0">
                  <c:v>0.742160725096862</c:v>
                </c:pt>
                <c:pt idx="1">
                  <c:v>0.357578590512276</c:v>
                </c:pt>
                <c:pt idx="2">
                  <c:v>0.415722602357467</c:v>
                </c:pt>
                <c:pt idx="3">
                  <c:v>0.563128169625998</c:v>
                </c:pt>
                <c:pt idx="4">
                  <c:v>0.698733041683833</c:v>
                </c:pt>
                <c:pt idx="5">
                  <c:v>0.485550371309121</c:v>
                </c:pt>
                <c:pt idx="6">
                  <c:v>1.383724917968114</c:v>
                </c:pt>
                <c:pt idx="7">
                  <c:v>0.751500924428304</c:v>
                </c:pt>
                <c:pt idx="8">
                  <c:v>0.711112136642138</c:v>
                </c:pt>
                <c:pt idx="9">
                  <c:v>1.013508684933186</c:v>
                </c:pt>
                <c:pt idx="10">
                  <c:v>0.712990388274193</c:v>
                </c:pt>
                <c:pt idx="11">
                  <c:v>0.841468319296837</c:v>
                </c:pt>
                <c:pt idx="12">
                  <c:v>0.845725012322267</c:v>
                </c:pt>
                <c:pt idx="13">
                  <c:v>0.513173532982667</c:v>
                </c:pt>
                <c:pt idx="14">
                  <c:v>0.761455548306306</c:v>
                </c:pt>
                <c:pt idx="15">
                  <c:v>0.412259113043547</c:v>
                </c:pt>
                <c:pt idx="16">
                  <c:v>0.301502307256063</c:v>
                </c:pt>
                <c:pt idx="17">
                  <c:v>0.368361593534549</c:v>
                </c:pt>
                <c:pt idx="18">
                  <c:v>0.5807617244621121</c:v>
                </c:pt>
                <c:pt idx="19">
                  <c:v>0.688665835807721</c:v>
                </c:pt>
                <c:pt idx="20">
                  <c:v>0.601121366024017</c:v>
                </c:pt>
                <c:pt idx="21">
                  <c:v>0.287642855197191</c:v>
                </c:pt>
                <c:pt idx="22">
                  <c:v>0.522245633105437</c:v>
                </c:pt>
                <c:pt idx="23">
                  <c:v>0.589210274318854</c:v>
                </c:pt>
                <c:pt idx="24">
                  <c:v>1.00321950763464</c:v>
                </c:pt>
                <c:pt idx="25">
                  <c:v>0.18635859961311</c:v>
                </c:pt>
                <c:pt idx="26">
                  <c:v>0.281105807051063</c:v>
                </c:pt>
                <c:pt idx="27">
                  <c:v>0.291287804643313</c:v>
                </c:pt>
                <c:pt idx="28">
                  <c:v>0.713249509533246</c:v>
                </c:pt>
                <c:pt idx="29">
                  <c:v>0.511584417273601</c:v>
                </c:pt>
                <c:pt idx="30">
                  <c:v>0.791806496679783</c:v>
                </c:pt>
                <c:pt idx="31">
                  <c:v>1.592863922317823</c:v>
                </c:pt>
                <c:pt idx="32">
                  <c:v>1.877810786167781</c:v>
                </c:pt>
                <c:pt idx="33">
                  <c:v>0.694058964649836</c:v>
                </c:pt>
                <c:pt idx="34">
                  <c:v>0.662044733762741</c:v>
                </c:pt>
                <c:pt idx="35">
                  <c:v>0.481813635677099</c:v>
                </c:pt>
                <c:pt idx="36">
                  <c:v>1.805744662880898</c:v>
                </c:pt>
                <c:pt idx="37">
                  <c:v>1.054269539813201</c:v>
                </c:pt>
                <c:pt idx="38">
                  <c:v>1.234345287084579</c:v>
                </c:pt>
                <c:pt idx="39">
                  <c:v>0.751325185100238</c:v>
                </c:pt>
                <c:pt idx="40">
                  <c:v>0.527019549161196</c:v>
                </c:pt>
                <c:pt idx="41">
                  <c:v>0.396566080550353</c:v>
                </c:pt>
                <c:pt idx="42">
                  <c:v>1.289688552419345</c:v>
                </c:pt>
                <c:pt idx="43">
                  <c:v>0.396872901668151</c:v>
                </c:pt>
                <c:pt idx="44">
                  <c:v>0.756335114439328</c:v>
                </c:pt>
                <c:pt idx="45">
                  <c:v>0.480503066132466</c:v>
                </c:pt>
                <c:pt idx="46">
                  <c:v>0.40297104169925</c:v>
                </c:pt>
                <c:pt idx="47">
                  <c:v>0.480904518316189</c:v>
                </c:pt>
              </c:numCache>
            </c:numRef>
          </c:val>
          <c:smooth val="0"/>
        </c:ser>
        <c:ser>
          <c:idx val="1"/>
          <c:order val="1"/>
          <c:tx>
            <c:strRef>
              <c:f>Data!$C$1</c:f>
              <c:strCache>
                <c:ptCount val="1"/>
                <c:pt idx="0">
                  <c:v>Seed 42</c:v>
                </c:pt>
              </c:strCache>
            </c:strRef>
          </c:tx>
          <c:spPr>
            <a:ln w="16510">
              <a:solidFill>
                <a:srgbClr val="C66118"/>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Data!$C$2:$C$49</c:f>
              <c:numCache>
                <c:formatCode>0.00</c:formatCode>
                <c:ptCount val="48"/>
                <c:pt idx="0">
                  <c:v>0.469874814152718</c:v>
                </c:pt>
                <c:pt idx="1">
                  <c:v>0.476131794353326</c:v>
                </c:pt>
                <c:pt idx="2">
                  <c:v>0.369150223831336</c:v>
                </c:pt>
                <c:pt idx="3">
                  <c:v>0.513212338089943</c:v>
                </c:pt>
                <c:pt idx="4">
                  <c:v>0.298973788196842</c:v>
                </c:pt>
                <c:pt idx="5">
                  <c:v>0.511077251285315</c:v>
                </c:pt>
                <c:pt idx="6">
                  <c:v>0.85724063962698</c:v>
                </c:pt>
                <c:pt idx="7">
                  <c:v>0.336635182301203</c:v>
                </c:pt>
                <c:pt idx="8">
                  <c:v>0.686238082746665</c:v>
                </c:pt>
                <c:pt idx="9">
                  <c:v>0.512344304472208</c:v>
                </c:pt>
                <c:pt idx="10">
                  <c:v>0.599469730009635</c:v>
                </c:pt>
                <c:pt idx="11">
                  <c:v>0.355662795404593</c:v>
                </c:pt>
                <c:pt idx="12">
                  <c:v>0.244789756834507</c:v>
                </c:pt>
                <c:pt idx="13">
                  <c:v>0.205589306851228</c:v>
                </c:pt>
                <c:pt idx="14">
                  <c:v>1.090658992528915</c:v>
                </c:pt>
                <c:pt idx="15">
                  <c:v>0.532274502019087</c:v>
                </c:pt>
                <c:pt idx="16">
                  <c:v>0.644749835133552</c:v>
                </c:pt>
                <c:pt idx="17">
                  <c:v>1.131626000006994</c:v>
                </c:pt>
                <c:pt idx="18">
                  <c:v>2.017227451006571</c:v>
                </c:pt>
                <c:pt idx="19">
                  <c:v>0.680694498121738</c:v>
                </c:pt>
                <c:pt idx="20">
                  <c:v>0.384430023531119</c:v>
                </c:pt>
                <c:pt idx="21">
                  <c:v>0.241447842990359</c:v>
                </c:pt>
                <c:pt idx="22">
                  <c:v>0.879778688152631</c:v>
                </c:pt>
                <c:pt idx="23">
                  <c:v>1.323148414492607</c:v>
                </c:pt>
                <c:pt idx="24">
                  <c:v>0.667379265030225</c:v>
                </c:pt>
                <c:pt idx="25">
                  <c:v>0.367618986715873</c:v>
                </c:pt>
                <c:pt idx="26">
                  <c:v>0.33247125086685</c:v>
                </c:pt>
                <c:pt idx="27">
                  <c:v>0.385398380458355</c:v>
                </c:pt>
                <c:pt idx="28">
                  <c:v>1.163177102804184</c:v>
                </c:pt>
                <c:pt idx="29">
                  <c:v>0.478924988458554</c:v>
                </c:pt>
                <c:pt idx="30">
                  <c:v>0.440499829749266</c:v>
                </c:pt>
                <c:pt idx="31">
                  <c:v>0.5843077686925729</c:v>
                </c:pt>
                <c:pt idx="32">
                  <c:v>0.444101214408874</c:v>
                </c:pt>
                <c:pt idx="33">
                  <c:v>0.580489872644345</c:v>
                </c:pt>
                <c:pt idx="34">
                  <c:v>1.61334989964962</c:v>
                </c:pt>
                <c:pt idx="35">
                  <c:v>0.53490012139082</c:v>
                </c:pt>
                <c:pt idx="36">
                  <c:v>0.593096493432919</c:v>
                </c:pt>
                <c:pt idx="37">
                  <c:v>0.606397890796264</c:v>
                </c:pt>
                <c:pt idx="38">
                  <c:v>0.8127615874012309</c:v>
                </c:pt>
                <c:pt idx="39">
                  <c:v>0.344445742666721</c:v>
                </c:pt>
                <c:pt idx="40">
                  <c:v>0.25584196858108</c:v>
                </c:pt>
                <c:pt idx="41">
                  <c:v>0.384239175667365</c:v>
                </c:pt>
                <c:pt idx="42">
                  <c:v>0.381564763685068</c:v>
                </c:pt>
                <c:pt idx="43">
                  <c:v>0.72430107742548</c:v>
                </c:pt>
                <c:pt idx="44">
                  <c:v>0.373376871148745</c:v>
                </c:pt>
                <c:pt idx="45">
                  <c:v>0.417480494827032</c:v>
                </c:pt>
                <c:pt idx="46">
                  <c:v>0.162925804654757</c:v>
                </c:pt>
                <c:pt idx="47">
                  <c:v>0.28689922640721</c:v>
                </c:pt>
              </c:numCache>
            </c:numRef>
          </c:val>
          <c:smooth val="0"/>
        </c:ser>
        <c:ser>
          <c:idx val="2"/>
          <c:order val="2"/>
          <c:tx>
            <c:strRef>
              <c:f>Data!$D$1</c:f>
              <c:strCache>
                <c:ptCount val="1"/>
                <c:pt idx="0">
                  <c:v>Seed 71</c:v>
                </c:pt>
              </c:strCache>
            </c:strRef>
          </c:tx>
          <c:spPr>
            <a:ln w="16510">
              <a:solidFill>
                <a:srgbClr val="237A57"/>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Data!$D$2:$D$49</c:f>
              <c:numCache>
                <c:formatCode>0.00</c:formatCode>
                <c:ptCount val="48"/>
                <c:pt idx="0">
                  <c:v>0.633912434180578</c:v>
                </c:pt>
                <c:pt idx="1">
                  <c:v>0.430225186049938</c:v>
                </c:pt>
                <c:pt idx="2">
                  <c:v>0.436238639056683</c:v>
                </c:pt>
                <c:pt idx="3">
                  <c:v>1.503335351745288</c:v>
                </c:pt>
                <c:pt idx="4">
                  <c:v>1.443311830361684</c:v>
                </c:pt>
                <c:pt idx="5">
                  <c:v>0.560876787950595</c:v>
                </c:pt>
                <c:pt idx="6">
                  <c:v>0.399202795078357</c:v>
                </c:pt>
                <c:pt idx="7">
                  <c:v>0.572631237407525</c:v>
                </c:pt>
                <c:pt idx="8">
                  <c:v>0.78761117408673</c:v>
                </c:pt>
                <c:pt idx="9">
                  <c:v>0.542285390198231</c:v>
                </c:pt>
                <c:pt idx="10">
                  <c:v>0.432761351267497</c:v>
                </c:pt>
                <c:pt idx="11">
                  <c:v>0.44215481604139</c:v>
                </c:pt>
                <c:pt idx="12">
                  <c:v>0.245359214022756</c:v>
                </c:pt>
                <c:pt idx="13">
                  <c:v>0.3892888824145</c:v>
                </c:pt>
                <c:pt idx="14">
                  <c:v>1.672460342446963</c:v>
                </c:pt>
                <c:pt idx="15">
                  <c:v>1.011935462554296</c:v>
                </c:pt>
                <c:pt idx="16">
                  <c:v>0.839294145504634</c:v>
                </c:pt>
                <c:pt idx="17">
                  <c:v>1.02594102670749</c:v>
                </c:pt>
                <c:pt idx="18">
                  <c:v>1.02577617764473</c:v>
                </c:pt>
                <c:pt idx="19">
                  <c:v>0.614013954997063</c:v>
                </c:pt>
                <c:pt idx="20">
                  <c:v>0.346710313111544</c:v>
                </c:pt>
                <c:pt idx="21">
                  <c:v>0.429897284756104</c:v>
                </c:pt>
                <c:pt idx="22">
                  <c:v>0.437203394869963</c:v>
                </c:pt>
                <c:pt idx="23">
                  <c:v>0.670768894255161</c:v>
                </c:pt>
                <c:pt idx="24">
                  <c:v>0.616492338478565</c:v>
                </c:pt>
                <c:pt idx="25">
                  <c:v>0.382739289353291</c:v>
                </c:pt>
                <c:pt idx="26">
                  <c:v>0.459262316425641</c:v>
                </c:pt>
                <c:pt idx="27">
                  <c:v>0.21936646476388</c:v>
                </c:pt>
                <c:pt idx="28">
                  <c:v>0.480260605613391</c:v>
                </c:pt>
                <c:pt idx="29">
                  <c:v>0.517878034462531</c:v>
                </c:pt>
                <c:pt idx="30">
                  <c:v>0.323749147355556</c:v>
                </c:pt>
                <c:pt idx="31">
                  <c:v>0.410543359816074</c:v>
                </c:pt>
                <c:pt idx="32">
                  <c:v>0.71051549166441</c:v>
                </c:pt>
                <c:pt idx="33">
                  <c:v>0.545076951384544</c:v>
                </c:pt>
                <c:pt idx="34">
                  <c:v>0.512106830875079</c:v>
                </c:pt>
                <c:pt idx="35">
                  <c:v>0.882354545096556</c:v>
                </c:pt>
                <c:pt idx="36">
                  <c:v>1.08018858730793</c:v>
                </c:pt>
                <c:pt idx="37">
                  <c:v>0.587670979400476</c:v>
                </c:pt>
                <c:pt idx="38">
                  <c:v>0.876276368896166</c:v>
                </c:pt>
                <c:pt idx="39">
                  <c:v>0.398201124121745</c:v>
                </c:pt>
                <c:pt idx="40">
                  <c:v>0.336014444629351</c:v>
                </c:pt>
                <c:pt idx="41">
                  <c:v>0.39214833950003</c:v>
                </c:pt>
                <c:pt idx="42">
                  <c:v>0.624797530472279</c:v>
                </c:pt>
                <c:pt idx="43">
                  <c:v>0.471484077473482</c:v>
                </c:pt>
                <c:pt idx="44">
                  <c:v>0.434842985123396</c:v>
                </c:pt>
                <c:pt idx="45">
                  <c:v>1.444692522287369</c:v>
                </c:pt>
                <c:pt idx="46">
                  <c:v>0.43290975689888</c:v>
                </c:pt>
                <c:pt idx="47">
                  <c:v>0.9965043887496</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900" b="0" dirty="0">
                <a:solidFill>
                  <a:srgbClr val="142735"/>
                </a:solidFill>
                <a:latin typeface="Arial"/>
              </a:rPr>
              <a:t/>
            </a:r>
            <a:endParaRPr lang="en-US" sz="900"/>
          </a:p>
        </c:txPr>
        <c:crossAx val="200"/>
        <c:crosses val="autoZero"/>
        <c:auto val="1"/>
        <c:lblAlgn val="ctr"/>
        <c:lblOffset val="100"/>
        <c:tickLblSkip val="7"/>
        <c:tickMarkSkip val="7"/>
      </c:catAx>
      <c:valAx>
        <c:axId val="200"/>
        <c:scaling>
          <c:orientation val="minMax"/>
          <c:max val="2.388087780276934"/>
          <c:min val="-0.022504359980424382"/>
        </c:scaling>
        <c:delete val="0"/>
        <c:axPos val="l"/>
        <c:majorGridlines>
          <c:spPr>
            <a:ln w="6350">
              <a:solidFill>
                <a:srgbClr val="DFE5EA"/>
              </a:solidFill>
            </a:ln>
          </c:spPr>
        </c:majorGridlines>
        <c:numFmt formatCode="0.00" sourceLinked="0"/>
        <c:majorTickMark val="none"/>
        <c:minorTickMark val="none"/>
        <c:tickLblPos val="nextTo"/>
        <c:spPr>
          <a:ln w="7620">
            <a:solidFill>
              <a:srgbClr val="C3CDD5"/>
            </a:solidFill>
          </a:ln>
        </c:spPr>
        <c:txPr>
          <a:bodyPr/>
          <a:lstStyle/>
          <a:p>
            <a:pPr marL="0" marR="0" indent="0"/>
            <a:r>
              <a:rPr lang="en-US" sz="900" b="0" dirty="0">
                <a:solidFill>
                  <a:srgbClr val="142735"/>
                </a:solidFill>
                <a:latin typeface="Arial"/>
              </a:rPr>
              <a:t/>
            </a:r>
            <a:endParaRPr lang="en-US" sz="900"/>
          </a:p>
        </c:txPr>
        <c:crossAx val="100"/>
        <c:crosses val="autoZero"/>
        <c:crossBetween val="between"/>
        <c:majorUnit val="0.4821184280514716"/>
      </c:valAx>
    </c:plotArea>
    <c:plotVisOnly val="1"/>
    <c:dispBlanksAs val="gap"/>
    <c:showDLblsOverMax val="0"/>
  </c:chart>
  <c:spPr>
    <a:solidFill>
      <a:srgbClr val="FFFFFF"/>
    </a:solidFill>
    <a:ln>
      <a:noFill/>
    </a:ln>
  </c:spPr>
  <c:txPr>
    <a:bodyPr/>
    <a:lstStyle/>
    <a:p>
      <a:pPr marL="0" marR="0" indent="0"/>
      <a:r>
        <a:rPr lang="en-US" sz="900" b="0" dirty="0">
          <a:solidFill>
            <a:srgbClr val="142735"/>
          </a:solidFill>
          <a:latin typeface="Arial"/>
        </a:rPr>
        <a:t/>
      </a:r>
      <a:endParaRPr lang="en-US" sz="900"/>
    </a:p>
  </c:txPr>
  <c:externalData r:id="rId1">
    <c:autoUpdate val="0"/>
  </c:externalData>
</c:chartSpace>
</file>

<file path=ppt/charts/chart16.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300" b="1" dirty="0">
                <a:solidFill>
                  <a:srgbClr val="142735"/>
                </a:solidFill>
                <a:latin typeface="Arial"/>
              </a:rPr>
              <a:t>Approximate KL</a:t>
            </a:r>
            <a:endParaRPr lang="en-US" sz="1300"/>
          </a:p>
        </c:rich>
      </c:tx>
      <c:overlay val="0"/>
    </c:title>
    <c:autoTitleDeleted val="0"/>
    <c:plotArea>
      <c:layout/>
      <c:lineChart>
        <c:grouping val="standard"/>
        <c:varyColors val="0"/>
        <c:ser>
          <c:idx val="0"/>
          <c:order val="0"/>
          <c:tx>
            <c:strRef>
              <c:f>Data!$B$1</c:f>
              <c:strCache>
                <c:ptCount val="1"/>
                <c:pt idx="0">
                  <c:v>Seed 23</c:v>
                </c:pt>
              </c:strCache>
            </c:strRef>
          </c:tx>
          <c:spPr>
            <a:ln w="16510">
              <a:solidFill>
                <a:srgbClr val="2166AC"/>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Data!$B$2:$B$49</c:f>
              <c:numCache>
                <c:formatCode>0.000</c:formatCode>
                <c:ptCount val="48"/>
                <c:pt idx="0">
                  <c:v>0.000252328017571</c:v>
                </c:pt>
                <c:pt idx="1">
                  <c:v>0.000147468371627</c:v>
                </c:pt>
                <c:pt idx="2">
                  <c:v>0.000192854834798</c:v>
                </c:pt>
                <c:pt idx="3">
                  <c:v>0.000440115768773</c:v>
                </c:pt>
                <c:pt idx="4">
                  <c:v>0.000217748883491</c:v>
                </c:pt>
                <c:pt idx="5">
                  <c:v>0.00020752333027</c:v>
                </c:pt>
                <c:pt idx="6">
                  <c:v>0.000317325844662</c:v>
                </c:pt>
                <c:pt idx="7">
                  <c:v>0.000567855905198</c:v>
                </c:pt>
                <c:pt idx="8">
                  <c:v>0.000336565824303</c:v>
                </c:pt>
                <c:pt idx="9">
                  <c:v>0.000477368244901</c:v>
                </c:pt>
                <c:pt idx="10">
                  <c:v>0.000442419715303</c:v>
                </c:pt>
                <c:pt idx="11">
                  <c:v>0.000222688482609</c:v>
                </c:pt>
                <c:pt idx="12">
                  <c:v>0.000162967092668</c:v>
                </c:pt>
                <c:pt idx="13">
                  <c:v>0.000559958619609</c:v>
                </c:pt>
                <c:pt idx="14">
                  <c:v>0.000701709058679</c:v>
                </c:pt>
                <c:pt idx="15">
                  <c:v>0.000310545350658</c:v>
                </c:pt>
                <c:pt idx="16">
                  <c:v>0.00038867147911</c:v>
                </c:pt>
                <c:pt idx="17">
                  <c:v>0.000658829327828</c:v>
                </c:pt>
                <c:pt idx="18">
                  <c:v>0.000352117912068</c:v>
                </c:pt>
                <c:pt idx="19">
                  <c:v>0.000724633806385</c:v>
                </c:pt>
                <c:pt idx="20">
                  <c:v>0.000593692578453</c:v>
                </c:pt>
                <c:pt idx="21">
                  <c:v>0.000576459162403</c:v>
                </c:pt>
                <c:pt idx="22">
                  <c:v>0.000358993042028</c:v>
                </c:pt>
                <c:pt idx="23">
                  <c:v>0.0006239662082710001</c:v>
                </c:pt>
                <c:pt idx="24">
                  <c:v>0.000551921296089</c:v>
                </c:pt>
                <c:pt idx="25">
                  <c:v>0.000295352481771</c:v>
                </c:pt>
                <c:pt idx="26">
                  <c:v>0.00043864249407</c:v>
                </c:pt>
                <c:pt idx="27">
                  <c:v>0.000304557237541</c:v>
                </c:pt>
                <c:pt idx="28">
                  <c:v>0.000501412209511</c:v>
                </c:pt>
                <c:pt idx="29">
                  <c:v>0.000723509738843</c:v>
                </c:pt>
                <c:pt idx="30">
                  <c:v>0.001162479563694</c:v>
                </c:pt>
                <c:pt idx="31">
                  <c:v>0.001225898139334</c:v>
                </c:pt>
                <c:pt idx="32">
                  <c:v>0.000313707607953</c:v>
                </c:pt>
                <c:pt idx="33">
                  <c:v>0.000582863887151</c:v>
                </c:pt>
                <c:pt idx="34">
                  <c:v>0.000210604378177</c:v>
                </c:pt>
                <c:pt idx="35">
                  <c:v>0.000333474502744</c:v>
                </c:pt>
                <c:pt idx="36">
                  <c:v>0.000559325776218</c:v>
                </c:pt>
                <c:pt idx="37">
                  <c:v>0.001124312305668</c:v>
                </c:pt>
                <c:pt idx="38">
                  <c:v>0.000888601634263</c:v>
                </c:pt>
                <c:pt idx="39">
                  <c:v>0.000878266214083</c:v>
                </c:pt>
                <c:pt idx="40">
                  <c:v>0.000677014963003</c:v>
                </c:pt>
                <c:pt idx="41">
                  <c:v>0.000868950863757</c:v>
                </c:pt>
                <c:pt idx="42">
                  <c:v>0.000309900254554</c:v>
                </c:pt>
                <c:pt idx="43">
                  <c:v>0.000810409789362</c:v>
                </c:pt>
                <c:pt idx="44">
                  <c:v>0.001458487085377</c:v>
                </c:pt>
                <c:pt idx="45">
                  <c:v>0.001288642534443</c:v>
                </c:pt>
                <c:pt idx="46">
                  <c:v>0.000712820726524</c:v>
                </c:pt>
                <c:pt idx="47">
                  <c:v>0.000379246145409</c:v>
                </c:pt>
              </c:numCache>
            </c:numRef>
          </c:val>
          <c:smooth val="0"/>
        </c:ser>
        <c:ser>
          <c:idx val="1"/>
          <c:order val="1"/>
          <c:tx>
            <c:strRef>
              <c:f>Data!$C$1</c:f>
              <c:strCache>
                <c:ptCount val="1"/>
                <c:pt idx="0">
                  <c:v>Seed 42</c:v>
                </c:pt>
              </c:strCache>
            </c:strRef>
          </c:tx>
          <c:spPr>
            <a:ln w="16510">
              <a:solidFill>
                <a:srgbClr val="C66118"/>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Data!$C$2:$C$49</c:f>
              <c:numCache>
                <c:formatCode>0.000</c:formatCode>
                <c:ptCount val="48"/>
                <c:pt idx="0">
                  <c:v>0.000212529586861</c:v>
                </c:pt>
                <c:pt idx="1">
                  <c:v>0.000145508131633</c:v>
                </c:pt>
                <c:pt idx="2">
                  <c:v>0.000237219093833</c:v>
                </c:pt>
                <c:pt idx="3">
                  <c:v>0.000111586850835</c:v>
                </c:pt>
                <c:pt idx="4">
                  <c:v>0.000122558364334</c:v>
                </c:pt>
                <c:pt idx="5">
                  <c:v>0.000273040379398</c:v>
                </c:pt>
                <c:pt idx="6">
                  <c:v>0.000311295948147</c:v>
                </c:pt>
                <c:pt idx="7">
                  <c:v>0.000195974843033</c:v>
                </c:pt>
                <c:pt idx="8">
                  <c:v>0.00026364987328</c:v>
                </c:pt>
                <c:pt idx="9">
                  <c:v>0.000246257152564</c:v>
                </c:pt>
                <c:pt idx="10">
                  <c:v>0.000219630184195</c:v>
                </c:pt>
                <c:pt idx="11">
                  <c:v>0.000212846993236</c:v>
                </c:pt>
                <c:pt idx="12">
                  <c:v>0.000116331124445</c:v>
                </c:pt>
                <c:pt idx="13">
                  <c:v>0.000186715236244</c:v>
                </c:pt>
                <c:pt idx="14">
                  <c:v>0.000202274114902</c:v>
                </c:pt>
                <c:pt idx="15">
                  <c:v>0.000170528384236</c:v>
                </c:pt>
                <c:pt idx="16">
                  <c:v>0.000447326980066</c:v>
                </c:pt>
                <c:pt idx="17">
                  <c:v>0.00040942519748</c:v>
                </c:pt>
                <c:pt idx="18">
                  <c:v>0.000325663888361</c:v>
                </c:pt>
                <c:pt idx="19">
                  <c:v>0.000512196468965</c:v>
                </c:pt>
                <c:pt idx="20">
                  <c:v>0.000510067776001</c:v>
                </c:pt>
                <c:pt idx="21">
                  <c:v>0.000172018393641</c:v>
                </c:pt>
                <c:pt idx="22">
                  <c:v>0.000596055586357</c:v>
                </c:pt>
                <c:pt idx="23">
                  <c:v>0.0005022630502939999</c:v>
                </c:pt>
                <c:pt idx="24">
                  <c:v>0.000339419251153</c:v>
                </c:pt>
                <c:pt idx="25">
                  <c:v>0.000555394343489</c:v>
                </c:pt>
                <c:pt idx="26">
                  <c:v>0.000631612715855</c:v>
                </c:pt>
                <c:pt idx="27">
                  <c:v>0.000625466937587</c:v>
                </c:pt>
                <c:pt idx="28">
                  <c:v>0.001206787914271</c:v>
                </c:pt>
                <c:pt idx="29">
                  <c:v>0.001122057360287</c:v>
                </c:pt>
                <c:pt idx="30">
                  <c:v>0.000566925057986</c:v>
                </c:pt>
                <c:pt idx="31">
                  <c:v>0.001218271742497</c:v>
                </c:pt>
                <c:pt idx="32">
                  <c:v>0.000771882060993</c:v>
                </c:pt>
                <c:pt idx="33">
                  <c:v>0.001935852497506</c:v>
                </c:pt>
                <c:pt idx="34">
                  <c:v>0.000921159487916</c:v>
                </c:pt>
                <c:pt idx="35">
                  <c:v>0.001867463618206</c:v>
                </c:pt>
                <c:pt idx="36">
                  <c:v>0.000533282756805</c:v>
                </c:pt>
                <c:pt idx="37">
                  <c:v>0.001124477760944</c:v>
                </c:pt>
                <c:pt idx="38">
                  <c:v>0.002161918266211</c:v>
                </c:pt>
                <c:pt idx="39">
                  <c:v>0.000783368343643</c:v>
                </c:pt>
                <c:pt idx="40">
                  <c:v>0.000717894698028</c:v>
                </c:pt>
                <c:pt idx="41">
                  <c:v>0.001583477996367</c:v>
                </c:pt>
                <c:pt idx="42">
                  <c:v>0.001821728733679</c:v>
                </c:pt>
                <c:pt idx="43">
                  <c:v>0.001538776850794</c:v>
                </c:pt>
                <c:pt idx="44">
                  <c:v>0.001822066144086</c:v>
                </c:pt>
                <c:pt idx="45">
                  <c:v>0.001964818550429</c:v>
                </c:pt>
                <c:pt idx="46">
                  <c:v>0.001519807381555</c:v>
                </c:pt>
                <c:pt idx="47">
                  <c:v>0.002084106168089</c:v>
                </c:pt>
              </c:numCache>
            </c:numRef>
          </c:val>
          <c:smooth val="0"/>
        </c:ser>
        <c:ser>
          <c:idx val="2"/>
          <c:order val="2"/>
          <c:tx>
            <c:strRef>
              <c:f>Data!$D$1</c:f>
              <c:strCache>
                <c:ptCount val="1"/>
                <c:pt idx="0">
                  <c:v>Seed 71</c:v>
                </c:pt>
              </c:strCache>
            </c:strRef>
          </c:tx>
          <c:spPr>
            <a:ln w="16510">
              <a:solidFill>
                <a:srgbClr val="237A57"/>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Data!$D$2:$D$49</c:f>
              <c:numCache>
                <c:formatCode>0.000</c:formatCode>
                <c:ptCount val="48"/>
                <c:pt idx="0">
                  <c:v>0.000276728290676</c:v>
                </c:pt>
                <c:pt idx="1">
                  <c:v>0.00021383689212</c:v>
                </c:pt>
                <c:pt idx="2">
                  <c:v>0.000281860867593</c:v>
                </c:pt>
                <c:pt idx="3">
                  <c:v>0.000300393100285</c:v>
                </c:pt>
                <c:pt idx="4">
                  <c:v>0.000257614291816</c:v>
                </c:pt>
                <c:pt idx="5">
                  <c:v>0.000428292939129</c:v>
                </c:pt>
                <c:pt idx="6">
                  <c:v>0.000535194926973</c:v>
                </c:pt>
                <c:pt idx="7">
                  <c:v>0.00053344600019</c:v>
                </c:pt>
                <c:pt idx="8">
                  <c:v>0.000652799285793</c:v>
                </c:pt>
                <c:pt idx="9">
                  <c:v>0.0006095520026670001</c:v>
                </c:pt>
                <c:pt idx="10">
                  <c:v>0.000278734330398</c:v>
                </c:pt>
                <c:pt idx="11">
                  <c:v>0.000326800625771</c:v>
                </c:pt>
                <c:pt idx="12">
                  <c:v>0.000334177447561</c:v>
                </c:pt>
                <c:pt idx="13">
                  <c:v>0.000471724478606</c:v>
                </c:pt>
                <c:pt idx="14">
                  <c:v>0.000395922417132</c:v>
                </c:pt>
                <c:pt idx="15">
                  <c:v>0.000439619703684</c:v>
                </c:pt>
                <c:pt idx="16">
                  <c:v>0.000312642155526</c:v>
                </c:pt>
                <c:pt idx="17">
                  <c:v>0.000447245140094</c:v>
                </c:pt>
                <c:pt idx="18">
                  <c:v>0.000417746263944</c:v>
                </c:pt>
                <c:pt idx="19">
                  <c:v>0.000636100303382</c:v>
                </c:pt>
                <c:pt idx="20">
                  <c:v>0.000435898720752</c:v>
                </c:pt>
                <c:pt idx="21">
                  <c:v>0.000318199357328</c:v>
                </c:pt>
                <c:pt idx="22">
                  <c:v>0.000575179457276</c:v>
                </c:pt>
                <c:pt idx="23">
                  <c:v>0.000597699331896</c:v>
                </c:pt>
                <c:pt idx="24">
                  <c:v>0.001255935358737</c:v>
                </c:pt>
                <c:pt idx="25">
                  <c:v>0.000792617764091</c:v>
                </c:pt>
                <c:pt idx="26">
                  <c:v>0.000450775492936</c:v>
                </c:pt>
                <c:pt idx="27">
                  <c:v>0.000956597592449</c:v>
                </c:pt>
                <c:pt idx="28">
                  <c:v>0.001058502860057</c:v>
                </c:pt>
                <c:pt idx="29">
                  <c:v>0.001147649794196</c:v>
                </c:pt>
                <c:pt idx="30">
                  <c:v>0.001586338039488</c:v>
                </c:pt>
                <c:pt idx="31">
                  <c:v>0.000799685299474</c:v>
                </c:pt>
                <c:pt idx="32">
                  <c:v>0.001233567978488</c:v>
                </c:pt>
                <c:pt idx="33">
                  <c:v>0.000781969128487</c:v>
                </c:pt>
                <c:pt idx="34">
                  <c:v>0.001099173843007</c:v>
                </c:pt>
                <c:pt idx="35">
                  <c:v>0.001814386991706</c:v>
                </c:pt>
                <c:pt idx="36">
                  <c:v>0.001430382040174</c:v>
                </c:pt>
                <c:pt idx="37">
                  <c:v>0.001346861992109</c:v>
                </c:pt>
                <c:pt idx="38">
                  <c:v>0.000832249129113</c:v>
                </c:pt>
                <c:pt idx="39">
                  <c:v>0.00148384142085</c:v>
                </c:pt>
                <c:pt idx="40">
                  <c:v>0.001128209454085</c:v>
                </c:pt>
                <c:pt idx="41">
                  <c:v>0.000846114058125</c:v>
                </c:pt>
                <c:pt idx="42">
                  <c:v>0.001052826924327</c:v>
                </c:pt>
                <c:pt idx="43">
                  <c:v>0.001165155107932</c:v>
                </c:pt>
                <c:pt idx="44">
                  <c:v>0.000964725254259</c:v>
                </c:pt>
                <c:pt idx="45">
                  <c:v>0.0006280290544960001</c:v>
                </c:pt>
                <c:pt idx="46">
                  <c:v>0.000959193605619</c:v>
                </c:pt>
                <c:pt idx="47">
                  <c:v>0.000610821259518</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900" b="0" dirty="0">
                <a:solidFill>
                  <a:srgbClr val="142735"/>
                </a:solidFill>
                <a:latin typeface="Arial"/>
              </a:rPr>
              <a:t/>
            </a:r>
            <a:endParaRPr lang="en-US" sz="900"/>
          </a:p>
        </c:txPr>
        <c:crossAx val="200"/>
        <c:crosses val="autoZero"/>
        <c:auto val="1"/>
        <c:lblAlgn val="ctr"/>
        <c:lblOffset val="100"/>
        <c:tickLblSkip val="7"/>
        <c:tickMarkSkip val="7"/>
      </c:catAx>
      <c:valAx>
        <c:axId val="200"/>
        <c:scaling>
          <c:orientation val="minMax"/>
          <c:max val="0.0025719845492862"/>
          <c:min val="-9.34462907026e-05"/>
        </c:scaling>
        <c:delete val="0"/>
        <c:axPos val="l"/>
        <c:majorGridlines>
          <c:spPr>
            <a:ln w="6350">
              <a:solidFill>
                <a:srgbClr val="DFE5EA"/>
              </a:solidFill>
            </a:ln>
          </c:spPr>
        </c:majorGridlines>
        <c:numFmt formatCode="0.000" sourceLinked="0"/>
        <c:majorTickMark val="none"/>
        <c:minorTickMark val="none"/>
        <c:tickLblPos val="nextTo"/>
        <c:spPr>
          <a:ln w="7620">
            <a:solidFill>
              <a:srgbClr val="C3CDD5"/>
            </a:solidFill>
          </a:ln>
        </c:spPr>
        <c:txPr>
          <a:bodyPr/>
          <a:lstStyle/>
          <a:p>
            <a:pPr marL="0" marR="0" indent="0"/>
            <a:r>
              <a:rPr lang="en-US" sz="900" b="0" dirty="0">
                <a:solidFill>
                  <a:srgbClr val="142735"/>
                </a:solidFill>
                <a:latin typeface="Arial"/>
              </a:rPr>
              <a:t/>
            </a:r>
            <a:endParaRPr lang="en-US" sz="900"/>
          </a:p>
        </c:txPr>
        <c:crossAx val="100"/>
        <c:crosses val="autoZero"/>
        <c:crossBetween val="between"/>
        <c:majorUnit val="0.00053308616799776"/>
      </c:valAx>
    </c:plotArea>
    <c:plotVisOnly val="1"/>
    <c:dispBlanksAs val="gap"/>
    <c:showDLblsOverMax val="0"/>
  </c:chart>
  <c:spPr>
    <a:solidFill>
      <a:srgbClr val="FFFFFF"/>
    </a:solidFill>
    <a:ln>
      <a:noFill/>
    </a:ln>
  </c:spPr>
  <c:txPr>
    <a:bodyPr/>
    <a:lstStyle/>
    <a:p>
      <a:pPr marL="0" marR="0" indent="0"/>
      <a:r>
        <a:rPr lang="en-US" sz="900" b="0" dirty="0">
          <a:solidFill>
            <a:srgbClr val="142735"/>
          </a:solidFill>
          <a:latin typeface="Arial"/>
        </a:rPr>
        <a:t/>
      </a:r>
      <a:endParaRPr lang="en-US" sz="900"/>
    </a:p>
  </c:txPr>
  <c:externalData r:id="rId1">
    <c:autoUpdate val="0"/>
  </c:externalData>
</c:chartSpace>
</file>

<file path=ppt/charts/chart17.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marL="0" marR="0" indent="0"/>
            <a:r>
              <a:rPr lang="en-US" sz="1300" b="1" dirty="0">
                <a:solidFill>
                  <a:srgbClr val="142735"/>
                </a:solidFill>
                <a:latin typeface="Arial"/>
              </a:rPr>
              <a:t>Critic explained variance</a:t>
            </a:r>
            <a:endParaRPr lang="en-US" sz="1300"/>
          </a:p>
        </c:rich>
      </c:tx>
      <c:overlay val="0"/>
    </c:title>
    <c:autoTitleDeleted val="0"/>
    <c:plotArea>
      <c:layout/>
      <c:lineChart>
        <c:grouping val="standard"/>
        <c:varyColors val="0"/>
        <c:ser>
          <c:idx val="0"/>
          <c:order val="0"/>
          <c:tx>
            <c:strRef>
              <c:f>Data!$B$1</c:f>
              <c:strCache>
                <c:ptCount val="1"/>
                <c:pt idx="0">
                  <c:v>Seed 23</c:v>
                </c:pt>
              </c:strCache>
            </c:strRef>
          </c:tx>
          <c:spPr>
            <a:ln w="16510">
              <a:solidFill>
                <a:srgbClr val="2166AC"/>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Data!$B$2:$B$49</c:f>
              <c:numCache>
                <c:formatCode>0.00</c:formatCode>
                <c:ptCount val="48"/>
                <c:pt idx="0">
                  <c:v>0.032519400119781</c:v>
                </c:pt>
                <c:pt idx="1">
                  <c:v>0.024185121059418</c:v>
                </c:pt>
                <c:pt idx="2">
                  <c:v>-0.011163592338562</c:v>
                </c:pt>
                <c:pt idx="3">
                  <c:v>0.050869703292847</c:v>
                </c:pt>
                <c:pt idx="4">
                  <c:v>0.005157649517059</c:v>
                </c:pt>
                <c:pt idx="5">
                  <c:v>0.027475655078888</c:v>
                </c:pt>
                <c:pt idx="6">
                  <c:v>0.009956061840057</c:v>
                </c:pt>
                <c:pt idx="7">
                  <c:v>0.020433843135834</c:v>
                </c:pt>
                <c:pt idx="8">
                  <c:v>0.002059817314148</c:v>
                </c:pt>
                <c:pt idx="9">
                  <c:v>0.037284672260284</c:v>
                </c:pt>
                <c:pt idx="10">
                  <c:v>0.00870543718338</c:v>
                </c:pt>
                <c:pt idx="11">
                  <c:v>0.073175132274628</c:v>
                </c:pt>
                <c:pt idx="12">
                  <c:v>0.024085700511932</c:v>
                </c:pt>
                <c:pt idx="13">
                  <c:v>0.03805935382843</c:v>
                </c:pt>
                <c:pt idx="14">
                  <c:v>0.003271043300629</c:v>
                </c:pt>
                <c:pt idx="15">
                  <c:v>0.008791446685791</c:v>
                </c:pt>
                <c:pt idx="16">
                  <c:v>0.001444756984711</c:v>
                </c:pt>
                <c:pt idx="17">
                  <c:v>0.006470322608948</c:v>
                </c:pt>
                <c:pt idx="18">
                  <c:v>0.034687757492065</c:v>
                </c:pt>
                <c:pt idx="19">
                  <c:v>0.022015571594238</c:v>
                </c:pt>
                <c:pt idx="20">
                  <c:v>0.017608940601349</c:v>
                </c:pt>
                <c:pt idx="21">
                  <c:v>0.008359611034393</c:v>
                </c:pt>
                <c:pt idx="22">
                  <c:v>0.025301158428192</c:v>
                </c:pt>
                <c:pt idx="23">
                  <c:v>0.025038063526154</c:v>
                </c:pt>
                <c:pt idx="24">
                  <c:v>0.044026434421539</c:v>
                </c:pt>
                <c:pt idx="25">
                  <c:v>-0.082537651062012</c:v>
                </c:pt>
                <c:pt idx="26">
                  <c:v>-0.001892566680908</c:v>
                </c:pt>
                <c:pt idx="27">
                  <c:v>0.008046448230743001</c:v>
                </c:pt>
                <c:pt idx="28">
                  <c:v>0.009886801242828</c:v>
                </c:pt>
                <c:pt idx="29">
                  <c:v>0.002780973911285</c:v>
                </c:pt>
                <c:pt idx="30">
                  <c:v>-0.002067565917969</c:v>
                </c:pt>
                <c:pt idx="31">
                  <c:v>0.062769174575806</c:v>
                </c:pt>
                <c:pt idx="32">
                  <c:v>0.011691629886627</c:v>
                </c:pt>
                <c:pt idx="33">
                  <c:v>-0.004098296165466</c:v>
                </c:pt>
                <c:pt idx="34">
                  <c:v>0.047708868980408</c:v>
                </c:pt>
                <c:pt idx="35">
                  <c:v>-0.003210425376892</c:v>
                </c:pt>
                <c:pt idx="36">
                  <c:v>0.208162844181061</c:v>
                </c:pt>
                <c:pt idx="37">
                  <c:v>0.110110640525818</c:v>
                </c:pt>
                <c:pt idx="38">
                  <c:v>0.136358141899109</c:v>
                </c:pt>
                <c:pt idx="39">
                  <c:v>0.04929655790329</c:v>
                </c:pt>
                <c:pt idx="40">
                  <c:v>-0.008011817932129</c:v>
                </c:pt>
                <c:pt idx="41">
                  <c:v>-0.008384346961975001</c:v>
                </c:pt>
                <c:pt idx="42">
                  <c:v>0.043381154537201</c:v>
                </c:pt>
                <c:pt idx="43">
                  <c:v>0.04583328962326</c:v>
                </c:pt>
                <c:pt idx="44">
                  <c:v>0.06888633966445901</c:v>
                </c:pt>
                <c:pt idx="45">
                  <c:v>-0.028569102287292</c:v>
                </c:pt>
                <c:pt idx="46">
                  <c:v>-0.033241510391235</c:v>
                </c:pt>
                <c:pt idx="47">
                  <c:v>-0.036057591438293</c:v>
                </c:pt>
              </c:numCache>
            </c:numRef>
          </c:val>
          <c:smooth val="0"/>
        </c:ser>
        <c:ser>
          <c:idx val="1"/>
          <c:order val="1"/>
          <c:tx>
            <c:strRef>
              <c:f>Data!$C$1</c:f>
              <c:strCache>
                <c:ptCount val="1"/>
                <c:pt idx="0">
                  <c:v>Seed 42</c:v>
                </c:pt>
              </c:strCache>
            </c:strRef>
          </c:tx>
          <c:spPr>
            <a:ln w="16510">
              <a:solidFill>
                <a:srgbClr val="C66118"/>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Data!$C$2:$C$49</c:f>
              <c:numCache>
                <c:formatCode>0.00</c:formatCode>
                <c:ptCount val="48"/>
                <c:pt idx="0">
                  <c:v>0.012732803821564</c:v>
                </c:pt>
                <c:pt idx="1">
                  <c:v>0.030593633651733</c:v>
                </c:pt>
                <c:pt idx="2">
                  <c:v>0.014904320240021</c:v>
                </c:pt>
                <c:pt idx="3">
                  <c:v>0.022123157978058</c:v>
                </c:pt>
                <c:pt idx="4">
                  <c:v>0.027699053287506</c:v>
                </c:pt>
                <c:pt idx="5">
                  <c:v>0.006858766078949</c:v>
                </c:pt>
                <c:pt idx="6">
                  <c:v>0.023044586181641</c:v>
                </c:pt>
                <c:pt idx="7">
                  <c:v>0.002225041389465</c:v>
                </c:pt>
                <c:pt idx="8">
                  <c:v>0.02612316608429</c:v>
                </c:pt>
                <c:pt idx="9">
                  <c:v>0.013416647911072</c:v>
                </c:pt>
                <c:pt idx="10">
                  <c:v>0.014999389648438</c:v>
                </c:pt>
                <c:pt idx="11">
                  <c:v>0.004442930221558</c:v>
                </c:pt>
                <c:pt idx="12">
                  <c:v>0.018941342830658</c:v>
                </c:pt>
                <c:pt idx="13">
                  <c:v>0.015686810016632</c:v>
                </c:pt>
                <c:pt idx="14">
                  <c:v>0.013605952262878</c:v>
                </c:pt>
                <c:pt idx="15">
                  <c:v>0.010383665561676</c:v>
                </c:pt>
                <c:pt idx="16">
                  <c:v>0.019030272960663</c:v>
                </c:pt>
                <c:pt idx="17">
                  <c:v>0.040198564529419</c:v>
                </c:pt>
                <c:pt idx="18">
                  <c:v>0.001817345619202</c:v>
                </c:pt>
                <c:pt idx="19">
                  <c:v>0.014545857906342</c:v>
                </c:pt>
                <c:pt idx="20">
                  <c:v>0.003507018089294</c:v>
                </c:pt>
                <c:pt idx="21">
                  <c:v>0.007306277751923</c:v>
                </c:pt>
                <c:pt idx="22">
                  <c:v>0.036429405212402</c:v>
                </c:pt>
                <c:pt idx="23">
                  <c:v>0.005958676338196</c:v>
                </c:pt>
                <c:pt idx="24">
                  <c:v>-0.000185251235962</c:v>
                </c:pt>
                <c:pt idx="25">
                  <c:v>0.003431558609009</c:v>
                </c:pt>
                <c:pt idx="26">
                  <c:v>-0.002889633178711</c:v>
                </c:pt>
                <c:pt idx="27">
                  <c:v>0.000920653343201</c:v>
                </c:pt>
                <c:pt idx="28">
                  <c:v>0.010370671749115</c:v>
                </c:pt>
                <c:pt idx="29">
                  <c:v>0.078927397727966</c:v>
                </c:pt>
                <c:pt idx="30">
                  <c:v>0.0223748087883</c:v>
                </c:pt>
                <c:pt idx="31">
                  <c:v>0.09427136182784999</c:v>
                </c:pt>
                <c:pt idx="32">
                  <c:v>-0.003935813903809</c:v>
                </c:pt>
                <c:pt idx="33">
                  <c:v>0.080521941184998</c:v>
                </c:pt>
                <c:pt idx="34">
                  <c:v>0.025515973567963</c:v>
                </c:pt>
                <c:pt idx="35">
                  <c:v>0.021893203258514</c:v>
                </c:pt>
                <c:pt idx="36">
                  <c:v>0.010744154453278</c:v>
                </c:pt>
                <c:pt idx="37">
                  <c:v>0.008069932460785001</c:v>
                </c:pt>
                <c:pt idx="38">
                  <c:v>0.175532579421997</c:v>
                </c:pt>
                <c:pt idx="39">
                  <c:v>-0.055198073387146</c:v>
                </c:pt>
                <c:pt idx="40">
                  <c:v>-0.030120849609375</c:v>
                </c:pt>
                <c:pt idx="41">
                  <c:v>0.028411030769348</c:v>
                </c:pt>
                <c:pt idx="42">
                  <c:v>0.008010923862457</c:v>
                </c:pt>
                <c:pt idx="43">
                  <c:v>0.054831504821777</c:v>
                </c:pt>
                <c:pt idx="44">
                  <c:v>0.010633707046509</c:v>
                </c:pt>
                <c:pt idx="45">
                  <c:v>-0.014567852020264</c:v>
                </c:pt>
                <c:pt idx="46">
                  <c:v>-0.006293654441833</c:v>
                </c:pt>
                <c:pt idx="47">
                  <c:v>0.028849959373474</c:v>
                </c:pt>
              </c:numCache>
            </c:numRef>
          </c:val>
          <c:smooth val="0"/>
        </c:ser>
        <c:ser>
          <c:idx val="2"/>
          <c:order val="2"/>
          <c:tx>
            <c:strRef>
              <c:f>Data!$D$1</c:f>
              <c:strCache>
                <c:ptCount val="1"/>
                <c:pt idx="0">
                  <c:v>Seed 71</c:v>
                </c:pt>
              </c:strCache>
            </c:strRef>
          </c:tx>
          <c:spPr>
            <a:ln w="16510">
              <a:solidFill>
                <a:srgbClr val="237A57"/>
              </a:solidFill>
            </a:ln>
          </c:spPr>
          <c:marker>
            <c:symbol val="none"/>
          </c:marker>
          <c:cat>
            <c:strRef>
              <c:f>Data!$A$2:$A$49</c:f>
              <c:strCach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strCache>
            </c:strRef>
          </c:cat>
          <c:val>
            <c:numRef>
              <c:f>Data!$D$2:$D$49</c:f>
              <c:numCache>
                <c:formatCode>0.00</c:formatCode>
                <c:ptCount val="48"/>
                <c:pt idx="0">
                  <c:v>-0.009842276573181</c:v>
                </c:pt>
                <c:pt idx="1">
                  <c:v>0.018698513507843</c:v>
                </c:pt>
                <c:pt idx="2">
                  <c:v>0.020831406116486</c:v>
                </c:pt>
                <c:pt idx="3">
                  <c:v>0.052355170249939</c:v>
                </c:pt>
                <c:pt idx="4">
                  <c:v>0.147891640663147</c:v>
                </c:pt>
                <c:pt idx="5">
                  <c:v>-0.035321116447449</c:v>
                </c:pt>
                <c:pt idx="6">
                  <c:v>0.070839643478394</c:v>
                </c:pt>
                <c:pt idx="7">
                  <c:v>0.097271263599396</c:v>
                </c:pt>
                <c:pt idx="8">
                  <c:v>0.049095630645752</c:v>
                </c:pt>
                <c:pt idx="9">
                  <c:v>0.059107184410095</c:v>
                </c:pt>
                <c:pt idx="10">
                  <c:v>-0.036462306976318</c:v>
                </c:pt>
                <c:pt idx="11">
                  <c:v>0.020140767097473</c:v>
                </c:pt>
                <c:pt idx="12">
                  <c:v>-0.004368543624878</c:v>
                </c:pt>
                <c:pt idx="13">
                  <c:v>0.005026936531067</c:v>
                </c:pt>
                <c:pt idx="14">
                  <c:v>0.116833984851837</c:v>
                </c:pt>
                <c:pt idx="15">
                  <c:v>-0.046683788299561</c:v>
                </c:pt>
                <c:pt idx="16">
                  <c:v>0.018664121627808</c:v>
                </c:pt>
                <c:pt idx="17">
                  <c:v>0.087408602237701</c:v>
                </c:pt>
                <c:pt idx="18">
                  <c:v>-0.007514715194702</c:v>
                </c:pt>
                <c:pt idx="19">
                  <c:v>-0.002038717269897</c:v>
                </c:pt>
                <c:pt idx="20">
                  <c:v>-0.044837713241577</c:v>
                </c:pt>
                <c:pt idx="21">
                  <c:v>0.02879410982132</c:v>
                </c:pt>
                <c:pt idx="22">
                  <c:v>0.01994377374649</c:v>
                </c:pt>
                <c:pt idx="23">
                  <c:v>0.03297483921051</c:v>
                </c:pt>
                <c:pt idx="24">
                  <c:v>0.131663978099823</c:v>
                </c:pt>
                <c:pt idx="25">
                  <c:v>-0.02468466758728</c:v>
                </c:pt>
                <c:pt idx="26">
                  <c:v>-0.012838006019592</c:v>
                </c:pt>
                <c:pt idx="27">
                  <c:v>0.007346153259277</c:v>
                </c:pt>
                <c:pt idx="28">
                  <c:v>0.00035434961319</c:v>
                </c:pt>
                <c:pt idx="29">
                  <c:v>0.028257429599762</c:v>
                </c:pt>
                <c:pt idx="30">
                  <c:v>-0.000442266464233</c:v>
                </c:pt>
                <c:pt idx="31">
                  <c:v>0.013357877731323</c:v>
                </c:pt>
                <c:pt idx="32">
                  <c:v>0.019029915332794</c:v>
                </c:pt>
                <c:pt idx="33">
                  <c:v>0.025757789611816</c:v>
                </c:pt>
                <c:pt idx="34">
                  <c:v>0.015975177288055</c:v>
                </c:pt>
                <c:pt idx="35">
                  <c:v>0.063434660434723</c:v>
                </c:pt>
                <c:pt idx="36">
                  <c:v>-0.011859774589539</c:v>
                </c:pt>
                <c:pt idx="37">
                  <c:v>0.00037032365799</c:v>
                </c:pt>
                <c:pt idx="38">
                  <c:v>0.06588798761367801</c:v>
                </c:pt>
                <c:pt idx="39">
                  <c:v>0.107425093650818</c:v>
                </c:pt>
                <c:pt idx="40">
                  <c:v>0.033262729644775</c:v>
                </c:pt>
                <c:pt idx="41">
                  <c:v>-0.007050156593323</c:v>
                </c:pt>
                <c:pt idx="42">
                  <c:v>0.001376628875732</c:v>
                </c:pt>
                <c:pt idx="43">
                  <c:v>-0.005294680595398</c:v>
                </c:pt>
                <c:pt idx="44">
                  <c:v>0.035181999206543</c:v>
                </c:pt>
                <c:pt idx="45">
                  <c:v>0.219070374965668</c:v>
                </c:pt>
                <c:pt idx="46">
                  <c:v>0.016569793224335</c:v>
                </c:pt>
                <c:pt idx="47">
                  <c:v>0.174918651580811</c:v>
                </c:pt>
              </c:numCache>
            </c:numRef>
          </c:val>
          <c:smooth val="0"/>
        </c:ser>
        <c:axId val="100"/>
        <c:axId val="200"/>
      </c:lineChart>
      <c:catAx>
        <c:axId val="100"/>
        <c:scaling>
          <c:orientation val="minMax"/>
        </c:scaling>
        <c:delete val="0"/>
        <c:axPos val="b"/>
        <c:majorTickMark val="none"/>
        <c:minorTickMark val="none"/>
        <c:tickLblPos val="low"/>
        <c:spPr>
          <a:ln w="7620">
            <a:solidFill>
              <a:srgbClr val="C3CDD5"/>
            </a:solidFill>
          </a:ln>
        </c:spPr>
        <c:txPr>
          <a:bodyPr/>
          <a:lstStyle/>
          <a:p>
            <a:pPr marL="0" marR="0" indent="0"/>
            <a:r>
              <a:rPr lang="en-US" sz="900" b="0" dirty="0">
                <a:solidFill>
                  <a:srgbClr val="142735"/>
                </a:solidFill>
                <a:latin typeface="Arial"/>
              </a:rPr>
              <a:t/>
            </a:r>
            <a:endParaRPr lang="en-US" sz="900"/>
          </a:p>
        </c:txPr>
        <c:crossAx val="200"/>
        <c:crosses val="autoZero"/>
        <c:auto val="1"/>
        <c:lblAlgn val="ctr"/>
        <c:lblOffset val="100"/>
        <c:tickLblSkip val="7"/>
        <c:tickMarkSkip val="7"/>
      </c:catAx>
      <c:valAx>
        <c:axId val="200"/>
        <c:scaling>
          <c:orientation val="minMax"/>
          <c:max val="0.27939198017120404"/>
          <c:min val="-0.11269845366478"/>
        </c:scaling>
        <c:delete val="0"/>
        <c:axPos val="l"/>
        <c:majorGridlines>
          <c:spPr>
            <a:ln w="6350">
              <a:solidFill>
                <a:srgbClr val="DFE5EA"/>
              </a:solidFill>
            </a:ln>
          </c:spPr>
        </c:majorGridlines>
        <c:numFmt formatCode="0.00" sourceLinked="0"/>
        <c:majorTickMark val="none"/>
        <c:minorTickMark val="none"/>
        <c:tickLblPos val="nextTo"/>
        <c:spPr>
          <a:ln w="7620">
            <a:solidFill>
              <a:srgbClr val="C3CDD5"/>
            </a:solidFill>
          </a:ln>
        </c:spPr>
        <c:txPr>
          <a:bodyPr/>
          <a:lstStyle/>
          <a:p>
            <a:pPr marL="0" marR="0" indent="0"/>
            <a:r>
              <a:rPr lang="en-US" sz="900" b="0" dirty="0">
                <a:solidFill>
                  <a:srgbClr val="142735"/>
                </a:solidFill>
                <a:latin typeface="Arial"/>
              </a:rPr>
              <a:t/>
            </a:r>
            <a:endParaRPr lang="en-US" sz="900"/>
          </a:p>
        </c:txPr>
        <c:crossAx val="100"/>
        <c:crosses val="autoZero"/>
        <c:crossBetween val="between"/>
        <c:majorUnit val="0.0784180867671968"/>
      </c:valAx>
    </c:plotArea>
    <c:plotVisOnly val="1"/>
    <c:dispBlanksAs val="gap"/>
    <c:showDLblsOverMax val="0"/>
  </c:chart>
  <c:spPr>
    <a:solidFill>
      <a:srgbClr val="FFFFFF"/>
    </a:solidFill>
    <a:ln>
      <a:noFill/>
    </a:ln>
  </c:spPr>
  <c:txPr>
    <a:bodyPr/>
    <a:lstStyle/>
    <a:p>
      <a:pPr marL="0" marR="0" indent="0"/>
      <a:r>
        <a:rPr lang="en-US" sz="900" b="0" dirty="0">
          <a:solidFill>
            <a:srgbClr val="142735"/>
          </a:solidFill>
          <a:latin typeface="Arial"/>
        </a:rPr>
        <a:t/>
      </a:r>
      <a:endParaRPr lang="en-US" sz="900"/>
    </a:p>
  </c:txPr>
  <c:externalData r:id="rId1">
    <c:autoUpdate val="0"/>
  </c:externalData>
</c:chartSpace>
</file>

<file path=ppt/notesMasters/_rels/notesMaster1.xml.rels><?xml version='1.0' encoding='utf-8'?>
<ns0:Relationships xmlns:ns0="http://schemas.openxmlformats.org/package/2006/relationships"><ns0:Relationship Id="rId1" Type="http://schemas.openxmlformats.org/officeDocument/2006/relationships/theme" Target="../theme/theme1.xml" /></ns0:Relationships>
</file>

<file path=ppt/notesMasters/notesMaster1.xml><?xml version="1.0" encoding="utf-8"?>
<p:notesMaster xmlns:a="http://schemas.openxmlformats.org/drawingml/2006/main"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xml" /></ns0:Relationships>
</file>

<file path=ppt/notesSlides/_rels/notesSlide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xml" /></ns0:Relationships>
</file>

<file path=ppt/notesSlides/_rels/notesSlide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3.xml" /></ns0:Relationships>
</file>

<file path=ppt/notesSlides/_rels/notesSlide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4.xml" /></ns0:Relationships>
</file>

<file path=ppt/notesSlides/_rels/notesSlide5.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5.xml" /></ns0:Relationships>
</file>

<file path=ppt/notesSlides/_rels/notesSlide6.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6.xml" /></ns0:Relationships>
</file>

<file path=ppt/notesSlides/_rels/notesSlide7.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7.xml" /></ns0:Relationships>
</file>

<file path=ppt/notesSlides/_rels/notesSlide8.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8.xml" /></ns0:Relationships>
</file>

<file path=ppt/notesSlides/_rels/notesSlide9.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9.xml" /></ns0:Relationships>
</file>

<file path=ppt/notesSlides/_rels/notesSlide10.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0.xml" /></ns0:Relationships>
</file>

<file path=ppt/notesSlides/_rels/notesSlide1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1.xml" /></ns0:Relationships>
</file>

<file path=ppt/notesSlides/_rels/notesSlide1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2.xml" /></ns0:Relationships>
</file>

<file path=ppt/notesSlides/_rels/notesSlide1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3.xml" /></ns0:Relationships>
</file>

<file path=ppt/notesSlides/_rels/notesSlide1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4.xml" /></ns0:Relationships>
</file>

<file path=ppt/notesSlides/_rels/notesSlide15.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5.xml" /></ns0:Relationships>
</file>

<file path=ppt/notesSlides/_rels/notesSlide16.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6.xml" /></ns0:Relationships>
</file>

<file path=ppt/notesSlides/_rels/notesSlide17.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7.xml" /></ns0:Relationships>
</file>

<file path=ppt/notesSlides/_rels/notesSlide18.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8.xml" /></ns0:Relationships>
</file>

<file path=ppt/notesSlides/_rels/notesSlide19.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9.xml" /></ns0:Relationships>
</file>

<file path=ppt/notesSlides/_rels/notesSlide20.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0.xml" /></ns0:Relationships>
</file>

<file path=ppt/notesSlides/_rels/notesSlide2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1.xml" /></ns0:Relationships>
</file>

<file path=ppt/notesSlides/_rels/notesSlide2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2.xml" /></ns0:Relationships>
</file>

<file path=ppt/notesSlides/_rels/notesSlide2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3.xml" /></ns0:Relationships>
</file>

<file path=ppt/notesSlides/_rels/notesSlide2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4.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This presentation examines the experiment in the fixed all-in-one PPO notebook. The research question is whether policy learning and configuration selection improve BTC exposure decisions relative to a defined PPO baseline. The main result is mixed: the selected ensemble reduced drawdown and trading activity, but had lower return than baseline. All return charts refer to the same captured experiment. They are simulator outcomes, not live trading results.</a:t>
            </a:r>
            <a:endParaRPr lang="en-US" sz="1200"/>
          </a:p>
          <a:p>
            <a:pPr marL="0" marR="0" indent="0"/>
            <a:r>
              <a:rPr lang="en-US" sz="1200" b="0" dirty="0">
                <a:solidFill>
                  <a:srgbClr val="142735"/>
                </a:solidFill>
                <a:latin typeface="Arial"/>
              </a:rPr>
              <a:t>Source: Project_PPO_All_In_One_Fixed.ipynb; verified_experiment.json. Research presentation · 28 September 2026</a:t>
            </a:r>
            <a:endParaRPr lang="en-US" sz="1200"/>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baseline must be defined precisely. The final baseline in this notebook is already an ensemble of three PPO networks, not one seed and not an earlier DQN. Initial screening results, confirmation means and final ensemble returns are different quantities. I will keep those stages separate. There is no matched experiment here proving that PPO beats other algorithm families, or that nine actions outperform a three-action grid.</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PPO combines direct policy learning with a value estimator. That makes it convenient for this discrete action formulation. The original PPO paper describes alternating simulation and minibatch optimisation using a surrogate objective. Our implementation uses the clipped variant. This is on-policy learning inside a simulator that replays historical prices. It has no persistent replay buffer. Stabilisation helps control updates but does not guarantee improved trading return or protect against backtest overfitting.</a:t>
            </a:r>
            <a:endParaRPr lang="en-US" sz="1200"/>
          </a:p>
          <a:p>
            <a:pPr marL="0" marR="0" indent="0"/>
            <a:r>
              <a:rPr lang="en-US" sz="1200" b="0" dirty="0">
                <a:solidFill>
                  <a:srgbClr val="142735"/>
                </a:solidFill>
                <a:latin typeface="Arial"/>
              </a:rPr>
              <a:t>Source: Project_PPO_All_In_One_Fixed.ipynb; verified_experiment.json. Theory: Schulman et al., PPO (2017), https://arxiv.org/abs/1707.06347</a:t>
            </a:r>
            <a:endParaRPr lang="en-US" sz="1200"/>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dataset contains 56,784 observed hourly candles from 25 March 2020 to 16 September 2026. Training starts on 1 April 2020 after a seven-day warm-up. Ninety-four downloaded archives were checksum-verified. There are 24 missing source hours: features restart after gaps, and training episodes do not cross them. The validation windows are recent 2026 periods, even though training reaches back to 2020. Final evaluation is end-exclusive. Candle timestamps label hour openings; valuation uses closing prices. The period was reused from the earlier project, so it is not a newly untouched holdout.</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baseline feature set includes close percentage change, open/close, high/close and low/close, plus volume relative to its trailing maximum. Momentum alternatives use five return horizons, two volatility windows, three exponential-average ratios, candle range, candle body and relative log volume. Means and standard deviations for static features use training observations only. Dynamic exposure features are left on their natural scale; the full encoded vector is clipped to minus eight through eight. Causal features are helpful, but trading at the just-observed close remains an execution assumption.</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nine actions are minus one, minus three quarters, minus one half, minus one quarter, zero, one quarter, one half, three quarters and one. These are requested exposures, not trade sizes. Cash has action index four. A categorical distribution is appropriate; this is not a continuous-action agent. The simulator only trades when the requested target changes, so actual exposure can drift when a target is repeated. In particular, bounded requested actions do not imply continuously bounded realised exposure.</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Actor and critic do not share hidden layers. Both are small two-layer multilayer perceptrons, so this is neither a recurrent sequence model nor a transformer. Training actions are sampled from the categorical policy; evaluation actions are deterministic. GAE bootstraps a truncated episode from its last observation, but zeroes the future value at a genuine terminal state. Episodes normally have 720 continuous candles and 719 transitions. A fresh fit sees sampled windows, not a guaranteed sequential pass over every historical candle. Reference for advantage estimation: https://arxiv.org/abs/1506.02438.</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raw environment reward is the log change in portfolio value. Learning scales it by one hundred and optionally subtracts a target-change penalty first. A bankruptcy receives minus one before scaling. The final simple return is computed as final value divided by initial value minus one. Baseline total reward is about 0.134903 in log units, equivalent to a simple return of 0.144425. Those should not be compared as if both were simple percentages. The financing caveat will be discussed explicitly; calling the results fully cost-adjusted would be too strong.</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search contains seven configurations including baseline. All momentum-family candidates inherit entropy 0.01 and learning-rate annealing unless overridden. The cautious candidate also lowers entropy to 0.005; turnover changes discount to 0.95; exploration retains the mild turnover penalty. The full parameter table is in the companion report. These rationales explain why each experiment was worth testing before seeing the results. They are hypotheses, not claims that every change worked. Multiple changes between baseline and momentum prevent attribution to features alone.</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Each validation fit trains only before its validation start. Screening ranks seven candidates with seed twenty-three. Confirmation refits the top two plus baseline using all three seeds and a larger budget; it does not continue earlier weights. Six ensembles are then scored over four folds. The selected configuration is baseline, so only three distinct final models are needed for both final ensembles. Ensemble evaluation adds no training fits. The exact budget is 2,375,680 training transitions, not an equal number of unique market hours.</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Screening used one seed and four validation folds, with 16,384 transitions per fit. Momentum averaged plus 1.37 percent, low turnover plus 0.95 percent and baseline minus 10.66 percent. Momentum was first by the configured selection score and was advanced along with low turnover; baseline was retained as a control. The dots reveal fold variation: even the leading candidate had a negative worst fold. These are initial validation outcomes, not the final evaluation returns shown later.</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At confirmation, all three candidate families had negative average individual-agent validation returns: low turnover minus 2.65 percent, momentum minus 4.80 percent and baseline minus 5.61 percent. Each mean now covers twelve model/fold outcomes instead of four, with a larger training budget. Therefore the initial ranking was not sufficient evidence of robust gains. We cannot isolate a seed effect from a training-budget effect because both changed. The next step combined the three seeds at each fold, rather than treating their average return as an ensemble return.</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This distinction explains the apparently conflicting return numbers in the project. Baseline means a mean-probability ensemble; selected means the ensemble chosen during validation, which uses unanimity. Three different fractional long targets do not count as agreement. Averaging probabilities is not majority voting, averaging positions or averaging realised returns. The same networks receive different subsequent observations under different policies because portfolio positions are part of the state. Hence changing the aggregation rule can change the entire trajectory without changing any learned weights.</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selection score is mean log return minus one quarter of mean drawdown magnitude minus one tenth of log-return standard deviation across folds. Baseline with unanimity has the best eligible PPO score, approximately minus 0.000714. Low turnover with mean probability has a higher mean validation return, but its drawdown produces a worse score. Cash has score zero, above all six PPO candidates, but the selection procedure excludes it. Therefore selected means the best PPO candidate under this objective, not the best available strategy.</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Buy-and-hold lost money in three of the four validation windows, including losses of roughly 27 percent and 16 percent. The selected ensemble was close to cash across these windows and therefore avoided much of that downside. The final evaluation market rose around 21 percent. This pattern is consistent with a conservative selector missing a subsequent rally, but it is not a controlled causal experiment. The four folds are also all recent windows, so a long training dataset does not imply broad validation across market regimes.</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During the common evaluation window, baseline returned plus 14.44 percent with 4.02 percent maximum drawdown. Selected returned minus 0.57 percent with 0.57 percent drawdown. Buy-and-hold returned plus 21.11 percent and cash zero. Selected therefore underperformed baseline by 15.01 percentage points, while reducing drawdown magnitude by about 85.8 percent. A percentage-point return difference and a relative drawdown reduction measure different things. In this window cash beat the selected policy on both return and drawdown. Results remain subject to the simulator caveats.</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All policies start with one thousand USDT in cash. The baseline finishes near 1,144.43, the selected policy near 994.29, and buy-and-hold near 1,211.08. Baseline participates in the rally while the selected path is almost flat apart from its single losing holding interval. Lower drawdown than buy-and-hold does not establish better risk-adjusted expected performance from this one period. The code marks the final portfolio to market without forced terminal liquidation. The chart uses candle-open labels even though valuation uses candle closes.</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Replay records show exactly 742 disagreements and one unanimous vote. Every disagreement requested cash. The lone agreement requested full long and produced one holding interval, with two target changes when entry and exit are counted. That is why selected PPO held cash on 99.865 percent of decisions. It is inaccurate to present this as consistent profitable timing or a generally improved return policy. The chart shows frequencies of requested positions, not average capital allocation, and actual exposure can drift in the simulator.</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three final networks have returns of minus 13.87 percent, plus 3.87 percent and plus 14.53 percent when run individually. Both ensembles contain those same three networks; duplicated rows under two labels do not increase the sample size. The mean-probability ensemble combines probabilities at each observation, so it can differ from the average individual return. Three seeds provide some evidence of training instability, but they cannot by themselves establish uncertainty about future market performance.</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Each final model completed 48 batches of 1,024 transitions, with 1,152 accepted minibatch updates and no KL early stop. Entropy decreased from near the nine-action uniform maximum of about 2.197 nats. This means the distributions became less uniform, not necessarily more correct. Critic explained variance is noisy and ends near minus 0.036, plus 0.029 and plus 0.175 across seeds. Small accepted-update KL and finite losses show that updates ran, but they do not establish a profitable or fully converged trading solution.</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financing issue is directly supported by installed source and a synthetic constant-price test. A zero-fee short at a three-millionths hourly rate loses 0.003 from a thousand-unit portfolio initially, then loses no additional value over the next nine unchanged-price steps. Simple accumulation on the original liability would imply a total loss of 0.030 after ten steps. These results reproduce the installed simulator but are not fully validated after all financing costs. Both final PPO paths were cash or long in this window, so this defect does not directly debit those evaluation paths; it still affects short-taking training and validation. We did not alter the simulator or retrain for this presentation. Software tests do not certify financial realism.</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order matters. Correcting accounting changes the training objective and the returns, so it should precede a larger parameter search. A stronger protocol would use nested walk-forward selection, more market regimes and a new period that has not influenced model choices. Cash should be selectable when it wins the predeclared score. Matched ablations can isolate feature, entropy, penalty and history effects. Majority votes, confidence thresholds and hysteresis are possible alternatives to unanimity, but their settings must be chosen without inspecting the new evaluation outcomes.</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most defensible conclusion is that this project implemented and compared complete policy-learning alternatives, and exposed an important mismatch between the selection objective and realised return. Initial momentum gains weakened in confirmation. Final selection returned to baseline network weights but imposed unanimous voting, producing near-total abstention. That reduced observed drawdown at the cost of missing the rising market. The next contribution should be a more credible simulator and evaluation design, followed by controlled experiments, rather than a claim that this selected policy is superior.</a:t>
            </a:r>
            <a:endParaRPr lang="en-US" sz="1200"/>
          </a:p>
          <a:p>
            <a:pPr marL="0" marR="0" indent="0"/>
            <a:r>
              <a:rPr lang="en-US" sz="1200" b="0" dirty="0">
                <a:solidFill>
                  <a:srgbClr val="142735"/>
                </a:solidFill>
                <a:latin typeface="Arial"/>
              </a:rPr>
              <a:t>Source: Project_PPO_All_In_One_Fixed.ipynb; verified_experiment.json. Source: fixed notebook and captured experiment; all dates UTC.</a:t>
            </a:r>
            <a:endParaRPr lang="en-US" sz="1200"/>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wrap="none" lIns="0" rIns="0" tIns="0" bIns="0" anchor="t"/>
          <a:lstStyle/>
          <a:p>
            <a:pPr marL="0" marR="0" indent="0"/>
            <a:r>
              <a:rPr lang="en-US" sz="1200" b="0" dirty="0">
                <a:solidFill>
                  <a:srgbClr val="142735"/>
                </a:solidFill>
                <a:latin typeface="Arial"/>
              </a:rPr>
              <a:t>The complete report contains definitions, exact dates, configuration settings, experiment counts, detailed results, limitations and proposed experiments. Supporting CSV tables, full traces and the audit record preserve the evidence behind the charts. Source documentation supplies algorithm and data conventions; performance claims come from this specific captured experiment. There are no statistical significance or future profitability claims.</a:t>
            </a:r>
            <a:endParaRPr lang="en-US" sz="1200"/>
          </a:p>
          <a:p>
            <a:pPr marL="0" marR="0" indent="0"/>
            <a:r>
              <a:rPr lang="en-US" sz="1200" b="0" dirty="0">
                <a:solidFill>
                  <a:srgbClr val="142735"/>
                </a:solidFill>
                <a:latin typeface="Arial"/>
              </a:rPr>
              <a:t>Source: Project_PPO_All_In_One_Fixed.ipynb; verified_experiment.json. Captured runtime: pandas 3.0.6 · NumPy 1.26.4 · PyTorch 2.2.2 · Gymnasium 1.3.0</a:t>
            </a:r>
            <a:endParaRPr lang="en-US" sz="1200"/>
          </a:p>
        </p:txBody>
      </p:sp>
    </p:spTree>
  </p:cSld>
  <p:clrMapOvr>
    <a:masterClrMapping/>
  </p:clrMapOvr>
</p:notes>
</file>

<file path=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slideLayouts/slideLayout1.xml><?xml version="1.0" encoding="utf-8"?>
<p:sldLayout xmlns:a="http://schemas.openxmlformats.org/drawingml/2006/main"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theme" Target="../theme/theme1.xml" /></ns0: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4.xml" /><ns0:Relationship Id="rId3" Type="http://schemas.openxmlformats.org/officeDocument/2006/relationships/chart" Target="../charts/chart1.xml" /><ns0:Relationship Id="rId4" Type="http://schemas.openxmlformats.org/officeDocument/2006/relationships/chart" Target="../charts/chart2.xml" /></ns0:Relationships>
</file>

<file path=ppt/slides/_rels/slide5.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6.xml" /><ns0:Relationship Id="rId3" Type="http://schemas.openxmlformats.org/officeDocument/2006/relationships/chart" Target="../charts/chart3.xml" /></ns0: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1.xml" /><ns0:Relationship Id="rId3" Type="http://schemas.openxmlformats.org/officeDocument/2006/relationships/chart" Target="../charts/chart4.xml" /></ns0: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2.xml" /><ns0:Relationship Id="rId3" Type="http://schemas.openxmlformats.org/officeDocument/2006/relationships/chart" Target="../charts/chart5.xml"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4.xml" /><ns0:Relationship Id="rId3" Type="http://schemas.openxmlformats.org/officeDocument/2006/relationships/chart" Target="../charts/chart6.xml" /></ns0: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5.xml" /><ns0:Relationship Id="rId3" Type="http://schemas.openxmlformats.org/officeDocument/2006/relationships/chart" Target="../charts/chart7.xml"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6.xml" /><ns0:Relationship Id="rId3" Type="http://schemas.openxmlformats.org/officeDocument/2006/relationships/chart" Target="../charts/chart8.xml" /><ns0:Relationship Id="rId4" Type="http://schemas.openxmlformats.org/officeDocument/2006/relationships/chart" Target="../charts/chart9.xml" /></ns0:Relationships>
</file>

<file path=ppt/slides/_rels/slide17.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7.xml" /><ns0:Relationship Id="rId3" Type="http://schemas.openxmlformats.org/officeDocument/2006/relationships/chart" Target="../charts/chart10.xml" /><ns0:Relationship Id="rId4" Type="http://schemas.openxmlformats.org/officeDocument/2006/relationships/chart" Target="../charts/chart11.xml" /></ns0:Relationships>
</file>

<file path=ppt/slides/_rels/slide18.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8.xml" /><ns0:Relationship Id="rId3" Type="http://schemas.openxmlformats.org/officeDocument/2006/relationships/chart" Target="../charts/chart12.xml" /></ns0: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9.xml" /><ns0:Relationship Id="rId3" Type="http://schemas.openxmlformats.org/officeDocument/2006/relationships/chart" Target="../charts/chart13.xml" /></ns0:Relationships>
</file>

<file path=ppt/slides/_rels/slide20.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20.xml" /><ns0:Relationship Id="rId3" Type="http://schemas.openxmlformats.org/officeDocument/2006/relationships/chart" Target="../charts/chart14.xml" /><ns0:Relationship Id="rId4" Type="http://schemas.openxmlformats.org/officeDocument/2006/relationships/chart" Target="../charts/chart15.xml" /><ns0:Relationship Id="rId5" Type="http://schemas.openxmlformats.org/officeDocument/2006/relationships/chart" Target="../charts/chart16.xml" /><ns0:Relationship Id="rId6" Type="http://schemas.openxmlformats.org/officeDocument/2006/relationships/chart" Target="../charts/chart17.xml" /></ns0:Relationships>
</file>

<file path=ppt/slides/_rels/slide2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21.xml" /></ns0:Relationships>
</file>

<file path=ppt/slides/_rels/slide2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22.xml" /></ns0:Relationships>
</file>

<file path=ppt/slides/_rels/slide23.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23.xml" /></ns0:Relationships>
</file>

<file path=ppt/slides/_rels/slide24.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24.xml" /></ns0:Relationships>
</file>

<file path=ppt/slides/slide1.xml><?xml version="1.0" encoding="utf-8"?>
<p:sld xmlns:a="http://schemas.openxmlformats.org/drawingml/2006/main" xmlns:p="http://schemas.openxmlformats.org/presentationml/2006/main" showMasterSp="0">
  <p:cSld>
    <p:bg>
      <p:bgPr>
        <a:solidFill>
          <a:srgbClr val="142735"/>
        </a:solidFill>
        <a:effectLst/>
      </p:bgPr>
    </p:bg>
    <p:spTree>
      <p:nvGrpSpPr>
        <p:cNvPr id="1" name=""/>
        <p:cNvGrpSpPr/>
        <p:nvPr/>
      </p:nvGrpSpPr>
      <p:grpSpPr>
        <a:xfrm>
          <a:off x="0" y="0"/>
          <a:ext cx="0" cy="0"/>
          <a:chOff x="0" y="0"/>
          <a:chExt cx="0" cy="0"/>
        </a:xfrm>
      </p:grpSpPr>
      <p:sp>
        <p:nvSpPr>
          <p:cNvPr id="2" name="Text"/>
          <p:cNvSpPr txBox="1"/>
          <p:nvPr/>
        </p:nvSpPr>
        <p:spPr>
          <a:xfrm>
            <a:off x="571500" y="1083069"/>
            <a:ext cx="11049000" cy="761702"/>
          </a:xfrm>
          <a:prstGeom prst="rect">
            <a:avLst/>
          </a:prstGeom>
          <a:noFill/>
          <a:ln>
            <a:noFill/>
          </a:ln>
        </p:spPr>
        <p:txBody>
          <a:bodyPr wrap="none" lIns="0" rIns="0" tIns="0" bIns="0" anchor="t"/>
          <a:lstStyle/>
          <a:p>
            <a:pPr marL="0" indent="0"/>
            <a:r>
              <a:rPr lang="en-US" sz="5100" b="1" i="0" dirty="0">
                <a:solidFill>
                  <a:srgbClr val="FFFFFF"/>
                </a:solidFill>
                <a:latin typeface="Arial"/>
              </a:rPr>
              <a:t>PPO for BTC/USDT</a:t>
            </a:r>
            <a:endParaRPr lang="en-US" sz="5100"/>
          </a:p>
        </p:txBody>
      </p:sp>
      <p:sp>
        <p:nvSpPr>
          <p:cNvPr id="3" name="Text"/>
          <p:cNvSpPr txBox="1"/>
          <p:nvPr/>
        </p:nvSpPr>
        <p:spPr>
          <a:xfrm>
            <a:off x="571500" y="2156390"/>
            <a:ext cx="5823460" cy="389260"/>
          </a:xfrm>
          <a:prstGeom prst="rect">
            <a:avLst/>
          </a:prstGeom>
          <a:noFill/>
          <a:ln>
            <a:noFill/>
          </a:ln>
        </p:spPr>
        <p:txBody>
          <a:bodyPr wrap="none" lIns="0" rIns="0" tIns="0" bIns="0" anchor="t"/>
          <a:lstStyle/>
          <a:p>
            <a:pPr marL="0" indent="0"/>
            <a:r>
              <a:rPr lang="en-US" sz="2475" b="0" i="0" dirty="0">
                <a:solidFill>
                  <a:srgbClr val="B8D2E2"/>
                </a:solidFill>
                <a:latin typeface="Arial"/>
              </a:rPr>
              <a:t>Methodology, optimisation and evaluation</a:t>
            </a:r>
            <a:endParaRPr lang="en-US" sz="2475"/>
          </a:p>
        </p:txBody>
      </p:sp>
      <p:sp>
        <p:nvSpPr>
          <p:cNvPr id="4" name="Text"/>
          <p:cNvSpPr txBox="1"/>
          <p:nvPr/>
        </p:nvSpPr>
        <p:spPr>
          <a:xfrm>
            <a:off x="571500" y="3070390"/>
            <a:ext cx="3615791" cy="272207"/>
          </a:xfrm>
          <a:prstGeom prst="rect">
            <a:avLst/>
          </a:prstGeom>
          <a:noFill/>
          <a:ln>
            <a:noFill/>
          </a:ln>
        </p:spPr>
        <p:txBody>
          <a:bodyPr wrap="none" lIns="0" rIns="0" tIns="0" bIns="0" anchor="t"/>
          <a:lstStyle/>
          <a:p>
            <a:pPr marL="0" indent="0"/>
            <a:r>
              <a:rPr lang="en-US" sz="1650" b="0" i="0" dirty="0">
                <a:solidFill>
                  <a:srgbClr val="C8D9E4"/>
                </a:solidFill>
                <a:latin typeface="Arial"/>
              </a:rPr>
              <a:t>Project_PPO_All_In_One_Fixed.ipynb</a:t>
            </a:r>
            <a:endParaRPr lang="en-US" sz="1650"/>
          </a:p>
        </p:txBody>
      </p:sp>
      <p:sp>
        <p:nvSpPr>
          <p:cNvPr id="5" name="Text"/>
          <p:cNvSpPr txBox="1"/>
          <p:nvPr/>
        </p:nvSpPr>
        <p:spPr>
          <a:xfrm>
            <a:off x="571500" y="3719894"/>
            <a:ext cx="4409767" cy="293489"/>
          </a:xfrm>
          <a:prstGeom prst="rect">
            <a:avLst/>
          </a:prstGeom>
          <a:noFill/>
          <a:ln>
            <a:noFill/>
          </a:ln>
        </p:spPr>
        <p:txBody>
          <a:bodyPr wrap="none" lIns="0" rIns="0" tIns="0" bIns="0" anchor="t"/>
          <a:lstStyle/>
          <a:p>
            <a:pPr marL="0" indent="0"/>
            <a:r>
              <a:rPr lang="en-US" sz="1800" b="0" i="0" dirty="0">
                <a:solidFill>
                  <a:srgbClr val="E0E8EE"/>
                </a:solidFill>
                <a:latin typeface="Arial"/>
              </a:rPr>
              <a:t>Evaluation: 17 August–17 September 2026</a:t>
            </a:r>
            <a:endParaRPr lang="en-US" sz="1800"/>
          </a:p>
        </p:txBody>
      </p:sp>
      <p:sp>
        <p:nvSpPr>
          <p:cNvPr id="6" name="Text"/>
          <p:cNvSpPr txBox="1"/>
          <p:nvPr/>
        </p:nvSpPr>
        <p:spPr>
          <a:xfrm>
            <a:off x="571500" y="4072319"/>
            <a:ext cx="4599380" cy="293489"/>
          </a:xfrm>
          <a:prstGeom prst="rect">
            <a:avLst/>
          </a:prstGeom>
          <a:noFill/>
          <a:ln>
            <a:noFill/>
          </a:ln>
        </p:spPr>
        <p:txBody>
          <a:bodyPr wrap="none" lIns="0" rIns="0" tIns="0" bIns="0" anchor="t"/>
          <a:lstStyle/>
          <a:p>
            <a:pPr marL="0" indent="0"/>
            <a:r>
              <a:rPr lang="en-US" sz="1800" b="0" i="0" dirty="0">
                <a:solidFill>
                  <a:srgbClr val="E0E8EE"/>
                </a:solidFill>
                <a:latin typeface="Arial"/>
              </a:rPr>
              <a:t>End exclusive · 744 candles · 743 transitions</a:t>
            </a:r>
            <a:endParaRPr lang="en-US" sz="1800"/>
          </a:p>
        </p:txBody>
      </p:sp>
      <p:sp>
        <p:nvSpPr>
          <p:cNvPr id="7" name="Text"/>
          <p:cNvSpPr txBox="1"/>
          <p:nvPr/>
        </p:nvSpPr>
        <p:spPr>
          <a:xfrm>
            <a:off x="571500" y="6539797"/>
            <a:ext cx="2694761" cy="187077"/>
          </a:xfrm>
          <a:prstGeom prst="rect">
            <a:avLst/>
          </a:prstGeom>
          <a:noFill/>
          <a:ln>
            <a:noFill/>
          </a:ln>
        </p:spPr>
        <p:txBody>
          <a:bodyPr wrap="none" lIns="0" rIns="0" tIns="0" bIns="0" anchor="t"/>
          <a:lstStyle/>
          <a:p>
            <a:pPr marL="0" indent="0"/>
            <a:r>
              <a:rPr lang="en-US" sz="1050" b="0" i="0" dirty="0">
                <a:solidFill>
                  <a:srgbClr val="A9C1D0"/>
                </a:solidFill>
                <a:latin typeface="Arial"/>
              </a:rPr>
              <a:t>Research presentation · 28 September 2026</a:t>
            </a:r>
            <a:endParaRPr lang="en-US" sz="1050"/>
          </a:p>
        </p:txBody>
      </p:sp>
      <p:sp>
        <p:nvSpPr>
          <p:cNvPr id="8"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A9C1D0"/>
                </a:solidFill>
                <a:latin typeface="Arial"/>
              </a:rPr>
              <a:t>1 / 24</a:t>
            </a:r>
            <a:endParaRPr lang="en-US" sz="1050"/>
          </a:p>
        </p:txBody>
      </p:sp>
    </p:spTree>
  </p:cSld>
  <p:clrMapOvr>
    <a:masterClrMapping/>
  </p:clrMapOvr>
</p:sld>
</file>

<file path=ppt/slides/slide2.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Research question and baseline</a:t>
            </a:r>
            <a:endParaRPr lang="en-US" sz="2775"/>
          </a:p>
        </p:txBody>
      </p:sp>
      <p:sp>
        <p:nvSpPr>
          <p:cNvPr id="3" name="Text"/>
          <p:cNvSpPr txBox="1"/>
          <p:nvPr/>
        </p:nvSpPr>
        <p:spPr>
          <a:xfrm>
            <a:off x="571500" y="1071442"/>
            <a:ext cx="11049000" cy="399901"/>
          </a:xfrm>
          <a:prstGeom prst="rect">
            <a:avLst/>
          </a:prstGeom>
          <a:noFill/>
          <a:ln>
            <a:noFill/>
          </a:ln>
        </p:spPr>
        <p:txBody>
          <a:bodyPr wrap="none" lIns="0" rIns="0" tIns="0" bIns="0" anchor="t"/>
          <a:lstStyle/>
          <a:p>
            <a:pPr marL="0" indent="0"/>
            <a:r>
              <a:rPr lang="en-US" sz="2550" b="0" i="0" dirty="0">
                <a:solidFill>
                  <a:srgbClr val="2166AC"/>
                </a:solidFill>
                <a:latin typeface="Arial"/>
              </a:rPr>
              <a:t>Can policy selection improve BTC exposure decisions?</a:t>
            </a:r>
            <a:endParaRPr lang="en-US" sz="2550"/>
          </a:p>
        </p:txBody>
      </p:sp>
      <p:sp>
        <p:nvSpPr>
          <p:cNvPr id="4" name="Text"/>
          <p:cNvSpPr txBox="1"/>
          <p:nvPr/>
        </p:nvSpPr>
        <p:spPr>
          <a:xfrm>
            <a:off x="914400" y="1730072"/>
            <a:ext cx="6887787" cy="304130"/>
          </a:xfrm>
          <a:prstGeom prst="rect">
            <a:avLst/>
          </a:prstGeom>
          <a:noFill/>
          <a:ln>
            <a:noFill/>
          </a:ln>
        </p:spPr>
        <p:txBody>
          <a:bodyPr wrap="none" lIns="0" rIns="0" tIns="0" bIns="0" anchor="t"/>
          <a:lstStyle/>
          <a:p>
            <a:pPr marL="0" indent="0"/>
            <a:r>
              <a:rPr lang="en-US" sz="1875" b="0" i="0" dirty="0">
                <a:solidFill>
                  <a:srgbClr val="142735"/>
                </a:solidFill>
                <a:latin typeface="Arial"/>
              </a:rPr>
              <a:t>Hourly BTC/USDT observations; nine discrete exposure choices.</a:t>
            </a:r>
            <a:endParaRPr lang="en-US" sz="1875"/>
          </a:p>
        </p:txBody>
      </p:sp>
      <p:sp>
        <p:nvSpPr>
          <p:cNvPr id="5" name="Text"/>
          <p:cNvSpPr txBox="1"/>
          <p:nvPr/>
        </p:nvSpPr>
        <p:spPr>
          <a:xfrm>
            <a:off x="914400" y="2244422"/>
            <a:ext cx="6694210" cy="304130"/>
          </a:xfrm>
          <a:prstGeom prst="rect">
            <a:avLst/>
          </a:prstGeom>
          <a:noFill/>
          <a:ln>
            <a:noFill/>
          </a:ln>
        </p:spPr>
        <p:txBody>
          <a:bodyPr wrap="none" lIns="0" rIns="0" tIns="0" bIns="0" anchor="t"/>
          <a:lstStyle/>
          <a:p>
            <a:pPr marL="0" indent="0"/>
            <a:r>
              <a:rPr lang="en-US" sz="1875" b="0" i="0" dirty="0">
                <a:solidFill>
                  <a:srgbClr val="142735"/>
                </a:solidFill>
                <a:latin typeface="Arial"/>
              </a:rPr>
              <a:t>Baseline: three PPO networks combined by </a:t>
            </a:r>
            <a:r>
              <a:rPr lang="en-US" sz="1875" b="1" i="0" dirty="0">
                <a:solidFill>
                  <a:srgbClr val="142735"/>
                </a:solidFill>
                <a:latin typeface="Arial"/>
              </a:rPr>
              <a:t>mean probability</a:t>
            </a:r>
            <a:r>
              <a:rPr lang="en-US" sz="1875" b="0" i="0" dirty="0">
                <a:solidFill>
                  <a:srgbClr val="142735"/>
                </a:solidFill>
                <a:latin typeface="Arial"/>
              </a:rPr>
              <a:t>.</a:t>
            </a:r>
            <a:endParaRPr lang="en-US" sz="1875"/>
          </a:p>
        </p:txBody>
      </p:sp>
      <p:sp>
        <p:nvSpPr>
          <p:cNvPr id="6" name="Text"/>
          <p:cNvSpPr txBox="1"/>
          <p:nvPr/>
        </p:nvSpPr>
        <p:spPr>
          <a:xfrm>
            <a:off x="914400" y="2768297"/>
            <a:ext cx="8005212" cy="304130"/>
          </a:xfrm>
          <a:prstGeom prst="rect">
            <a:avLst/>
          </a:prstGeom>
          <a:noFill/>
          <a:ln>
            <a:noFill/>
          </a:ln>
        </p:spPr>
        <p:txBody>
          <a:bodyPr wrap="none" lIns="0" rIns="0" tIns="0" bIns="0" anchor="t"/>
          <a:lstStyle/>
          <a:p>
            <a:pPr marL="0" indent="0"/>
            <a:r>
              <a:rPr lang="en-US" sz="1875" b="0" i="0" dirty="0">
                <a:solidFill>
                  <a:srgbClr val="142735"/>
                </a:solidFill>
                <a:latin typeface="Arial"/>
              </a:rPr>
              <a:t>Optimisation: features, update settings, turnover penalties and aggregation.</a:t>
            </a:r>
            <a:endParaRPr lang="en-US" sz="1875"/>
          </a:p>
        </p:txBody>
      </p:sp>
      <p:sp>
        <p:nvSpPr>
          <p:cNvPr id="7" name="Text"/>
          <p:cNvSpPr txBox="1"/>
          <p:nvPr/>
        </p:nvSpPr>
        <p:spPr>
          <a:xfrm>
            <a:off x="914400" y="3282647"/>
            <a:ext cx="8124676" cy="304130"/>
          </a:xfrm>
          <a:prstGeom prst="rect">
            <a:avLst/>
          </a:prstGeom>
          <a:noFill/>
          <a:ln>
            <a:noFill/>
          </a:ln>
        </p:spPr>
        <p:txBody>
          <a:bodyPr wrap="none" lIns="0" rIns="0" tIns="0" bIns="0" anchor="t"/>
          <a:lstStyle/>
          <a:p>
            <a:pPr marL="0" indent="0"/>
            <a:r>
              <a:rPr lang="en-US" sz="1875" b="0" i="0" dirty="0">
                <a:solidFill>
                  <a:srgbClr val="142735"/>
                </a:solidFill>
                <a:latin typeface="Arial"/>
              </a:rPr>
              <a:t>Assessment: chronological validation, followed by a fixed evaluation window.</a:t>
            </a:r>
            <a:endParaRPr lang="en-US" sz="1875"/>
          </a:p>
        </p:txBody>
      </p:sp>
      <p:sp>
        <p:nvSpPr>
          <p:cNvPr id="8" name="Text"/>
          <p:cNvSpPr txBox="1"/>
          <p:nvPr/>
        </p:nvSpPr>
        <p:spPr>
          <a:xfrm>
            <a:off x="571500" y="4062794"/>
            <a:ext cx="9783570" cy="293489"/>
          </a:xfrm>
          <a:prstGeom prst="rect">
            <a:avLst/>
          </a:prstGeom>
          <a:noFill/>
          <a:ln>
            <a:noFill/>
          </a:ln>
        </p:spPr>
        <p:txBody>
          <a:bodyPr wrap="none" lIns="0" rIns="0" tIns="0" bIns="0" anchor="t"/>
          <a:lstStyle/>
          <a:p>
            <a:pPr marL="0" indent="0"/>
            <a:r>
              <a:rPr lang="en-US" sz="1800" b="0" i="0" dirty="0">
                <a:solidFill>
                  <a:srgbClr val="485D6B"/>
                </a:solidFill>
                <a:latin typeface="Arial"/>
              </a:rPr>
              <a:t>“Selected” means best eligible PPO validation score. It does not mean highest evaluation return.</a:t>
            </a:r>
            <a:endParaRPr lang="en-US" sz="1800"/>
          </a:p>
        </p:txBody>
      </p:sp>
      <p:sp>
        <p:nvSpPr>
          <p:cNvPr id="9"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10"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2 / 24</a:t>
            </a:r>
            <a:endParaRPr lang="en-US" sz="1050"/>
          </a:p>
        </p:txBody>
      </p:sp>
      <p:sp>
        <p:nvSpPr>
          <p:cNvPr id="11" name="Rule"/>
          <p:cNvSpPr txBox="0"/>
          <p:nvPr/>
        </p:nvSpPr>
        <p:spPr>
          <a:xfrm>
            <a:off x="571500" y="3829050"/>
            <a:ext cx="11049000" cy="19050"/>
          </a:xfrm>
          <a:prstGeom prst="rect">
            <a:avLst/>
          </a:prstGeom>
          <a:solidFill>
            <a:srgbClr val="C9D5DE"/>
          </a:solidFill>
          <a:ln>
            <a:noFill/>
          </a:ln>
        </p:spPr>
      </p:sp>
    </p:spTree>
  </p:cSld>
  <p:clrMapOvr>
    <a:masterClrMapping/>
  </p:clrMapOvr>
</p:sld>
</file>

<file path=ppt/slides/slide3.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Why PPO</a:t>
            </a:r>
            <a:endParaRPr lang="en-US" sz="2775"/>
          </a:p>
        </p:txBody>
      </p:sp>
      <p:sp>
        <p:nvSpPr>
          <p:cNvPr id="3" name="Text"/>
          <p:cNvSpPr txBox="1"/>
          <p:nvPr/>
        </p:nvSpPr>
        <p:spPr>
          <a:xfrm>
            <a:off x="914400" y="1082372"/>
            <a:ext cx="7051477" cy="304130"/>
          </a:xfrm>
          <a:prstGeom prst="rect">
            <a:avLst/>
          </a:prstGeom>
          <a:noFill/>
          <a:ln>
            <a:noFill/>
          </a:ln>
        </p:spPr>
        <p:txBody>
          <a:bodyPr wrap="none" lIns="0" rIns="0" tIns="0" bIns="0" anchor="t"/>
          <a:lstStyle/>
          <a:p>
            <a:pPr marL="0" indent="0"/>
            <a:r>
              <a:rPr lang="en-US" sz="1875" b="0" i="0" dirty="0">
                <a:solidFill>
                  <a:srgbClr val="142735"/>
                </a:solidFill>
                <a:latin typeface="Arial"/>
              </a:rPr>
              <a:t>A categorical actor directly represents the nine action probabilities.</a:t>
            </a:r>
            <a:endParaRPr lang="en-US" sz="1875"/>
          </a:p>
        </p:txBody>
      </p:sp>
      <p:sp>
        <p:nvSpPr>
          <p:cNvPr id="4" name="Text"/>
          <p:cNvSpPr txBox="1"/>
          <p:nvPr/>
        </p:nvSpPr>
        <p:spPr>
          <a:xfrm>
            <a:off x="914400" y="1596722"/>
            <a:ext cx="7078385" cy="304130"/>
          </a:xfrm>
          <a:prstGeom prst="rect">
            <a:avLst/>
          </a:prstGeom>
          <a:noFill/>
          <a:ln>
            <a:noFill/>
          </a:ln>
        </p:spPr>
        <p:txBody>
          <a:bodyPr wrap="none" lIns="0" rIns="0" tIns="0" bIns="0" anchor="t"/>
          <a:lstStyle/>
          <a:p>
            <a:pPr marL="0" indent="0"/>
            <a:r>
              <a:rPr lang="en-US" sz="1875" b="0" i="0" dirty="0">
                <a:solidFill>
                  <a:srgbClr val="142735"/>
                </a:solidFill>
                <a:latin typeface="Arial"/>
              </a:rPr>
              <a:t>A critic estimates state value to support advantage-based learning.</a:t>
            </a:r>
            <a:endParaRPr lang="en-US" sz="1875"/>
          </a:p>
        </p:txBody>
      </p:sp>
      <p:sp>
        <p:nvSpPr>
          <p:cNvPr id="5" name="Text"/>
          <p:cNvSpPr txBox="1"/>
          <p:nvPr/>
        </p:nvSpPr>
        <p:spPr>
          <a:xfrm>
            <a:off x="914400" y="2111072"/>
            <a:ext cx="6659335" cy="304130"/>
          </a:xfrm>
          <a:prstGeom prst="rect">
            <a:avLst/>
          </a:prstGeom>
          <a:noFill/>
          <a:ln>
            <a:noFill/>
          </a:ln>
        </p:spPr>
        <p:txBody>
          <a:bodyPr wrap="none" lIns="0" rIns="0" tIns="0" bIns="0" anchor="t"/>
          <a:lstStyle/>
          <a:p>
            <a:pPr marL="0" indent="0"/>
            <a:r>
              <a:rPr lang="en-US" sz="1875" b="0" i="0" dirty="0">
                <a:solidFill>
                  <a:srgbClr val="142735"/>
                </a:solidFill>
                <a:latin typeface="Arial"/>
              </a:rPr>
              <a:t>Clipping, gradient limits and a KL check control policy updates.</a:t>
            </a:r>
            <a:endParaRPr lang="en-US" sz="1875"/>
          </a:p>
        </p:txBody>
      </p:sp>
      <p:sp>
        <p:nvSpPr>
          <p:cNvPr id="6" name="Text"/>
          <p:cNvSpPr txBox="1"/>
          <p:nvPr/>
        </p:nvSpPr>
        <p:spPr>
          <a:xfrm>
            <a:off x="914400" y="2634947"/>
            <a:ext cx="6284043" cy="304130"/>
          </a:xfrm>
          <a:prstGeom prst="rect">
            <a:avLst/>
          </a:prstGeom>
          <a:noFill/>
          <a:ln>
            <a:noFill/>
          </a:ln>
        </p:spPr>
        <p:txBody>
          <a:bodyPr wrap="none" lIns="0" rIns="0" tIns="0" bIns="0" anchor="t"/>
          <a:lstStyle/>
          <a:p>
            <a:pPr marL="0" indent="0"/>
            <a:r>
              <a:rPr lang="en-US" sz="1875" b="0" i="0" dirty="0">
                <a:solidFill>
                  <a:srgbClr val="142735"/>
                </a:solidFill>
                <a:latin typeface="Arial"/>
              </a:rPr>
              <a:t>Fresh rollouts are reused for a few epochs, then discarded.</a:t>
            </a:r>
            <a:endParaRPr lang="en-US" sz="1875"/>
          </a:p>
        </p:txBody>
      </p:sp>
      <p:sp>
        <p:nvSpPr>
          <p:cNvPr id="7" name="Text"/>
          <p:cNvSpPr txBox="1"/>
          <p:nvPr/>
        </p:nvSpPr>
        <p:spPr>
          <a:xfrm>
            <a:off x="571500" y="3415094"/>
            <a:ext cx="8970398" cy="293489"/>
          </a:xfrm>
          <a:prstGeom prst="rect">
            <a:avLst/>
          </a:prstGeom>
          <a:noFill/>
          <a:ln>
            <a:noFill/>
          </a:ln>
        </p:spPr>
        <p:txBody>
          <a:bodyPr wrap="none" lIns="0" rIns="0" tIns="0" bIns="0" anchor="t"/>
          <a:lstStyle/>
          <a:p>
            <a:pPr marL="0" indent="0"/>
            <a:r>
              <a:rPr lang="en-US" sz="1800" b="0" i="0" dirty="0">
                <a:solidFill>
                  <a:srgbClr val="485D6B"/>
                </a:solidFill>
                <a:latin typeface="Arial"/>
              </a:rPr>
              <a:t>A reasonable research choice; no evidence here that PPO is universally best for trading.</a:t>
            </a:r>
            <a:endParaRPr lang="en-US" sz="1800"/>
          </a:p>
        </p:txBody>
      </p:sp>
      <p:sp>
        <p:nvSpPr>
          <p:cNvPr id="8" name="Text"/>
          <p:cNvSpPr txBox="1"/>
          <p:nvPr/>
        </p:nvSpPr>
        <p:spPr>
          <a:xfrm>
            <a:off x="571500" y="6539797"/>
            <a:ext cx="4219182" cy="187077"/>
          </a:xfrm>
          <a:prstGeom prst="rect">
            <a:avLst/>
          </a:prstGeom>
          <a:noFill/>
          <a:ln>
            <a:noFill/>
          </a:ln>
        </p:spPr>
        <p:txBody>
          <a:bodyPr wrap="none" lIns="0" rIns="0" tIns="0" bIns="0" anchor="t"/>
          <a:lstStyle/>
          <a:p>
            <a:pPr marL="0" indent="0"/>
            <a:r>
              <a:rPr lang="en-US" sz="1050" b="0" i="0" dirty="0">
                <a:solidFill>
                  <a:srgbClr val="627885"/>
                </a:solidFill>
                <a:latin typeface="Arial"/>
              </a:rPr>
              <a:t>Theory: Schulman et al., PPO (2017), https://arxiv.org/abs/1707.06347</a:t>
            </a:r>
            <a:endParaRPr lang="en-US" sz="1050"/>
          </a:p>
        </p:txBody>
      </p:sp>
      <p:sp>
        <p:nvSpPr>
          <p:cNvPr id="9"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3 / 24</a:t>
            </a:r>
            <a:endParaRPr lang="en-US" sz="1050"/>
          </a:p>
        </p:txBody>
      </p:sp>
      <p:sp>
        <p:nvSpPr>
          <p:cNvPr id="10" name="Rule"/>
          <p:cNvSpPr txBox="0"/>
          <p:nvPr/>
        </p:nvSpPr>
        <p:spPr>
          <a:xfrm>
            <a:off x="571500" y="3181350"/>
            <a:ext cx="11049000" cy="19050"/>
          </a:xfrm>
          <a:prstGeom prst="rect">
            <a:avLst/>
          </a:prstGeom>
          <a:solidFill>
            <a:srgbClr val="C9D5DE"/>
          </a:solidFill>
          <a:ln>
            <a:noFill/>
          </a:ln>
        </p:spPr>
      </p:sp>
    </p:spTree>
  </p:cSld>
  <p:clrMapOvr>
    <a:masterClrMapping/>
  </p:clrMapOvr>
</p:sld>
</file>

<file path=ppt/slides/slide4.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Data and chronological windows</a:t>
            </a:r>
            <a:endParaRPr lang="en-US" sz="2775"/>
          </a:p>
        </p:txBody>
      </p:sp>
      <p:sp>
        <p:nvSpPr>
          <p:cNvPr id="3" name="Text"/>
          <p:cNvSpPr txBox="1"/>
          <p:nvPr/>
        </p:nvSpPr>
        <p:spPr>
          <a:xfrm>
            <a:off x="571500" y="5666204"/>
            <a:ext cx="11025512" cy="219001"/>
          </a:xfrm>
          <a:prstGeom prst="rect">
            <a:avLst/>
          </a:prstGeom>
          <a:noFill/>
          <a:ln>
            <a:noFill/>
          </a:ln>
        </p:spPr>
        <p:txBody>
          <a:bodyPr wrap="none" lIns="0" rIns="0" tIns="0" bIns="0" anchor="t"/>
          <a:lstStyle/>
          <a:p>
            <a:pPr marL="0" indent="0"/>
            <a:r>
              <a:rPr lang="en-US" sz="1275" b="0" i="0" dirty="0">
                <a:solidFill>
                  <a:srgbClr val="485D6B"/>
                </a:solidFill>
                <a:latin typeface="Arial"/>
              </a:rPr>
              <a:t>Daily closing prices are plotted from the verified hourly dataset. Shaded windows show four 30-day validations and the 31-day evaluation. Date endpoints</a:t>
            </a:r>
            <a:endParaRPr lang="en-US" sz="1275"/>
          </a:p>
        </p:txBody>
      </p:sp>
      <p:sp>
        <p:nvSpPr>
          <p:cNvPr id="4" name="Text"/>
          <p:cNvSpPr txBox="1"/>
          <p:nvPr/>
        </p:nvSpPr>
        <p:spPr>
          <a:xfrm>
            <a:off x="571500" y="5885279"/>
            <a:ext cx="2834846" cy="219001"/>
          </a:xfrm>
          <a:prstGeom prst="rect">
            <a:avLst/>
          </a:prstGeom>
          <a:noFill/>
          <a:ln>
            <a:noFill/>
          </a:ln>
        </p:spPr>
        <p:txBody>
          <a:bodyPr wrap="none" lIns="0" rIns="0" tIns="0" bIns="0" anchor="t"/>
          <a:lstStyle/>
          <a:p>
            <a:pPr marL="0" indent="0"/>
            <a:r>
              <a:rPr lang="en-US" sz="1275" b="0" i="0" dirty="0">
                <a:solidFill>
                  <a:srgbClr val="485D6B"/>
                </a:solidFill>
                <a:latin typeface="Arial"/>
              </a:rPr>
              <a:t>are exclusive; all timestamps are UTC.</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4 / 24</a:t>
            </a:r>
            <a:endParaRPr lang="en-US" sz="1050"/>
          </a:p>
        </p:txBody>
      </p:sp>
      <p:graphicFrame>
        <p:nvGraphicFramePr>
          <p:cNvPr id="7" name="Daily BTC/USDT close (logarithmic scale)"/>
          <p:cNvGraphicFramePr/>
          <p:nvPr/>
        </p:nvGraphicFramePr>
        <p:xfrm>
          <a:off x="571500" y="1079500"/>
          <a:ext cx="11049000" cy="2514600"/>
        </p:xfrm>
        <a:graphic>
          <a:graphicData uri="http://schemas.openxmlformats.org/drawingml/2006/chart">
            <c:chart r:id="rId3"/>
          </a:graphicData>
        </a:graphic>
      </p:graphicFrame>
      <p:graphicFrame>
        <p:nvGraphicFramePr>
          <p:cNvPr id="8" name="2026 windows: days since 1 January; endpoints exclusive"/>
          <p:cNvGraphicFramePr/>
          <p:nvPr/>
        </p:nvGraphicFramePr>
        <p:xfrm>
          <a:off x="571500" y="3619500"/>
          <a:ext cx="11049000" cy="2032000"/>
        </p:xfrm>
        <a:graphic>
          <a:graphicData uri="http://schemas.openxmlformats.org/drawingml/2006/chart">
            <c:chart r:id="rId4"/>
          </a:graphicData>
        </a:graphic>
      </p:graphicFrame>
    </p:spTree>
  </p:cSld>
  <p:clrMapOvr>
    <a:masterClrMapping/>
  </p:clrMapOvr>
</p:sld>
</file>

<file path=ppt/slides/slide5.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2" name="Editable table"/>
          <p:cNvGraphicFramePr/>
          <p:nvPr/>
        </p:nvGraphicFramePr>
        <p:xfrm>
          <a:off x="571500" y="1038225"/>
          <a:ext cx="11049000" cy="3838575"/>
        </p:xfrm>
        <a:graphic>
          <a:graphicData uri="http://schemas.openxmlformats.org/drawingml/2006/main/table">
            <a:tbl>
              <a:tblPr firstRow="0" bandRow="0"/>
              <a:tblGrid>
                <a:gridCol w="2133600"/>
                <a:gridCol w="3467100"/>
                <a:gridCol w="5448300"/>
              </a:tblGrid>
              <a:tr h="590550">
                <a:tc>
                  <a:txBody>
                    <a:bodyPr wrap="square" lIns="0" rIns="0" tIns="0" bIns="0" anchor="t"/>
                    <a:lstStyle/>
                    <a:p>
                      <a:pPr marL="0" marR="0" indent="0"/>
                      <a:r>
                        <a:rPr lang="en-US" sz="1725" b="1" dirty="0">
                          <a:solidFill>
                            <a:srgbClr val="2166AC"/>
                          </a:solidFill>
                          <a:latin typeface="Arial"/>
                        </a:rPr>
                        <a:t>Input</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1" dirty="0">
                          <a:solidFill>
                            <a:srgbClr val="2166AC"/>
                          </a:solidFill>
                          <a:latin typeface="Arial"/>
                        </a:rPr>
                        <a:t>Baseline</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1" dirty="0">
                          <a:solidFill>
                            <a:srgbClr val="2166AC"/>
                          </a:solidFill>
                          <a:latin typeface="Arial"/>
                        </a:rPr>
                        <a:t>Momentum alternatives</a:t>
                      </a:r>
                      <a:endParaRPr lang="en-US" sz="1725"/>
                    </a:p>
                  </a:txBody>
                  <a:tcPr marL="123825" marR="123825" marT="142875" marB="133350" anchor="t">
                    <a:lnB w="7620">
                      <a:solidFill>
                        <a:srgbClr val="D5DFE6"/>
                      </a:solidFill>
                    </a:lnB>
                    <a:solidFill>
                      <a:srgbClr val="EFF4F7"/>
                    </a:solidFill>
                  </a:tcPr>
                </a:tc>
              </a:tr>
              <a:tr h="885825">
                <a:tc>
                  <a:txBody>
                    <a:bodyPr wrap="square" lIns="0" rIns="0" tIns="0" bIns="0" anchor="t"/>
                    <a:lstStyle/>
                    <a:p>
                      <a:pPr marL="0" marR="0" indent="0"/>
                      <a:r>
                        <a:rPr lang="en-US" sz="1725" b="0" dirty="0">
                          <a:solidFill>
                            <a:srgbClr val="142735"/>
                          </a:solidFill>
                          <a:latin typeface="Arial"/>
                        </a:rPr>
                        <a:t>Static market features</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5</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13</a:t>
                      </a:r>
                      <a:endParaRPr lang="en-US" sz="1725"/>
                    </a:p>
                  </a:txBody>
                  <a:tcPr marL="123825" marR="123825" marT="142875" marB="133350" anchor="t">
                    <a:lnB w="7620">
                      <a:solidFill>
                        <a:srgbClr val="D5DFE6"/>
                      </a:solidFill>
                    </a:lnB>
                    <a:solidFill>
                      <a:srgbClr val="FFFFFF"/>
                    </a:solidFill>
                  </a:tcPr>
                </a:tc>
              </a:tr>
              <a:tr h="885825">
                <a:tc>
                  <a:txBody>
                    <a:bodyPr wrap="square" lIns="0" rIns="0" tIns="0" bIns="0" anchor="t"/>
                    <a:lstStyle/>
                    <a:p>
                      <a:pPr marL="0" marR="0" indent="0"/>
                      <a:r>
                        <a:rPr lang="en-US" sz="1725" b="0" dirty="0">
                          <a:solidFill>
                            <a:srgbClr val="142735"/>
                          </a:solidFill>
                          <a:latin typeface="Arial"/>
                        </a:rPr>
                        <a:t>Main information</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Hourly return, price ratios, relative volume</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Multi-horizon returns, volatility, trends, candle shape, relative volume</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0" dirty="0">
                          <a:solidFill>
                            <a:srgbClr val="142735"/>
                          </a:solidFill>
                          <a:latin typeface="Arial"/>
                        </a:rPr>
                        <a:t>Dynamic features</a:t>
                      </a:r>
                      <a:endParaRPr lang="en-US" sz="1725"/>
                    </a:p>
                  </a:txBody>
                  <a:tcPr marL="123825" marR="123825" marT="142875" marB="133350" anchor="t">
                    <a:lnB w="7620">
                      <a:solidFill>
                        <a:srgbClr val="D5DFE6"/>
                      </a:solidFill>
                    </a:lnB>
                    <a:solidFill>
                      <a:srgbClr val="FFFFFF"/>
                    </a:solidFill>
                  </a:tcPr>
                </a:tc>
                <a:tc gridSpan="2">
                  <a:txBody>
                    <a:bodyPr wrap="square" lIns="0" rIns="0" tIns="0" bIns="0" anchor="t"/>
                    <a:lstStyle/>
                    <a:p>
                      <a:pPr marL="0" marR="0" indent="0"/>
                      <a:r>
                        <a:rPr lang="en-US" sz="1725" b="0" dirty="0">
                          <a:solidFill>
                            <a:srgbClr val="142735"/>
                          </a:solidFill>
                          <a:latin typeface="Arial"/>
                        </a:rPr>
                        <a:t>Previous target position and current realised exposure</a:t>
                      </a:r>
                      <a:endParaRPr lang="en-US" sz="1725"/>
                    </a:p>
                  </a:txBody>
                  <a:tcPr marL="123825" marR="123825" marT="142875" marB="133350" anchor="t">
                    <a:lnB w="7620">
                      <a:solidFill>
                        <a:srgbClr val="D5DFE6"/>
                      </a:solidFill>
                    </a:lnB>
                    <a:solidFill>
                      <a:srgbClr val="FFFFFF"/>
                    </a:solidFill>
                  </a:tcPr>
                </a:tc>
                <a:tc hMerge="1">
                  <a:txBody>
                    <a:bodyPr wrap="none" lIns="0" rIns="0" tIns="0" bIns="0" anchor="t"/>
                    <a:lstStyle/>
                    <a:p>
                      <a:pPr marL="0" marR="0" indent="0"/>
                      <a:r>
                        <a:rPr lang="en-US" sz="1725" b="0" dirty="0">
                          <a:solidFill>
                            <a:srgbClr val="142735"/>
                          </a:solidFill>
                          <a:latin typeface="Arial"/>
                        </a:rPr>
                        <a:t/>
                      </a:r>
                      <a:endParaRPr lang="en-US" sz="1725"/>
                    </a:p>
                  </a:txBody>
                  <a:tcPr>
                    <a:lnB w="7620">
                      <a:solidFill>
                        <a:srgbClr val="D5DFE6"/>
                      </a:solidFill>
                    </a:lnB>
                    <a:solidFill>
                      <a:srgbClr val="FFFFFF"/>
                    </a:solidFill>
                  </a:tcPr>
                </a:tc>
              </a:tr>
              <a:tr h="885825">
                <a:tc>
                  <a:txBody>
                    <a:bodyPr wrap="square" lIns="0" rIns="0" tIns="0" bIns="0" anchor="t"/>
                    <a:lstStyle/>
                    <a:p>
                      <a:pPr marL="0" marR="0" indent="0"/>
                      <a:r>
                        <a:rPr lang="en-US" sz="1725" b="0" dirty="0">
                          <a:solidFill>
                            <a:srgbClr val="142735"/>
                          </a:solidFill>
                          <a:latin typeface="Arial"/>
                        </a:rPr>
                        <a:t>Total input dimensions</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7</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15</a:t>
                      </a:r>
                      <a:endParaRPr lang="en-US" sz="1725"/>
                    </a:p>
                  </a:txBody>
                  <a:tcPr marL="123825" marR="123825" marT="142875" marB="133350" anchor="t">
                    <a:lnB w="7620">
                      <a:solidFill>
                        <a:srgbClr val="D5DFE6"/>
                      </a:solidFill>
                    </a:lnB>
                    <a:solidFill>
                      <a:srgbClr val="FFFFFF"/>
                    </a:solidFill>
                  </a:tcPr>
                </a:tc>
              </a:tr>
            </a:tbl>
          </a:graphicData>
        </a:graphic>
      </p:graphicFrame>
      <p:sp>
        <p:nvSpPr>
          <p:cNvPr id="3"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State representation</a:t>
            </a:r>
            <a:endParaRPr lang="en-US" sz="2775"/>
          </a:p>
        </p:txBody>
      </p:sp>
      <p:sp>
        <p:nvSpPr>
          <p:cNvPr id="4" name="Text"/>
          <p:cNvSpPr txBox="1"/>
          <p:nvPr/>
        </p:nvSpPr>
        <p:spPr>
          <a:xfrm>
            <a:off x="571500" y="5358194"/>
            <a:ext cx="8881972" cy="293489"/>
          </a:xfrm>
          <a:prstGeom prst="rect">
            <a:avLst/>
          </a:prstGeom>
          <a:noFill/>
          <a:ln>
            <a:noFill/>
          </a:ln>
        </p:spPr>
        <p:txBody>
          <a:bodyPr wrap="none" lIns="0" rIns="0" tIns="0" bIns="0" anchor="t"/>
          <a:lstStyle/>
          <a:p>
            <a:pPr marL="0" indent="0"/>
            <a:r>
              <a:rPr lang="en-US" sz="1800" b="0" i="0" dirty="0">
                <a:solidFill>
                  <a:srgbClr val="485D6B"/>
                </a:solidFill>
                <a:latin typeface="Arial"/>
              </a:rPr>
              <a:t>Fit the scaler on each training partition; apply it unchanged to validation and evaluation.</a:t>
            </a:r>
            <a:endParaRPr lang="en-US" sz="1800"/>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5 / 24</a:t>
            </a:r>
            <a:endParaRPr lang="en-US" sz="1050"/>
          </a:p>
        </p:txBody>
      </p:sp>
      <p:sp>
        <p:nvSpPr>
          <p:cNvPr id="7" name="Rule"/>
          <p:cNvSpPr txBox="0"/>
          <p:nvPr/>
        </p:nvSpPr>
        <p:spPr>
          <a:xfrm>
            <a:off x="571500" y="5124450"/>
            <a:ext cx="11049000" cy="19050"/>
          </a:xfrm>
          <a:prstGeom prst="rect">
            <a:avLst/>
          </a:prstGeom>
          <a:solidFill>
            <a:srgbClr val="C9D5DE"/>
          </a:solidFill>
          <a:ln>
            <a:noFill/>
          </a:ln>
        </p:spPr>
      </p:sp>
    </p:spTree>
  </p:cSld>
  <p:clrMapOvr>
    <a:masterClrMapping/>
  </p:clrMapOvr>
</p:sld>
</file>

<file path=ppt/slides/slide6.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Nine discrete target positions</a:t>
            </a:r>
            <a:endParaRPr lang="en-US" sz="2775"/>
          </a:p>
        </p:txBody>
      </p:sp>
      <p:sp>
        <p:nvSpPr>
          <p:cNvPr id="3" name="Text"/>
          <p:cNvSpPr txBox="1"/>
          <p:nvPr/>
        </p:nvSpPr>
        <p:spPr>
          <a:xfrm>
            <a:off x="571500" y="5666204"/>
            <a:ext cx="10891114" cy="219001"/>
          </a:xfrm>
          <a:prstGeom prst="rect">
            <a:avLst/>
          </a:prstGeom>
          <a:noFill/>
          <a:ln>
            <a:noFill/>
          </a:ln>
        </p:spPr>
        <p:txBody>
          <a:bodyPr wrap="none" lIns="0" rIns="0" tIns="0" bIns="0" anchor="t"/>
          <a:lstStyle/>
          <a:p>
            <a:pPr marL="0" indent="0"/>
            <a:r>
              <a:rPr lang="en-US" sz="1275" b="0" i="0" dirty="0">
                <a:solidFill>
                  <a:srgbClr val="485D6B"/>
                </a:solidFill>
                <a:latin typeface="Arial"/>
              </a:rPr>
              <a:t>Position values are target exposures, not buy/sell quantities or a continuous action space. Repeating a target does not force rebalancing in the installed</a:t>
            </a:r>
            <a:endParaRPr lang="en-US" sz="1275"/>
          </a:p>
        </p:txBody>
      </p:sp>
      <p:sp>
        <p:nvSpPr>
          <p:cNvPr id="4" name="Text"/>
          <p:cNvSpPr txBox="1"/>
          <p:nvPr/>
        </p:nvSpPr>
        <p:spPr>
          <a:xfrm>
            <a:off x="571500" y="5885279"/>
            <a:ext cx="2754208" cy="219001"/>
          </a:xfrm>
          <a:prstGeom prst="rect">
            <a:avLst/>
          </a:prstGeom>
          <a:noFill/>
          <a:ln>
            <a:noFill/>
          </a:ln>
        </p:spPr>
        <p:txBody>
          <a:bodyPr wrap="none" lIns="0" rIns="0" tIns="0" bIns="0" anchor="t"/>
          <a:lstStyle/>
          <a:p>
            <a:pPr marL="0" indent="0"/>
            <a:r>
              <a:rPr lang="en-US" sz="1275" b="0" i="0" dirty="0">
                <a:solidFill>
                  <a:srgbClr val="485D6B"/>
                </a:solidFill>
                <a:latin typeface="Arial"/>
              </a:rPr>
              <a:t>simulator; realised exposure can drift.</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6 / 24</a:t>
            </a:r>
            <a:endParaRPr lang="en-US" sz="1050"/>
          </a:p>
        </p:txBody>
      </p:sp>
      <p:graphicFrame>
        <p:nvGraphicFramePr>
          <p:cNvPr id="7" name="Nine discrete target positions"/>
          <p:cNvGraphicFramePr/>
          <p:nvPr/>
        </p:nvGraphicFramePr>
        <p:xfrm>
          <a:off x="571500" y="1079500"/>
          <a:ext cx="11049000" cy="4445000"/>
        </p:xfrm>
        <a:graphic>
          <a:graphicData uri="http://schemas.openxmlformats.org/drawingml/2006/chart">
            <c: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2" name="Editable table"/>
          <p:cNvGraphicFramePr/>
          <p:nvPr/>
        </p:nvGraphicFramePr>
        <p:xfrm>
          <a:off x="571500" y="1590675"/>
          <a:ext cx="11049000" cy="2952750"/>
        </p:xfrm>
        <a:graphic>
          <a:graphicData uri="http://schemas.openxmlformats.org/drawingml/2006/main/table">
            <a:tbl>
              <a:tblPr firstRow="0" bandRow="0"/>
              <a:tblGrid>
                <a:gridCol w="2362200"/>
                <a:gridCol w="8686800"/>
              </a:tblGrid>
              <a:tr h="590550">
                <a:tc>
                  <a:txBody>
                    <a:bodyPr wrap="square" lIns="0" rIns="0" tIns="0" bIns="0" anchor="t"/>
                    <a:lstStyle/>
                    <a:p>
                      <a:pPr marL="0" marR="0" indent="0"/>
                      <a:r>
                        <a:rPr lang="en-US" sz="1725" b="1" dirty="0">
                          <a:solidFill>
                            <a:srgbClr val="2166AC"/>
                          </a:solidFill>
                          <a:latin typeface="Arial"/>
                        </a:rPr>
                        <a:t>Actor</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0" dirty="0">
                          <a:solidFill>
                            <a:srgbClr val="142735"/>
                          </a:solidFill>
                          <a:latin typeface="Arial"/>
                        </a:rPr>
                        <a:t>7 or 15 inputs → 64 tanh → 64 tanh → 9 logits</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1" dirty="0">
                          <a:solidFill>
                            <a:srgbClr val="2166AC"/>
                          </a:solidFill>
                          <a:latin typeface="Arial"/>
                        </a:rPr>
                        <a:t>Critic</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7 or 15 inputs → 64 tanh → 64 tanh → 1 value</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1" dirty="0">
                          <a:solidFill>
                            <a:srgbClr val="2166AC"/>
                          </a:solidFill>
                          <a:latin typeface="Arial"/>
                        </a:rPr>
                        <a:t>Rollout batch</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4 environments × 256 steps = 1,024 transitions</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1" dirty="0">
                          <a:solidFill>
                            <a:srgbClr val="2166AC"/>
                          </a:solidFill>
                          <a:latin typeface="Arial"/>
                        </a:rPr>
                        <a:t>Update</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GAE; normalised advantages; 6 epochs; minibatches of 256</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1" dirty="0">
                          <a:solidFill>
                            <a:srgbClr val="2166AC"/>
                          </a:solidFill>
                          <a:latin typeface="Arial"/>
                        </a:rPr>
                        <a:t>Evaluation</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Frozen weights; deterministic action selection; no learning</a:t>
                      </a:r>
                      <a:endParaRPr lang="en-US" sz="1725"/>
                    </a:p>
                  </a:txBody>
                  <a:tcPr marL="123825" marR="123825" marT="142875" marB="133350" anchor="t">
                    <a:lnB w="7620">
                      <a:solidFill>
                        <a:srgbClr val="D5DFE6"/>
                      </a:solidFill>
                    </a:lnB>
                    <a:solidFill>
                      <a:srgbClr val="FFFFFF"/>
                    </a:solidFill>
                  </a:tcPr>
                </a:tc>
              </a:tr>
            </a:tbl>
          </a:graphicData>
        </a:graphic>
      </p:graphicFrame>
      <p:sp>
        <p:nvSpPr>
          <p:cNvPr id="3"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Network and training architecture</a:t>
            </a:r>
            <a:endParaRPr lang="en-US" sz="2775"/>
          </a:p>
        </p:txBody>
      </p:sp>
      <p:sp>
        <p:nvSpPr>
          <p:cNvPr id="4" name="Text"/>
          <p:cNvSpPr txBox="1"/>
          <p:nvPr/>
        </p:nvSpPr>
        <p:spPr>
          <a:xfrm>
            <a:off x="571500" y="1071442"/>
            <a:ext cx="11049000" cy="399901"/>
          </a:xfrm>
          <a:prstGeom prst="rect">
            <a:avLst/>
          </a:prstGeom>
          <a:noFill/>
          <a:ln>
            <a:noFill/>
          </a:ln>
        </p:spPr>
        <p:txBody>
          <a:bodyPr wrap="none" lIns="0" rIns="0" tIns="0" bIns="0" anchor="t"/>
          <a:lstStyle/>
          <a:p>
            <a:pPr marL="0" indent="0"/>
            <a:r>
              <a:rPr lang="en-US" sz="2550" b="0" i="0" dirty="0">
                <a:solidFill>
                  <a:srgbClr val="2166AC"/>
                </a:solidFill>
                <a:latin typeface="Arial"/>
              </a:rPr>
              <a:t>Observation → separate actor and critic networks</a:t>
            </a:r>
            <a:endParaRPr lang="en-US" sz="2550"/>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7 / 24</a:t>
            </a:r>
            <a:endParaRPr lang="en-US" sz="1050"/>
          </a:p>
        </p:txBody>
      </p:sp>
    </p:spTree>
  </p:cSld>
  <p:clrMapOvr>
    <a:masterClrMapping/>
  </p:clrMapOvr>
</p:sld>
</file>

<file path=ppt/slides/slide8.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Reward and simulation assumptions</a:t>
            </a:r>
            <a:endParaRPr lang="en-US" sz="2775"/>
          </a:p>
        </p:txBody>
      </p:sp>
      <p:sp>
        <p:nvSpPr>
          <p:cNvPr id="3" name="Text"/>
          <p:cNvSpPr txBox="1"/>
          <p:nvPr/>
        </p:nvSpPr>
        <p:spPr>
          <a:xfrm>
            <a:off x="571500" y="1200206"/>
            <a:ext cx="5758827" cy="456091"/>
          </a:xfrm>
          <a:prstGeom prst="rect">
            <a:avLst/>
          </a:prstGeom>
          <a:noFill/>
          <a:ln>
            <a:noFill/>
          </a:ln>
        </p:spPr>
        <p:txBody>
          <a:bodyPr wrap="none" lIns="0" rIns="0" tIns="0" bIns="0" anchor="t"/>
          <a:lstStyle/>
          <a:p>
            <a:pPr marL="0" indent="0"/>
            <a:r>
              <a:rPr lang="en-US" sz="2475" b="0" i="0" dirty="0">
                <a:solidFill>
                  <a:srgbClr val="142735"/>
                </a:solidFill>
                <a:latin typeface="Arial"/>
              </a:rPr>
              <a:t>r</a:t>
            </a:r>
            <a:r>
              <a:rPr lang="en-US" sz="2062" b="0" i="0" dirty="0">
                <a:solidFill>
                  <a:srgbClr val="142735"/>
                </a:solidFill>
                <a:latin typeface="Arial"/>
              </a:rPr>
              <a:t>train</a:t>
            </a:r>
            <a:r>
              <a:rPr lang="en-US" sz="2475" b="0" i="0" dirty="0">
                <a:solidFill>
                  <a:srgbClr val="142735"/>
                </a:solidFill>
                <a:latin typeface="Arial"/>
              </a:rPr>
              <a:t> = 100 × [log(V</a:t>
            </a:r>
            <a:r>
              <a:rPr lang="en-US" sz="2062" b="0" i="0" dirty="0">
                <a:solidFill>
                  <a:srgbClr val="142735"/>
                </a:solidFill>
                <a:latin typeface="Arial"/>
              </a:rPr>
              <a:t>t+1</a:t>
            </a:r>
            <a:r>
              <a:rPr lang="en-US" sz="2475" b="0" i="0" dirty="0">
                <a:solidFill>
                  <a:srgbClr val="142735"/>
                </a:solidFill>
                <a:latin typeface="Arial"/>
              </a:rPr>
              <a:t>/V</a:t>
            </a:r>
            <a:r>
              <a:rPr lang="en-US" sz="2062" b="0" i="0" dirty="0">
                <a:solidFill>
                  <a:srgbClr val="142735"/>
                </a:solidFill>
                <a:latin typeface="Arial"/>
              </a:rPr>
              <a:t>t</a:t>
            </a:r>
            <a:r>
              <a:rPr lang="en-US" sz="2475" b="0" i="0" dirty="0">
                <a:solidFill>
                  <a:srgbClr val="142735"/>
                </a:solidFill>
                <a:latin typeface="Arial"/>
              </a:rPr>
              <a:t>) − κ |Δtarget|]</a:t>
            </a:r>
            <a:endParaRPr lang="en-US" sz="2475"/>
          </a:p>
        </p:txBody>
      </p:sp>
      <p:sp>
        <p:nvSpPr>
          <p:cNvPr id="4" name="Text"/>
          <p:cNvSpPr txBox="1"/>
          <p:nvPr/>
        </p:nvSpPr>
        <p:spPr>
          <a:xfrm>
            <a:off x="914400" y="2044397"/>
            <a:ext cx="3928239" cy="304130"/>
          </a:xfrm>
          <a:prstGeom prst="rect">
            <a:avLst/>
          </a:prstGeom>
          <a:noFill/>
          <a:ln>
            <a:noFill/>
          </a:ln>
        </p:spPr>
        <p:txBody>
          <a:bodyPr wrap="none" lIns="0" rIns="0" tIns="0" bIns="0" anchor="t"/>
          <a:lstStyle/>
          <a:p>
            <a:pPr marL="0" indent="0"/>
            <a:r>
              <a:rPr lang="en-US" sz="1875" b="0" i="0" dirty="0">
                <a:solidFill>
                  <a:srgbClr val="142735"/>
                </a:solidFill>
                <a:latin typeface="Arial"/>
              </a:rPr>
              <a:t>Initial portfolio: </a:t>
            </a:r>
            <a:r>
              <a:rPr lang="en-US" sz="1875" b="1" i="0" dirty="0">
                <a:solidFill>
                  <a:srgbClr val="142735"/>
                </a:solidFill>
                <a:latin typeface="Arial"/>
              </a:rPr>
              <a:t>1,000 USDT in cash</a:t>
            </a:r>
            <a:r>
              <a:rPr lang="en-US" sz="1875" b="0" i="0" dirty="0">
                <a:solidFill>
                  <a:srgbClr val="142735"/>
                </a:solidFill>
                <a:latin typeface="Arial"/>
              </a:rPr>
              <a:t>.</a:t>
            </a:r>
            <a:endParaRPr lang="en-US" sz="1875"/>
          </a:p>
        </p:txBody>
      </p:sp>
      <p:sp>
        <p:nvSpPr>
          <p:cNvPr id="5" name="Text"/>
          <p:cNvSpPr txBox="1"/>
          <p:nvPr/>
        </p:nvSpPr>
        <p:spPr>
          <a:xfrm>
            <a:off x="914400" y="2568272"/>
            <a:ext cx="7414240" cy="304130"/>
          </a:xfrm>
          <a:prstGeom prst="rect">
            <a:avLst/>
          </a:prstGeom>
          <a:noFill/>
          <a:ln>
            <a:noFill/>
          </a:ln>
        </p:spPr>
        <p:txBody>
          <a:bodyPr wrap="none" lIns="0" rIns="0" tIns="0" bIns="0" anchor="t"/>
          <a:lstStyle/>
          <a:p>
            <a:pPr marL="0" indent="0"/>
            <a:r>
              <a:rPr lang="en-US" sz="1875" b="0" i="0" dirty="0">
                <a:solidFill>
                  <a:srgbClr val="142735"/>
                </a:solidFill>
                <a:latin typeface="Arial"/>
              </a:rPr>
              <a:t>Trading-fee parameter: </a:t>
            </a:r>
            <a:r>
              <a:rPr lang="en-US" sz="1875" b="1" i="0" dirty="0">
                <a:solidFill>
                  <a:srgbClr val="142735"/>
                </a:solidFill>
                <a:latin typeface="Arial"/>
              </a:rPr>
              <a:t>0.01%</a:t>
            </a:r>
            <a:r>
              <a:rPr lang="en-US" sz="1875" b="0" i="0" dirty="0">
                <a:solidFill>
                  <a:srgbClr val="142735"/>
                </a:solidFill>
                <a:latin typeface="Arial"/>
              </a:rPr>
              <a:t>; hourly borrowing parameter: </a:t>
            </a:r>
            <a:r>
              <a:rPr lang="en-US" sz="1875" b="1" i="0" dirty="0">
                <a:solidFill>
                  <a:srgbClr val="142735"/>
                </a:solidFill>
                <a:latin typeface="Arial"/>
              </a:rPr>
              <a:t>0.0003%</a:t>
            </a:r>
            <a:r>
              <a:rPr lang="en-US" sz="1875" b="0" i="0" dirty="0">
                <a:solidFill>
                  <a:srgbClr val="142735"/>
                </a:solidFill>
                <a:latin typeface="Arial"/>
              </a:rPr>
              <a:t>.</a:t>
            </a:r>
            <a:endParaRPr lang="en-US" sz="1875"/>
          </a:p>
        </p:txBody>
      </p:sp>
      <p:sp>
        <p:nvSpPr>
          <p:cNvPr id="6" name="Text"/>
          <p:cNvSpPr txBox="1"/>
          <p:nvPr/>
        </p:nvSpPr>
        <p:spPr>
          <a:xfrm>
            <a:off x="914400" y="3082622"/>
            <a:ext cx="7148849" cy="304130"/>
          </a:xfrm>
          <a:prstGeom prst="rect">
            <a:avLst/>
          </a:prstGeom>
          <a:noFill/>
          <a:ln>
            <a:noFill/>
          </a:ln>
        </p:spPr>
        <p:txBody>
          <a:bodyPr wrap="none" lIns="0" rIns="0" tIns="0" bIns="0" anchor="t"/>
          <a:lstStyle/>
          <a:p>
            <a:pPr marL="0" indent="0"/>
            <a:r>
              <a:rPr lang="en-US" sz="1875" b="0" i="0" dirty="0">
                <a:solidFill>
                  <a:srgbClr val="142735"/>
                </a:solidFill>
                <a:latin typeface="Arial"/>
              </a:rPr>
              <a:t>Turnover penalty κ shapes learning; it is not an extra portfolio debit.</a:t>
            </a:r>
            <a:endParaRPr lang="en-US" sz="1875"/>
          </a:p>
        </p:txBody>
      </p:sp>
      <p:sp>
        <p:nvSpPr>
          <p:cNvPr id="7" name="Text"/>
          <p:cNvSpPr txBox="1"/>
          <p:nvPr/>
        </p:nvSpPr>
        <p:spPr>
          <a:xfrm>
            <a:off x="914400" y="3596972"/>
            <a:ext cx="7845430" cy="304130"/>
          </a:xfrm>
          <a:prstGeom prst="rect">
            <a:avLst/>
          </a:prstGeom>
          <a:noFill/>
          <a:ln>
            <a:noFill/>
          </a:ln>
        </p:spPr>
        <p:txBody>
          <a:bodyPr wrap="none" lIns="0" rIns="0" tIns="0" bIns="0" anchor="t"/>
          <a:lstStyle/>
          <a:p>
            <a:pPr marL="0" indent="0"/>
            <a:r>
              <a:rPr lang="en-US" sz="1875" b="0" i="0" dirty="0">
                <a:solidFill>
                  <a:srgbClr val="142735"/>
                </a:solidFill>
                <a:latin typeface="Arial"/>
              </a:rPr>
              <a:t>Reported return comes from simulated portfolio value, not shaped reward.</a:t>
            </a:r>
            <a:endParaRPr lang="en-US" sz="1875"/>
          </a:p>
        </p:txBody>
      </p:sp>
      <p:sp>
        <p:nvSpPr>
          <p:cNvPr id="8" name="Text"/>
          <p:cNvSpPr txBox="1"/>
          <p:nvPr/>
        </p:nvSpPr>
        <p:spPr>
          <a:xfrm>
            <a:off x="571500" y="4377119"/>
            <a:ext cx="9249561" cy="293489"/>
          </a:xfrm>
          <a:prstGeom prst="rect">
            <a:avLst/>
          </a:prstGeom>
          <a:noFill/>
          <a:ln>
            <a:noFill/>
          </a:ln>
        </p:spPr>
        <p:txBody>
          <a:bodyPr wrap="none" lIns="0" rIns="0" tIns="0" bIns="0" anchor="t"/>
          <a:lstStyle/>
          <a:p>
            <a:pPr marL="0" indent="0"/>
            <a:r>
              <a:rPr lang="en-US" sz="1800" b="0" i="0" dirty="0">
                <a:solidFill>
                  <a:srgbClr val="485D6B"/>
                </a:solidFill>
                <a:latin typeface="Arial"/>
              </a:rPr>
              <a:t>Costs are incomplete: no spread or slippage; borrowing accumulation has a verified defect.</a:t>
            </a:r>
            <a:endParaRPr lang="en-US" sz="1800"/>
          </a:p>
        </p:txBody>
      </p:sp>
      <p:sp>
        <p:nvSpPr>
          <p:cNvPr id="9"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10"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8 / 24</a:t>
            </a:r>
            <a:endParaRPr lang="en-US" sz="1050"/>
          </a:p>
        </p:txBody>
      </p:sp>
      <p:sp>
        <p:nvSpPr>
          <p:cNvPr id="11" name="Rule"/>
          <p:cNvSpPr txBox="0"/>
          <p:nvPr/>
        </p:nvSpPr>
        <p:spPr>
          <a:xfrm>
            <a:off x="571500" y="4143375"/>
            <a:ext cx="11049000" cy="19050"/>
          </a:xfrm>
          <a:prstGeom prst="rect">
            <a:avLst/>
          </a:prstGeom>
          <a:solidFill>
            <a:srgbClr val="C9D5DE"/>
          </a:solidFill>
          <a:ln>
            <a:noFill/>
          </a:ln>
        </p:spPr>
      </p:sp>
    </p:spTree>
  </p:cSld>
  <p:clrMapOvr>
    <a:masterClrMapping/>
  </p:clrMapOvr>
</p:sld>
</file>

<file path=ppt/slides/slide9.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2" name="Editable table"/>
          <p:cNvGraphicFramePr/>
          <p:nvPr/>
        </p:nvGraphicFramePr>
        <p:xfrm>
          <a:off x="571500" y="1038225"/>
          <a:ext cx="11049000" cy="3543300"/>
        </p:xfrm>
        <a:graphic>
          <a:graphicData uri="http://schemas.openxmlformats.org/drawingml/2006/main/table">
            <a:tbl>
              <a:tblPr firstRow="0" bandRow="0"/>
              <a:tblGrid>
                <a:gridCol w="2924175"/>
                <a:gridCol w="4124325"/>
                <a:gridCol w="4000500"/>
              </a:tblGrid>
              <a:tr h="590550">
                <a:tc>
                  <a:txBody>
                    <a:bodyPr wrap="square" lIns="0" rIns="0" tIns="0" bIns="0" anchor="t"/>
                    <a:lstStyle/>
                    <a:p>
                      <a:pPr marL="0" marR="0" indent="0"/>
                      <a:r>
                        <a:rPr lang="en-US" sz="1725" b="1" dirty="0">
                          <a:solidFill>
                            <a:srgbClr val="2166AC"/>
                          </a:solidFill>
                          <a:latin typeface="Arial"/>
                        </a:rPr>
                        <a:t>Candidate</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1" dirty="0">
                          <a:solidFill>
                            <a:srgbClr val="2166AC"/>
                          </a:solidFill>
                          <a:latin typeface="Arial"/>
                        </a:rPr>
                        <a:t>Change</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1" dirty="0">
                          <a:solidFill>
                            <a:srgbClr val="2166AC"/>
                          </a:solidFill>
                          <a:latin typeface="Arial"/>
                        </a:rPr>
                        <a:t>Intended effect</a:t>
                      </a:r>
                      <a:endParaRPr lang="en-US" sz="1725"/>
                    </a:p>
                  </a:txBody>
                  <a:tcPr marL="123825" marR="123825" marT="142875" marB="133350" anchor="t">
                    <a:lnB w="7620">
                      <a:solidFill>
                        <a:srgbClr val="D5DFE6"/>
                      </a:solidFill>
                    </a:lnB>
                    <a:solidFill>
                      <a:srgbClr val="EFF4F7"/>
                    </a:solidFill>
                  </a:tcPr>
                </a:tc>
              </a:tr>
              <a:tr h="590550">
                <a:tc>
                  <a:txBody>
                    <a:bodyPr wrap="square" lIns="0" rIns="0" tIns="0" bIns="0" anchor="t"/>
                    <a:lstStyle/>
                    <a:p>
                      <a:pPr marL="0" marR="0" indent="0"/>
                      <a:r>
                        <a:rPr lang="en-US" sz="1725" b="0" dirty="0">
                          <a:solidFill>
                            <a:srgbClr val="142735"/>
                          </a:solidFill>
                          <a:latin typeface="Arial"/>
                        </a:rPr>
                        <a:t>Momentum</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13 features + entropy + annealing</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More market context</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0" dirty="0">
                          <a:solidFill>
                            <a:srgbClr val="142735"/>
                          </a:solidFill>
                          <a:latin typeface="Arial"/>
                        </a:rPr>
                        <a:t>Cautious</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Lower rate; tighter clip</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Smaller policy updates</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0" dirty="0">
                          <a:solidFill>
                            <a:srgbClr val="142735"/>
                          </a:solidFill>
                          <a:latin typeface="Arial"/>
                        </a:rPr>
                        <a:t>Short horizon</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γ = 0.95; λ = 0.90</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Less distant reward dependence</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0" dirty="0">
                          <a:solidFill>
                            <a:srgbClr val="142735"/>
                          </a:solidFill>
                          <a:latin typeface="Arial"/>
                        </a:rPr>
                        <a:t>Turnover / low turnover</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κ = 0.0003 / 0.0001</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Fewer target changes</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0" dirty="0">
                          <a:solidFill>
                            <a:srgbClr val="142735"/>
                          </a:solidFill>
                          <a:latin typeface="Arial"/>
                        </a:rPr>
                        <a:t>Exploration</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Entropy coefficient 0.03</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More action diversity</a:t>
                      </a:r>
                      <a:endParaRPr lang="en-US" sz="1725"/>
                    </a:p>
                  </a:txBody>
                  <a:tcPr marL="123825" marR="123825" marT="142875" marB="133350" anchor="t">
                    <a:lnB w="7620">
                      <a:solidFill>
                        <a:srgbClr val="D5DFE6"/>
                      </a:solidFill>
                    </a:lnB>
                    <a:solidFill>
                      <a:srgbClr val="FFFFFF"/>
                    </a:solidFill>
                  </a:tcPr>
                </a:tc>
              </a:tr>
            </a:tbl>
          </a:graphicData>
        </a:graphic>
      </p:graphicFrame>
      <p:sp>
        <p:nvSpPr>
          <p:cNvPr id="3"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Optimisation hypotheses</a:t>
            </a:r>
            <a:endParaRPr lang="en-US" sz="2775"/>
          </a:p>
        </p:txBody>
      </p:sp>
      <p:sp>
        <p:nvSpPr>
          <p:cNvPr id="4" name="Text"/>
          <p:cNvSpPr txBox="1"/>
          <p:nvPr/>
        </p:nvSpPr>
        <p:spPr>
          <a:xfrm>
            <a:off x="571500" y="5062919"/>
            <a:ext cx="9373167" cy="293489"/>
          </a:xfrm>
          <a:prstGeom prst="rect">
            <a:avLst/>
          </a:prstGeom>
          <a:noFill/>
          <a:ln>
            <a:noFill/>
          </a:ln>
        </p:spPr>
        <p:txBody>
          <a:bodyPr wrap="none" lIns="0" rIns="0" tIns="0" bIns="0" anchor="t"/>
          <a:lstStyle/>
          <a:p>
            <a:pPr marL="0" indent="0"/>
            <a:r>
              <a:rPr lang="en-US" sz="1800" b="0" i="0" dirty="0">
                <a:solidFill>
                  <a:srgbClr val="485D6B"/>
                </a:solidFill>
                <a:latin typeface="Arial"/>
              </a:rPr>
              <a:t>These are configuration bundles. Their individual components were not isolated in ablations.</a:t>
            </a:r>
            <a:endParaRPr lang="en-US" sz="1800"/>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86827" y="6539797"/>
            <a:ext cx="397142" cy="187077"/>
          </a:xfrm>
          <a:prstGeom prst="rect">
            <a:avLst/>
          </a:prstGeom>
          <a:noFill/>
          <a:ln>
            <a:noFill/>
          </a:ln>
        </p:spPr>
        <p:txBody>
          <a:bodyPr wrap="none" lIns="0" rIns="0" tIns="0" bIns="0" anchor="t"/>
          <a:lstStyle/>
          <a:p>
            <a:pPr marL="0" indent="0"/>
            <a:r>
              <a:rPr lang="en-US" sz="1050" b="0" i="0" dirty="0">
                <a:solidFill>
                  <a:srgbClr val="627885"/>
                </a:solidFill>
                <a:latin typeface="Arial"/>
              </a:rPr>
              <a:t>9 / 24</a:t>
            </a:r>
            <a:endParaRPr lang="en-US" sz="1050"/>
          </a:p>
        </p:txBody>
      </p:sp>
      <p:sp>
        <p:nvSpPr>
          <p:cNvPr id="7" name="Rule"/>
          <p:cNvSpPr txBox="0"/>
          <p:nvPr/>
        </p:nvSpPr>
        <p:spPr>
          <a:xfrm>
            <a:off x="571500" y="4829175"/>
            <a:ext cx="11049000" cy="19050"/>
          </a:xfrm>
          <a:prstGeom prst="rect">
            <a:avLst/>
          </a:prstGeom>
          <a:solidFill>
            <a:srgbClr val="C9D5DE"/>
          </a:solidFill>
          <a:ln>
            <a:noFill/>
          </a:ln>
        </p:spPr>
      </p:sp>
    </p:spTree>
  </p:cSld>
  <p:clrMapOvr>
    <a:masterClrMapping/>
  </p:clrMapOvr>
</p:sld>
</file>

<file path=ppt/slides/slide10.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aphicFrame>
        <p:nvGraphicFramePr>
          <p:cNvPr id="2" name="Editable table"/>
          <p:cNvGraphicFramePr/>
          <p:nvPr/>
        </p:nvGraphicFramePr>
        <p:xfrm>
          <a:off x="571500" y="1038225"/>
          <a:ext cx="11049000" cy="2952750"/>
        </p:xfrm>
        <a:graphic>
          <a:graphicData uri="http://schemas.openxmlformats.org/drawingml/2006/main/table">
            <a:tbl>
              <a:tblPr firstRow="0" bandRow="0"/>
              <a:tblGrid>
                <a:gridCol w="6105525"/>
                <a:gridCol w="876300"/>
                <a:gridCol w="2105025"/>
                <a:gridCol w="1962150"/>
              </a:tblGrid>
              <a:tr h="590550">
                <a:tc>
                  <a:txBody>
                    <a:bodyPr wrap="square" lIns="0" rIns="0" tIns="0" bIns="0" anchor="t"/>
                    <a:lstStyle/>
                    <a:p>
                      <a:pPr marL="0" marR="0" indent="0"/>
                      <a:r>
                        <a:rPr lang="en-US" sz="1725" b="1" dirty="0">
                          <a:solidFill>
                            <a:srgbClr val="2166AC"/>
                          </a:solidFill>
                          <a:latin typeface="Arial"/>
                        </a:rPr>
                        <a:t>Stage</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1" dirty="0">
                          <a:solidFill>
                            <a:srgbClr val="2166AC"/>
                          </a:solidFill>
                          <a:latin typeface="Arial"/>
                        </a:rPr>
                        <a:t>Fits</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1" dirty="0">
                          <a:solidFill>
                            <a:srgbClr val="2166AC"/>
                          </a:solidFill>
                          <a:latin typeface="Arial"/>
                        </a:rPr>
                        <a:t>Steps per fit</a:t>
                      </a:r>
                      <a:endParaRPr lang="en-US" sz="1725"/>
                    </a:p>
                  </a:txBody>
                  <a:tcPr marL="123825" marR="123825" marT="142875" marB="133350" anchor="t">
                    <a:lnB w="7620">
                      <a:solidFill>
                        <a:srgbClr val="D5DFE6"/>
                      </a:solidFill>
                    </a:lnB>
                    <a:solidFill>
                      <a:srgbClr val="EFF4F7"/>
                    </a:solidFill>
                  </a:tcPr>
                </a:tc>
                <a:tc>
                  <a:txBody>
                    <a:bodyPr wrap="square" lIns="0" rIns="0" tIns="0" bIns="0" anchor="t"/>
                    <a:lstStyle/>
                    <a:p>
                      <a:pPr marL="0" marR="0" indent="0"/>
                      <a:r>
                        <a:rPr lang="en-US" sz="1725" b="1" dirty="0">
                          <a:solidFill>
                            <a:srgbClr val="2166AC"/>
                          </a:solidFill>
                          <a:latin typeface="Arial"/>
                        </a:rPr>
                        <a:t>Transitions</a:t>
                      </a:r>
                      <a:endParaRPr lang="en-US" sz="1725"/>
                    </a:p>
                  </a:txBody>
                  <a:tcPr marL="123825" marR="123825" marT="142875" marB="133350" anchor="t">
                    <a:lnB w="7620">
                      <a:solidFill>
                        <a:srgbClr val="D5DFE6"/>
                      </a:solidFill>
                    </a:lnB>
                    <a:solidFill>
                      <a:srgbClr val="EFF4F7"/>
                    </a:solidFill>
                  </a:tcPr>
                </a:tc>
              </a:tr>
              <a:tr h="590550">
                <a:tc>
                  <a:txBody>
                    <a:bodyPr wrap="square" lIns="0" rIns="0" tIns="0" bIns="0" anchor="t"/>
                    <a:lstStyle/>
                    <a:p>
                      <a:pPr marL="0" marR="0" indent="0"/>
                      <a:r>
                        <a:rPr lang="en-US" sz="1725" b="0" dirty="0">
                          <a:solidFill>
                            <a:srgbClr val="142735"/>
                          </a:solidFill>
                          <a:latin typeface="Arial"/>
                        </a:rPr>
                        <a:t>Screening: 7 configs × 4 folds × 1 seed</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28</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16,384</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458,752</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0" dirty="0">
                          <a:solidFill>
                            <a:srgbClr val="142735"/>
                          </a:solidFill>
                          <a:latin typeface="Arial"/>
                        </a:rPr>
                        <a:t>Confirmation: 3 configs × 4 folds × 3 seeds</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36</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49,152</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1,769,472</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0" dirty="0">
                          <a:solidFill>
                            <a:srgbClr val="142735"/>
                          </a:solidFill>
                          <a:latin typeface="Arial"/>
                        </a:rPr>
                        <a:t>Final refit: 1 config × 3 seeds</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3</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49,152</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0" dirty="0">
                          <a:solidFill>
                            <a:srgbClr val="142735"/>
                          </a:solidFill>
                          <a:latin typeface="Arial"/>
                        </a:rPr>
                        <a:t>147,456</a:t>
                      </a:r>
                      <a:endParaRPr lang="en-US" sz="1725"/>
                    </a:p>
                  </a:txBody>
                  <a:tcPr marL="123825" marR="123825" marT="142875" marB="133350" anchor="t">
                    <a:lnB w="7620">
                      <a:solidFill>
                        <a:srgbClr val="D5DFE6"/>
                      </a:solidFill>
                    </a:lnB>
                    <a:solidFill>
                      <a:srgbClr val="FFFFFF"/>
                    </a:solidFill>
                  </a:tcPr>
                </a:tc>
              </a:tr>
              <a:tr h="590550">
                <a:tc>
                  <a:txBody>
                    <a:bodyPr wrap="square" lIns="0" rIns="0" tIns="0" bIns="0" anchor="t"/>
                    <a:lstStyle/>
                    <a:p>
                      <a:pPr marL="0" marR="0" indent="0"/>
                      <a:r>
                        <a:rPr lang="en-US" sz="1725" b="1" dirty="0">
                          <a:solidFill>
                            <a:srgbClr val="2166AC"/>
                          </a:solidFill>
                          <a:latin typeface="Arial"/>
                        </a:rPr>
                        <a:t>Total</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1" dirty="0">
                          <a:solidFill>
                            <a:srgbClr val="2166AC"/>
                          </a:solidFill>
                          <a:latin typeface="Arial"/>
                        </a:rPr>
                        <a:t>67</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1" dirty="0">
                          <a:solidFill>
                            <a:srgbClr val="2166AC"/>
                          </a:solidFill>
                          <a:latin typeface="Arial"/>
                        </a:rPr>
                        <a:t/>
                      </a:r>
                      <a:endParaRPr lang="en-US" sz="1725"/>
                    </a:p>
                  </a:txBody>
                  <a:tcPr marL="123825" marR="123825" marT="142875" marB="133350" anchor="t">
                    <a:lnB w="7620">
                      <a:solidFill>
                        <a:srgbClr val="D5DFE6"/>
                      </a:solidFill>
                    </a:lnB>
                    <a:solidFill>
                      <a:srgbClr val="FFFFFF"/>
                    </a:solidFill>
                  </a:tcPr>
                </a:tc>
                <a:tc>
                  <a:txBody>
                    <a:bodyPr wrap="square" lIns="0" rIns="0" tIns="0" bIns="0" anchor="t"/>
                    <a:lstStyle/>
                    <a:p>
                      <a:pPr marL="0" marR="0" indent="0"/>
                      <a:r>
                        <a:rPr lang="en-US" sz="1725" b="1" dirty="0">
                          <a:solidFill>
                            <a:srgbClr val="2166AC"/>
                          </a:solidFill>
                          <a:latin typeface="Arial"/>
                        </a:rPr>
                        <a:t>2,375,680</a:t>
                      </a:r>
                      <a:endParaRPr lang="en-US" sz="1725"/>
                    </a:p>
                  </a:txBody>
                  <a:tcPr marL="123825" marR="123825" marT="142875" marB="133350" anchor="t">
                    <a:lnB w="7620">
                      <a:solidFill>
                        <a:srgbClr val="D5DFE6"/>
                      </a:solidFill>
                    </a:lnB>
                    <a:solidFill>
                      <a:srgbClr val="FFFFFF"/>
                    </a:solidFill>
                  </a:tcPr>
                </a:tc>
              </a:tr>
            </a:tbl>
          </a:graphicData>
        </a:graphic>
      </p:graphicFrame>
      <p:sp>
        <p:nvSpPr>
          <p:cNvPr id="3"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Experimental design</a:t>
            </a:r>
            <a:endParaRPr lang="en-US" sz="2775"/>
          </a:p>
        </p:txBody>
      </p:sp>
      <p:sp>
        <p:nvSpPr>
          <p:cNvPr id="4" name="Text"/>
          <p:cNvSpPr txBox="1"/>
          <p:nvPr/>
        </p:nvSpPr>
        <p:spPr>
          <a:xfrm>
            <a:off x="571500" y="4141701"/>
            <a:ext cx="6868094" cy="325413"/>
          </a:xfrm>
          <a:prstGeom prst="rect">
            <a:avLst/>
          </a:prstGeom>
          <a:noFill/>
          <a:ln>
            <a:noFill/>
          </a:ln>
        </p:spPr>
        <p:txBody>
          <a:bodyPr wrap="none" lIns="0" rIns="0" tIns="0" bIns="0" anchor="t"/>
          <a:lstStyle/>
          <a:p>
            <a:pPr marL="0" indent="0"/>
            <a:r>
              <a:rPr lang="en-US" sz="2025" b="0" i="0" dirty="0">
                <a:solidFill>
                  <a:srgbClr val="2166AC"/>
                </a:solidFill>
                <a:latin typeface="Arial"/>
              </a:rPr>
              <a:t>Then compare 2 aggregation rules × 3 candidates × 4 folds.</a:t>
            </a:r>
            <a:endParaRPr lang="en-US" sz="2025"/>
          </a:p>
        </p:txBody>
      </p:sp>
      <p:sp>
        <p:nvSpPr>
          <p:cNvPr id="5" name="Text"/>
          <p:cNvSpPr txBox="1"/>
          <p:nvPr/>
        </p:nvSpPr>
        <p:spPr>
          <a:xfrm>
            <a:off x="571500" y="4635197"/>
            <a:ext cx="6470017" cy="304130"/>
          </a:xfrm>
          <a:prstGeom prst="rect">
            <a:avLst/>
          </a:prstGeom>
          <a:noFill/>
          <a:ln>
            <a:noFill/>
          </a:ln>
        </p:spPr>
        <p:txBody>
          <a:bodyPr wrap="none" lIns="0" rIns="0" tIns="0" bIns="0" anchor="t"/>
          <a:lstStyle/>
          <a:p>
            <a:pPr marL="0" indent="0"/>
            <a:r>
              <a:rPr lang="en-US" sz="1875" b="0" i="0" dirty="0">
                <a:solidFill>
                  <a:srgbClr val="142735"/>
                </a:solidFill>
                <a:latin typeface="Arial"/>
              </a:rPr>
              <a:t>Seeds: 23, 42, 71. Selection is frozen before final evaluation.</a:t>
            </a:r>
            <a:endParaRPr lang="en-US" sz="1875"/>
          </a:p>
        </p:txBody>
      </p:sp>
      <p:sp>
        <p:nvSpPr>
          <p:cNvPr id="6"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7"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10 / 24</a:t>
            </a:r>
            <a:endParaRPr lang="en-US" sz="1050"/>
          </a:p>
        </p:txBody>
      </p:sp>
    </p:spTree>
  </p:cSld>
  <p:clrMapOvr>
    <a:masterClrMapping/>
  </p:clrMapOvr>
</p:sld>
</file>

<file path=ppt/slides/slide11.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Initial screening results</a:t>
            </a:r>
            <a:endParaRPr lang="en-US" sz="2775"/>
          </a:p>
        </p:txBody>
      </p:sp>
      <p:sp>
        <p:nvSpPr>
          <p:cNvPr id="3" name="Text"/>
          <p:cNvSpPr txBox="1"/>
          <p:nvPr/>
        </p:nvSpPr>
        <p:spPr>
          <a:xfrm>
            <a:off x="571500" y="5666204"/>
            <a:ext cx="10852169" cy="219001"/>
          </a:xfrm>
          <a:prstGeom prst="rect">
            <a:avLst/>
          </a:prstGeom>
          <a:noFill/>
          <a:ln>
            <a:noFill/>
          </a:ln>
        </p:spPr>
        <p:txBody>
          <a:bodyPr wrap="none" lIns="0" rIns="0" tIns="0" bIns="0" anchor="t"/>
          <a:lstStyle/>
          <a:p>
            <a:pPr marL="0" indent="0"/>
            <a:r>
              <a:rPr lang="en-US" sz="1275" b="0" i="0" dirty="0">
                <a:solidFill>
                  <a:srgbClr val="485D6B"/>
                </a:solidFill>
                <a:latin typeface="Arial"/>
              </a:rPr>
              <a:t>Each point is one validation fold. Bars are arithmetic means of four fold returns, seed 23, 16,384 training transitions per fit. These are validation results,</a:t>
            </a:r>
            <a:endParaRPr lang="en-US" sz="1275"/>
          </a:p>
        </p:txBody>
      </p:sp>
      <p:sp>
        <p:nvSpPr>
          <p:cNvPr id="4" name="Text"/>
          <p:cNvSpPr txBox="1"/>
          <p:nvPr/>
        </p:nvSpPr>
        <p:spPr>
          <a:xfrm>
            <a:off x="571500" y="5885279"/>
            <a:ext cx="2007571" cy="219001"/>
          </a:xfrm>
          <a:prstGeom prst="rect">
            <a:avLst/>
          </a:prstGeom>
          <a:noFill/>
          <a:ln>
            <a:noFill/>
          </a:ln>
        </p:spPr>
        <p:txBody>
          <a:bodyPr wrap="none" lIns="0" rIns="0" tIns="0" bIns="0" anchor="t"/>
          <a:lstStyle/>
          <a:p>
            <a:pPr marL="0" indent="0"/>
            <a:r>
              <a:rPr lang="en-US" sz="1275" b="0" i="0" dirty="0">
                <a:solidFill>
                  <a:srgbClr val="485D6B"/>
                </a:solidFill>
                <a:latin typeface="Arial"/>
              </a:rPr>
              <a:t>not final evaluation returns.</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22534" y="6539797"/>
            <a:ext cx="461407" cy="187077"/>
          </a:xfrm>
          <a:prstGeom prst="rect">
            <a:avLst/>
          </a:prstGeom>
          <a:noFill/>
          <a:ln>
            <a:noFill/>
          </a:ln>
        </p:spPr>
        <p:txBody>
          <a:bodyPr wrap="none" lIns="0" rIns="0" tIns="0" bIns="0" anchor="t"/>
          <a:lstStyle/>
          <a:p>
            <a:pPr marL="0" indent="0"/>
            <a:r>
              <a:rPr lang="en-US" sz="1050" b="0" i="0" dirty="0">
                <a:solidFill>
                  <a:srgbClr val="627885"/>
                </a:solidFill>
                <a:latin typeface="Arial"/>
              </a:rPr>
              <a:t>11 / 24</a:t>
            </a:r>
            <a:endParaRPr lang="en-US" sz="1050"/>
          </a:p>
        </p:txBody>
      </p:sp>
      <p:graphicFrame>
        <p:nvGraphicFramePr>
          <p:cNvPr id="7" name="Screening: fold returns and four-fold means"/>
          <p:cNvGraphicFramePr/>
          <p:nvPr/>
        </p:nvGraphicFramePr>
        <p:xfrm>
          <a:off x="571500" y="1079500"/>
          <a:ext cx="11049000" cy="4445000"/>
        </p:xfrm>
        <a:graphic>
          <a:graphicData uri="http://schemas.openxmlformats.org/drawingml/2006/chart">
            <c:chart r:id="rId3"/>
          </a:graphicData>
        </a:graphic>
      </p:graphicFrame>
    </p:spTree>
  </p:cSld>
  <p:clrMapOvr>
    <a:masterClrMapping/>
  </p:clrMapOvr>
</p:sld>
</file>

<file path=ppt/slides/slide12.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Confirmation reduced confidence in the initial gains</a:t>
            </a:r>
            <a:endParaRPr lang="en-US" sz="2775"/>
          </a:p>
        </p:txBody>
      </p:sp>
      <p:sp>
        <p:nvSpPr>
          <p:cNvPr id="3" name="Text"/>
          <p:cNvSpPr txBox="1"/>
          <p:nvPr/>
        </p:nvSpPr>
        <p:spPr>
          <a:xfrm>
            <a:off x="571500" y="5666204"/>
            <a:ext cx="10927384" cy="219001"/>
          </a:xfrm>
          <a:prstGeom prst="rect">
            <a:avLst/>
          </a:prstGeom>
          <a:noFill/>
          <a:ln>
            <a:noFill/>
          </a:ln>
        </p:spPr>
        <p:txBody>
          <a:bodyPr wrap="none" lIns="0" rIns="0" tIns="0" bIns="0" anchor="t"/>
          <a:lstStyle/>
          <a:p>
            <a:pPr marL="0" indent="0"/>
            <a:r>
              <a:rPr lang="en-US" sz="1275" b="0" i="0" dirty="0">
                <a:solidFill>
                  <a:srgbClr val="485D6B"/>
                </a:solidFill>
                <a:latin typeface="Arial"/>
              </a:rPr>
              <a:t>Confirmation refits each candidate from scratch using 49,152 transitions and seeds 23, 42 and 71. Both seed coverage and training budget changed, so</a:t>
            </a:r>
            <a:endParaRPr lang="en-US" sz="1275"/>
          </a:p>
        </p:txBody>
      </p:sp>
      <p:sp>
        <p:nvSpPr>
          <p:cNvPr id="4" name="Text"/>
          <p:cNvSpPr txBox="1"/>
          <p:nvPr/>
        </p:nvSpPr>
        <p:spPr>
          <a:xfrm>
            <a:off x="571500" y="5885279"/>
            <a:ext cx="4155939" cy="219001"/>
          </a:xfrm>
          <a:prstGeom prst="rect">
            <a:avLst/>
          </a:prstGeom>
          <a:noFill/>
          <a:ln>
            <a:noFill/>
          </a:ln>
        </p:spPr>
        <p:txBody>
          <a:bodyPr wrap="none" lIns="0" rIns="0" tIns="0" bIns="0" anchor="t"/>
          <a:lstStyle/>
          <a:p>
            <a:pPr marL="0" indent="0"/>
            <a:r>
              <a:rPr lang="en-US" sz="1275" b="0" i="0" dirty="0">
                <a:solidFill>
                  <a:srgbClr val="485D6B"/>
                </a:solidFill>
                <a:latin typeface="Arial"/>
              </a:rPr>
              <a:t>the shift is not a controlled estimate of either effect alone.</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12 / 24</a:t>
            </a:r>
            <a:endParaRPr lang="en-US" sz="1050"/>
          </a:p>
        </p:txBody>
      </p:sp>
      <p:graphicFrame>
        <p:nvGraphicFramePr>
          <p:cNvPr id="7" name="Mean individual-agent validation return"/>
          <p:cNvGraphicFramePr/>
          <p:nvPr/>
        </p:nvGraphicFramePr>
        <p:xfrm>
          <a:off x="571500" y="1079500"/>
          <a:ext cx="11049000" cy="4445000"/>
        </p:xfrm>
        <a:graphic>
          <a:graphicData uri="http://schemas.openxmlformats.org/drawingml/2006/chart">
            <c:chart r:id="rId3"/>
          </a:graphicData>
        </a:graphic>
      </p:graphicFrame>
    </p:spTree>
  </p:cSld>
  <p:clrMapOvr>
    <a:masterClrMapping/>
  </p:clrMapOvr>
</p:sld>
</file>

<file path=ppt/slides/slide13.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Mean probability and unanimous vote</a:t>
            </a:r>
            <a:endParaRPr lang="en-US" sz="2775"/>
          </a:p>
        </p:txBody>
      </p:sp>
      <p:sp>
        <p:nvSpPr>
          <p:cNvPr id="3" name="Text"/>
          <p:cNvSpPr txBox="1"/>
          <p:nvPr/>
        </p:nvSpPr>
        <p:spPr>
          <a:xfrm>
            <a:off x="571500" y="1217526"/>
            <a:ext cx="3336310" cy="325413"/>
          </a:xfrm>
          <a:prstGeom prst="rect">
            <a:avLst/>
          </a:prstGeom>
          <a:noFill/>
          <a:ln>
            <a:noFill/>
          </a:ln>
        </p:spPr>
        <p:txBody>
          <a:bodyPr wrap="none" lIns="0" rIns="0" tIns="0" bIns="0" anchor="t"/>
          <a:lstStyle/>
          <a:p>
            <a:pPr marL="0" indent="0"/>
            <a:r>
              <a:rPr lang="en-US" sz="2025" b="1" i="0" dirty="0">
                <a:solidFill>
                  <a:srgbClr val="2166AC"/>
                </a:solidFill>
                <a:latin typeface="Arial"/>
              </a:rPr>
              <a:t>Baseline: mean probability</a:t>
            </a:r>
            <a:endParaRPr lang="en-US" sz="2025"/>
          </a:p>
        </p:txBody>
      </p:sp>
      <p:sp>
        <p:nvSpPr>
          <p:cNvPr id="4" name="Text"/>
          <p:cNvSpPr txBox="1"/>
          <p:nvPr/>
        </p:nvSpPr>
        <p:spPr>
          <a:xfrm>
            <a:off x="571500" y="1739597"/>
            <a:ext cx="4713896" cy="304130"/>
          </a:xfrm>
          <a:prstGeom prst="rect">
            <a:avLst/>
          </a:prstGeom>
          <a:noFill/>
          <a:ln>
            <a:noFill/>
          </a:ln>
        </p:spPr>
        <p:txBody>
          <a:bodyPr wrap="none" lIns="0" rIns="0" tIns="0" bIns="0" anchor="t"/>
          <a:lstStyle/>
          <a:p>
            <a:pPr marL="0" indent="0"/>
            <a:r>
              <a:rPr lang="en-US" sz="1875" b="0" i="0" dirty="0">
                <a:solidFill>
                  <a:srgbClr val="142735"/>
                </a:solidFill>
                <a:latin typeface="Arial"/>
              </a:rPr>
              <a:t>Average each action’s probability across the</a:t>
            </a:r>
            <a:endParaRPr lang="en-US" sz="1875"/>
          </a:p>
        </p:txBody>
      </p:sp>
      <p:sp>
        <p:nvSpPr>
          <p:cNvPr id="5" name="Text"/>
          <p:cNvSpPr txBox="1"/>
          <p:nvPr/>
        </p:nvSpPr>
        <p:spPr>
          <a:xfrm>
            <a:off x="571500" y="2082497"/>
            <a:ext cx="1691322" cy="304130"/>
          </a:xfrm>
          <a:prstGeom prst="rect">
            <a:avLst/>
          </a:prstGeom>
          <a:noFill/>
          <a:ln>
            <a:noFill/>
          </a:ln>
        </p:spPr>
        <p:txBody>
          <a:bodyPr wrap="none" lIns="0" rIns="0" tIns="0" bIns="0" anchor="t"/>
          <a:lstStyle/>
          <a:p>
            <a:pPr marL="0" indent="0"/>
            <a:r>
              <a:rPr lang="en-US" sz="1875" b="0" i="0" dirty="0">
                <a:solidFill>
                  <a:srgbClr val="142735"/>
                </a:solidFill>
                <a:latin typeface="Arial"/>
              </a:rPr>
              <a:t>three networks.</a:t>
            </a:r>
            <a:endParaRPr lang="en-US" sz="1875"/>
          </a:p>
        </p:txBody>
      </p:sp>
      <p:sp>
        <p:nvSpPr>
          <p:cNvPr id="6" name="Text"/>
          <p:cNvSpPr txBox="1"/>
          <p:nvPr/>
        </p:nvSpPr>
        <p:spPr>
          <a:xfrm>
            <a:off x="571500" y="2568272"/>
            <a:ext cx="4643120" cy="304130"/>
          </a:xfrm>
          <a:prstGeom prst="rect">
            <a:avLst/>
          </a:prstGeom>
          <a:noFill/>
          <a:ln>
            <a:noFill/>
          </a:ln>
        </p:spPr>
        <p:txBody>
          <a:bodyPr wrap="none" lIns="0" rIns="0" tIns="0" bIns="0" anchor="t"/>
          <a:lstStyle/>
          <a:p>
            <a:pPr marL="0" indent="0"/>
            <a:r>
              <a:rPr lang="en-US" sz="1875" b="0" i="0" dirty="0">
                <a:solidFill>
                  <a:srgbClr val="142735"/>
                </a:solidFill>
                <a:latin typeface="Arial"/>
              </a:rPr>
              <a:t>Choose the action with the largest average.</a:t>
            </a:r>
            <a:endParaRPr lang="en-US" sz="1875"/>
          </a:p>
        </p:txBody>
      </p:sp>
      <p:sp>
        <p:nvSpPr>
          <p:cNvPr id="7" name="Text"/>
          <p:cNvSpPr txBox="1"/>
          <p:nvPr/>
        </p:nvSpPr>
        <p:spPr>
          <a:xfrm>
            <a:off x="571500" y="3162356"/>
            <a:ext cx="3303163" cy="456091"/>
          </a:xfrm>
          <a:prstGeom prst="rect">
            <a:avLst/>
          </a:prstGeom>
          <a:noFill/>
          <a:ln>
            <a:noFill/>
          </a:ln>
        </p:spPr>
        <p:txBody>
          <a:bodyPr wrap="none" lIns="0" rIns="0" tIns="0" bIns="0" anchor="t"/>
          <a:lstStyle/>
          <a:p>
            <a:pPr marL="0" indent="0"/>
            <a:r>
              <a:rPr lang="en-US" sz="2475" b="0" i="0" dirty="0">
                <a:solidFill>
                  <a:srgbClr val="142735"/>
                </a:solidFill>
                <a:latin typeface="Arial"/>
              </a:rPr>
              <a:t>argmax</a:t>
            </a:r>
            <a:r>
              <a:rPr lang="en-US" sz="2062" b="0" i="0" dirty="0">
                <a:solidFill>
                  <a:srgbClr val="142735"/>
                </a:solidFill>
                <a:latin typeface="Arial"/>
              </a:rPr>
              <a:t>a</a:t>
            </a:r>
            <a:r>
              <a:rPr lang="en-US" sz="2475" b="0" i="0" dirty="0">
                <a:solidFill>
                  <a:srgbClr val="142735"/>
                </a:solidFill>
                <a:latin typeface="Arial"/>
              </a:rPr>
              <a:t> mean</a:t>
            </a:r>
            <a:r>
              <a:rPr lang="en-US" sz="2062" b="0" i="0" dirty="0">
                <a:solidFill>
                  <a:srgbClr val="142735"/>
                </a:solidFill>
                <a:latin typeface="Arial"/>
              </a:rPr>
              <a:t>i</a:t>
            </a:r>
            <a:r>
              <a:rPr lang="en-US" sz="2475" b="0" i="0" dirty="0">
                <a:solidFill>
                  <a:srgbClr val="142735"/>
                </a:solidFill>
                <a:latin typeface="Arial"/>
              </a:rPr>
              <a:t> π</a:t>
            </a:r>
            <a:r>
              <a:rPr lang="en-US" sz="2062" b="0" i="0" dirty="0">
                <a:solidFill>
                  <a:srgbClr val="142735"/>
                </a:solidFill>
                <a:latin typeface="Arial"/>
              </a:rPr>
              <a:t>i</a:t>
            </a:r>
            <a:r>
              <a:rPr lang="en-US" sz="2475" b="0" i="0" dirty="0">
                <a:solidFill>
                  <a:srgbClr val="142735"/>
                </a:solidFill>
                <a:latin typeface="Arial"/>
              </a:rPr>
              <a:t>(a | s)</a:t>
            </a:r>
            <a:endParaRPr lang="en-US" sz="2475"/>
          </a:p>
        </p:txBody>
      </p:sp>
      <p:sp>
        <p:nvSpPr>
          <p:cNvPr id="8" name="Text"/>
          <p:cNvSpPr txBox="1"/>
          <p:nvPr/>
        </p:nvSpPr>
        <p:spPr>
          <a:xfrm>
            <a:off x="6400800" y="1217526"/>
            <a:ext cx="3250414" cy="325413"/>
          </a:xfrm>
          <a:prstGeom prst="rect">
            <a:avLst/>
          </a:prstGeom>
          <a:noFill/>
          <a:ln>
            <a:noFill/>
          </a:ln>
        </p:spPr>
        <p:txBody>
          <a:bodyPr wrap="none" lIns="0" rIns="0" tIns="0" bIns="0" anchor="t"/>
          <a:lstStyle/>
          <a:p>
            <a:pPr marL="0" indent="0"/>
            <a:r>
              <a:rPr lang="en-US" sz="2025" b="1" i="0" dirty="0">
                <a:solidFill>
                  <a:srgbClr val="2166AC"/>
                </a:solidFill>
                <a:latin typeface="Arial"/>
              </a:rPr>
              <a:t>Selected: unanimous vote</a:t>
            </a:r>
            <a:endParaRPr lang="en-US" sz="2025"/>
          </a:p>
        </p:txBody>
      </p:sp>
      <p:sp>
        <p:nvSpPr>
          <p:cNvPr id="9" name="Text"/>
          <p:cNvSpPr txBox="1"/>
          <p:nvPr/>
        </p:nvSpPr>
        <p:spPr>
          <a:xfrm>
            <a:off x="6400800" y="1739597"/>
            <a:ext cx="4122104" cy="304130"/>
          </a:xfrm>
          <a:prstGeom prst="rect">
            <a:avLst/>
          </a:prstGeom>
          <a:noFill/>
          <a:ln>
            <a:noFill/>
          </a:ln>
        </p:spPr>
        <p:txBody>
          <a:bodyPr wrap="none" lIns="0" rIns="0" tIns="0" bIns="0" anchor="t"/>
          <a:lstStyle/>
          <a:p>
            <a:pPr marL="0" indent="0"/>
            <a:r>
              <a:rPr lang="en-US" sz="1875" b="0" i="0" dirty="0">
                <a:solidFill>
                  <a:srgbClr val="142735"/>
                </a:solidFill>
                <a:latin typeface="Arial"/>
              </a:rPr>
              <a:t>Find each network’s most likely action.</a:t>
            </a:r>
            <a:endParaRPr lang="en-US" sz="1875"/>
          </a:p>
        </p:txBody>
      </p:sp>
      <p:sp>
        <p:nvSpPr>
          <p:cNvPr id="10" name="Text"/>
          <p:cNvSpPr txBox="1"/>
          <p:nvPr/>
        </p:nvSpPr>
        <p:spPr>
          <a:xfrm>
            <a:off x="6400800" y="2215847"/>
            <a:ext cx="5158903" cy="304130"/>
          </a:xfrm>
          <a:prstGeom prst="rect">
            <a:avLst/>
          </a:prstGeom>
          <a:noFill/>
          <a:ln>
            <a:noFill/>
          </a:ln>
        </p:spPr>
        <p:txBody>
          <a:bodyPr wrap="none" lIns="0" rIns="0" tIns="0" bIns="0" anchor="t"/>
          <a:lstStyle/>
          <a:p>
            <a:pPr marL="0" indent="0"/>
            <a:r>
              <a:rPr lang="en-US" sz="1875" b="0" i="0" dirty="0">
                <a:solidFill>
                  <a:srgbClr val="142735"/>
                </a:solidFill>
                <a:latin typeface="Arial"/>
              </a:rPr>
              <a:t>Execute only if all three agree exactly; otherwise</a:t>
            </a:r>
            <a:endParaRPr lang="en-US" sz="1875"/>
          </a:p>
        </p:txBody>
      </p:sp>
      <p:sp>
        <p:nvSpPr>
          <p:cNvPr id="11" name="Text"/>
          <p:cNvSpPr txBox="1"/>
          <p:nvPr/>
        </p:nvSpPr>
        <p:spPr>
          <a:xfrm>
            <a:off x="6400800" y="2568272"/>
            <a:ext cx="1466535" cy="304130"/>
          </a:xfrm>
          <a:prstGeom prst="rect">
            <a:avLst/>
          </a:prstGeom>
          <a:noFill/>
          <a:ln>
            <a:noFill/>
          </a:ln>
        </p:spPr>
        <p:txBody>
          <a:bodyPr wrap="none" lIns="0" rIns="0" tIns="0" bIns="0" anchor="t"/>
          <a:lstStyle/>
          <a:p>
            <a:pPr marL="0" indent="0"/>
            <a:r>
              <a:rPr lang="en-US" sz="1875" b="0" i="0" dirty="0">
                <a:solidFill>
                  <a:srgbClr val="142735"/>
                </a:solidFill>
                <a:latin typeface="Arial"/>
              </a:rPr>
              <a:t>choose cash.</a:t>
            </a:r>
            <a:endParaRPr lang="en-US" sz="1875"/>
          </a:p>
        </p:txBody>
      </p:sp>
      <p:sp>
        <p:nvSpPr>
          <p:cNvPr id="12" name="Text"/>
          <p:cNvSpPr txBox="1"/>
          <p:nvPr/>
        </p:nvSpPr>
        <p:spPr>
          <a:xfrm>
            <a:off x="6400800" y="3162356"/>
            <a:ext cx="4704317" cy="395246"/>
          </a:xfrm>
          <a:prstGeom prst="rect">
            <a:avLst/>
          </a:prstGeom>
          <a:noFill/>
          <a:ln>
            <a:noFill/>
          </a:ln>
        </p:spPr>
        <p:txBody>
          <a:bodyPr wrap="none" lIns="0" rIns="0" tIns="0" bIns="0" anchor="t"/>
          <a:lstStyle/>
          <a:p>
            <a:pPr marL="0" indent="0"/>
            <a:r>
              <a:rPr lang="en-US" sz="2475" b="0" i="0" dirty="0">
                <a:solidFill>
                  <a:srgbClr val="142735"/>
                </a:solidFill>
                <a:latin typeface="Arial"/>
              </a:rPr>
              <a:t>All votes equal </a:t>
            </a:r>
            <a:r>
              <a:rPr lang="en-US" sz="2475" b="0" i="0" dirty="0">
                <a:solidFill>
                  <a:srgbClr val="142735"/>
                </a:solidFill>
                <a:latin typeface="Times New Roman"/>
              </a:rPr>
              <a:t>→</a:t>
            </a:r>
            <a:r>
              <a:rPr lang="en-US" sz="2475" b="0" i="0" dirty="0">
                <a:solidFill>
                  <a:srgbClr val="142735"/>
                </a:solidFill>
                <a:latin typeface="Arial"/>
              </a:rPr>
              <a:t> common action</a:t>
            </a:r>
            <a:endParaRPr lang="en-US" sz="2475"/>
          </a:p>
        </p:txBody>
      </p:sp>
      <p:sp>
        <p:nvSpPr>
          <p:cNvPr id="13" name="Text"/>
          <p:cNvSpPr txBox="1"/>
          <p:nvPr/>
        </p:nvSpPr>
        <p:spPr>
          <a:xfrm>
            <a:off x="6400800" y="3619556"/>
            <a:ext cx="3086764" cy="395246"/>
          </a:xfrm>
          <a:prstGeom prst="rect">
            <a:avLst/>
          </a:prstGeom>
          <a:noFill/>
          <a:ln>
            <a:noFill/>
          </a:ln>
        </p:spPr>
        <p:txBody>
          <a:bodyPr wrap="none" lIns="0" rIns="0" tIns="0" bIns="0" anchor="t"/>
          <a:lstStyle/>
          <a:p>
            <a:pPr marL="0" indent="0"/>
            <a:r>
              <a:rPr lang="en-US" sz="2475" b="0" i="0" dirty="0">
                <a:solidFill>
                  <a:srgbClr val="142735"/>
                </a:solidFill>
                <a:latin typeface="Arial"/>
              </a:rPr>
              <a:t>Disagreement </a:t>
            </a:r>
            <a:r>
              <a:rPr lang="en-US" sz="2475" b="0" i="0" dirty="0">
                <a:solidFill>
                  <a:srgbClr val="142735"/>
                </a:solidFill>
                <a:latin typeface="Times New Roman"/>
              </a:rPr>
              <a:t>→</a:t>
            </a:r>
            <a:r>
              <a:rPr lang="en-US" sz="2475" b="0" i="0" dirty="0">
                <a:solidFill>
                  <a:srgbClr val="142735"/>
                </a:solidFill>
                <a:latin typeface="Arial"/>
              </a:rPr>
              <a:t> cash</a:t>
            </a:r>
            <a:endParaRPr lang="en-US" sz="2475"/>
          </a:p>
        </p:txBody>
      </p:sp>
      <p:sp>
        <p:nvSpPr>
          <p:cNvPr id="14" name="Text"/>
          <p:cNvSpPr txBox="1"/>
          <p:nvPr/>
        </p:nvSpPr>
        <p:spPr>
          <a:xfrm>
            <a:off x="571500" y="4748594"/>
            <a:ext cx="6543395" cy="293489"/>
          </a:xfrm>
          <a:prstGeom prst="rect">
            <a:avLst/>
          </a:prstGeom>
          <a:noFill/>
          <a:ln>
            <a:noFill/>
          </a:ln>
        </p:spPr>
        <p:txBody>
          <a:bodyPr wrap="none" lIns="0" rIns="0" tIns="0" bIns="0" anchor="t"/>
          <a:lstStyle/>
          <a:p>
            <a:pPr marL="0" indent="0"/>
            <a:r>
              <a:rPr lang="en-US" sz="1800" b="0" i="0" dirty="0">
                <a:solidFill>
                  <a:srgbClr val="485D6B"/>
                </a:solidFill>
                <a:latin typeface="Arial"/>
              </a:rPr>
              <a:t>Both final policies use the same three baseline network weights.</a:t>
            </a:r>
            <a:endParaRPr lang="en-US" sz="1800"/>
          </a:p>
        </p:txBody>
      </p:sp>
      <p:sp>
        <p:nvSpPr>
          <p:cNvPr id="1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1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13 / 24</a:t>
            </a:r>
            <a:endParaRPr lang="en-US" sz="1050"/>
          </a:p>
        </p:txBody>
      </p:sp>
      <p:sp>
        <p:nvSpPr>
          <p:cNvPr id="17" name="Rule"/>
          <p:cNvSpPr txBox="0"/>
          <p:nvPr/>
        </p:nvSpPr>
        <p:spPr>
          <a:xfrm>
            <a:off x="571500" y="4514850"/>
            <a:ext cx="11049000" cy="19050"/>
          </a:xfrm>
          <a:prstGeom prst="rect">
            <a:avLst/>
          </a:prstGeom>
          <a:solidFill>
            <a:srgbClr val="C9D5DE"/>
          </a:solidFill>
          <a:ln>
            <a:noFill/>
          </a:ln>
        </p:spPr>
      </p:sp>
    </p:spTree>
  </p:cSld>
  <p:clrMapOvr>
    <a:masterClrMapping/>
  </p:clrMapOvr>
</p:sld>
</file>

<file path=ppt/slides/slide14.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The validation score selected abstention</a:t>
            </a:r>
            <a:endParaRPr lang="en-US" sz="2775"/>
          </a:p>
        </p:txBody>
      </p:sp>
      <p:sp>
        <p:nvSpPr>
          <p:cNvPr id="3" name="Text"/>
          <p:cNvSpPr txBox="1"/>
          <p:nvPr/>
        </p:nvSpPr>
        <p:spPr>
          <a:xfrm>
            <a:off x="571500" y="5666204"/>
            <a:ext cx="11030041" cy="219001"/>
          </a:xfrm>
          <a:prstGeom prst="rect">
            <a:avLst/>
          </a:prstGeom>
          <a:noFill/>
          <a:ln>
            <a:noFill/>
          </a:ln>
        </p:spPr>
        <p:txBody>
          <a:bodyPr wrap="none" lIns="0" rIns="0" tIns="0" bIns="0" anchor="t"/>
          <a:lstStyle/>
          <a:p>
            <a:pPr marL="0" indent="0"/>
            <a:r>
              <a:rPr lang="en-US" sz="1275" b="0" i="0" dirty="0">
                <a:solidFill>
                  <a:srgbClr val="485D6B"/>
                </a:solidFill>
                <a:latin typeface="Arial"/>
              </a:rPr>
              <a:t>Score = mean(log return) − 0.25 × mean(drawdown magnitude) − 0.10 × sample standard deviation(log return). Scores use four ensemble backtests, one</a:t>
            </a:r>
            <a:endParaRPr lang="en-US" sz="1275"/>
          </a:p>
        </p:txBody>
      </p:sp>
      <p:sp>
        <p:nvSpPr>
          <p:cNvPr id="4" name="Text"/>
          <p:cNvSpPr txBox="1"/>
          <p:nvPr/>
        </p:nvSpPr>
        <p:spPr>
          <a:xfrm>
            <a:off x="571500" y="5885279"/>
            <a:ext cx="6246447" cy="219001"/>
          </a:xfrm>
          <a:prstGeom prst="rect">
            <a:avLst/>
          </a:prstGeom>
          <a:noFill/>
          <a:ln>
            <a:noFill/>
          </a:ln>
        </p:spPr>
        <p:txBody>
          <a:bodyPr wrap="none" lIns="0" rIns="0" tIns="0" bIns="0" anchor="t"/>
          <a:lstStyle/>
          <a:p>
            <a:pPr marL="0" indent="0"/>
            <a:r>
              <a:rPr lang="en-US" sz="1275" b="0" i="0" dirty="0">
                <a:solidFill>
                  <a:srgbClr val="485D6B"/>
                </a:solidFill>
                <a:latin typeface="Arial"/>
              </a:rPr>
              <a:t>per fold. Cash is shown for context but was excluded from selectable PPO candidates.</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14 / 24</a:t>
            </a:r>
            <a:endParaRPr lang="en-US" sz="1050"/>
          </a:p>
        </p:txBody>
      </p:sp>
      <p:graphicFrame>
        <p:nvGraphicFramePr>
          <p:cNvPr id="7" name="Validation selection score (higher is better)"/>
          <p:cNvGraphicFramePr/>
          <p:nvPr/>
        </p:nvGraphicFramePr>
        <p:xfrm>
          <a:off x="571500" y="1079500"/>
          <a:ext cx="11049000" cy="4445000"/>
        </p:xfrm>
        <a:graphic>
          <a:graphicData uri="http://schemas.openxmlformats.org/drawingml/2006/chart">
            <c:chart r:id="rId3"/>
          </a:graphicData>
        </a:graphic>
      </p:graphicFrame>
    </p:spTree>
  </p:cSld>
  <p:clrMapOvr>
    <a:masterClrMapping/>
  </p:clrMapOvr>
</p:sld>
</file>

<file path=ppt/slides/slide15.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Validation and evaluation had different market patterns</a:t>
            </a:r>
            <a:endParaRPr lang="en-US" sz="2775"/>
          </a:p>
        </p:txBody>
      </p:sp>
      <p:sp>
        <p:nvSpPr>
          <p:cNvPr id="3" name="Text"/>
          <p:cNvSpPr txBox="1"/>
          <p:nvPr/>
        </p:nvSpPr>
        <p:spPr>
          <a:xfrm>
            <a:off x="571500" y="5666204"/>
            <a:ext cx="10782129" cy="219001"/>
          </a:xfrm>
          <a:prstGeom prst="rect">
            <a:avLst/>
          </a:prstGeom>
          <a:noFill/>
          <a:ln>
            <a:noFill/>
          </a:ln>
        </p:spPr>
        <p:txBody>
          <a:bodyPr wrap="none" lIns="0" rIns="0" tIns="0" bIns="0" anchor="t"/>
          <a:lstStyle/>
          <a:p>
            <a:pPr marL="0" indent="0"/>
            <a:r>
              <a:rPr lang="en-US" sz="1275" b="0" i="0" dirty="0">
                <a:solidFill>
                  <a:srgbClr val="485D6B"/>
                </a:solidFill>
                <a:latin typeface="Arial"/>
              </a:rPr>
              <a:t>All dates are in 2026 UTC, end exclusive. Each fold has 720 observations and 719 transitions. The selected policy’s fold returns were 0.00%, +0.48%,</a:t>
            </a:r>
            <a:endParaRPr lang="en-US" sz="1275"/>
          </a:p>
        </p:txBody>
      </p:sp>
      <p:sp>
        <p:nvSpPr>
          <p:cNvPr id="4" name="Text"/>
          <p:cNvSpPr txBox="1"/>
          <p:nvPr/>
        </p:nvSpPr>
        <p:spPr>
          <a:xfrm>
            <a:off x="571500" y="5885279"/>
            <a:ext cx="1575879" cy="219001"/>
          </a:xfrm>
          <a:prstGeom prst="rect">
            <a:avLst/>
          </a:prstGeom>
          <a:noFill/>
          <a:ln>
            <a:noFill/>
          </a:ln>
        </p:spPr>
        <p:txBody>
          <a:bodyPr wrap="none" lIns="0" rIns="0" tIns="0" bIns="0" anchor="t"/>
          <a:lstStyle/>
          <a:p>
            <a:pPr marL="0" indent="0"/>
            <a:r>
              <a:rPr lang="en-US" sz="1275" b="0" i="0" dirty="0">
                <a:solidFill>
                  <a:srgbClr val="485D6B"/>
                </a:solidFill>
                <a:latin typeface="Arial"/>
              </a:rPr>
              <a:t>−0.24% and −0.09%.</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15 / 24</a:t>
            </a:r>
            <a:endParaRPr lang="en-US" sz="1050"/>
          </a:p>
        </p:txBody>
      </p:sp>
      <p:graphicFrame>
        <p:nvGraphicFramePr>
          <p:cNvPr id="7" name="Portfolio return by validation fold"/>
          <p:cNvGraphicFramePr/>
          <p:nvPr/>
        </p:nvGraphicFramePr>
        <p:xfrm>
          <a:off x="571500" y="1079500"/>
          <a:ext cx="11049000" cy="4445000"/>
        </p:xfrm>
        <a:graphic>
          <a:graphicData uri="http://schemas.openxmlformats.org/drawingml/2006/chart">
            <c:chart r:id="rId3"/>
          </a:graphicData>
        </a:graphic>
      </p:graphicFrame>
    </p:spTree>
  </p:cSld>
  <p:clrMapOvr>
    <a:masterClrMapping/>
  </p:clrMapOvr>
</p:sld>
</file>

<file path=ppt/slides/slide16.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Baseline beat selected PPO during evaluation</a:t>
            </a:r>
            <a:endParaRPr lang="en-US" sz="2775"/>
          </a:p>
        </p:txBody>
      </p:sp>
      <p:sp>
        <p:nvSpPr>
          <p:cNvPr id="3" name="Text"/>
          <p:cNvSpPr txBox="1"/>
          <p:nvPr/>
        </p:nvSpPr>
        <p:spPr>
          <a:xfrm>
            <a:off x="571500" y="5666204"/>
            <a:ext cx="10728987" cy="219001"/>
          </a:xfrm>
          <a:prstGeom prst="rect">
            <a:avLst/>
          </a:prstGeom>
          <a:noFill/>
          <a:ln>
            <a:noFill/>
          </a:ln>
        </p:spPr>
        <p:txBody>
          <a:bodyPr wrap="none" lIns="0" rIns="0" tIns="0" bIns="0" anchor="t"/>
          <a:lstStyle/>
          <a:p>
            <a:pPr marL="0" indent="0"/>
            <a:r>
              <a:rPr lang="en-US" sz="1275" b="0" i="0" dirty="0">
                <a:solidFill>
                  <a:srgbClr val="485D6B"/>
                </a:solidFill>
                <a:latin typeface="Arial"/>
              </a:rPr>
              <a:t>Evaluation candle labels: 17 Aug 2026 00:00 through 16 Sep 2026 23:00 UTC. Returns use first-to-last included close, with simulator fees. Borrowing</a:t>
            </a:r>
            <a:endParaRPr lang="en-US" sz="1275"/>
          </a:p>
        </p:txBody>
      </p:sp>
      <p:sp>
        <p:nvSpPr>
          <p:cNvPr id="4" name="Text"/>
          <p:cNvSpPr txBox="1"/>
          <p:nvPr/>
        </p:nvSpPr>
        <p:spPr>
          <a:xfrm>
            <a:off x="571500" y="5885279"/>
            <a:ext cx="4986506" cy="219001"/>
          </a:xfrm>
          <a:prstGeom prst="rect">
            <a:avLst/>
          </a:prstGeom>
          <a:noFill/>
          <a:ln>
            <a:noFill/>
          </a:ln>
        </p:spPr>
        <p:txBody>
          <a:bodyPr wrap="none" lIns="0" rIns="0" tIns="0" bIns="0" anchor="t"/>
          <a:lstStyle/>
          <a:p>
            <a:pPr marL="0" indent="0"/>
            <a:r>
              <a:rPr lang="en-US" sz="1275" b="0" i="0" dirty="0">
                <a:solidFill>
                  <a:srgbClr val="485D6B"/>
                </a:solidFill>
                <a:latin typeface="Arial"/>
              </a:rPr>
              <a:t>accounting has a verified limitation; slippage and spread are omitted.</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16 / 24</a:t>
            </a:r>
            <a:endParaRPr lang="en-US" sz="1050"/>
          </a:p>
        </p:txBody>
      </p:sp>
      <p:graphicFrame>
        <p:nvGraphicFramePr>
          <p:cNvPr id="7" name="Evaluation net return"/>
          <p:cNvGraphicFramePr/>
          <p:nvPr/>
        </p:nvGraphicFramePr>
        <p:xfrm>
          <a:off x="571500" y="1079500"/>
          <a:ext cx="5397500" cy="4445000"/>
        </p:xfrm>
        <a:graphic>
          <a:graphicData uri="http://schemas.openxmlformats.org/drawingml/2006/chart">
            <c:chart r:id="rId3"/>
          </a:graphicData>
        </a:graphic>
      </p:graphicFrame>
      <p:graphicFrame>
        <p:nvGraphicFramePr>
          <p:cNvPr id="8" name="Maximum drawdown magnitude"/>
          <p:cNvGraphicFramePr/>
          <p:nvPr/>
        </p:nvGraphicFramePr>
        <p:xfrm>
          <a:off x="6223000" y="1079500"/>
          <a:ext cx="5397500" cy="4445000"/>
        </p:xfrm>
        <a:graphic>
          <a:graphicData uri="http://schemas.openxmlformats.org/drawingml/2006/chart">
            <c:chart r:id="rId4"/>
          </a:graphicData>
        </a:graphic>
      </p:graphicFrame>
    </p:spTree>
  </p:cSld>
  <p:clrMapOvr>
    <a:masterClrMapping/>
  </p:clrMapOvr>
</p:sld>
</file>

<file path=ppt/slides/slide17.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Portfolio paths and drawdowns</a:t>
            </a:r>
            <a:endParaRPr lang="en-US" sz="2775"/>
          </a:p>
        </p:txBody>
      </p:sp>
      <p:sp>
        <p:nvSpPr>
          <p:cNvPr id="3" name="Text"/>
          <p:cNvSpPr txBox="1"/>
          <p:nvPr/>
        </p:nvSpPr>
        <p:spPr>
          <a:xfrm>
            <a:off x="571500" y="5666204"/>
            <a:ext cx="10582180" cy="219001"/>
          </a:xfrm>
          <a:prstGeom prst="rect">
            <a:avLst/>
          </a:prstGeom>
          <a:noFill/>
          <a:ln>
            <a:noFill/>
          </a:ln>
        </p:spPr>
        <p:txBody>
          <a:bodyPr wrap="none" lIns="0" rIns="0" tIns="0" bIns="0" anchor="t"/>
          <a:lstStyle/>
          <a:p>
            <a:pPr marL="0" indent="0"/>
            <a:r>
              <a:rPr lang="en-US" sz="1275" b="0" i="0" dirty="0">
                <a:solidFill>
                  <a:srgbClr val="485D6B"/>
                </a:solidFill>
                <a:latin typeface="Arial"/>
              </a:rPr>
              <a:t>All paths start at 1,000 USDT in cash. Selected PPO ends at 994.29; baseline at 1,144.43. Curves are recomputed from the live trained agents and</a:t>
            </a:r>
            <a:endParaRPr lang="en-US" sz="1275"/>
          </a:p>
        </p:txBody>
      </p:sp>
      <p:sp>
        <p:nvSpPr>
          <p:cNvPr id="4" name="Text"/>
          <p:cNvSpPr txBox="1"/>
          <p:nvPr/>
        </p:nvSpPr>
        <p:spPr>
          <a:xfrm>
            <a:off x="571500" y="5885279"/>
            <a:ext cx="3195291" cy="219001"/>
          </a:xfrm>
          <a:prstGeom prst="rect">
            <a:avLst/>
          </a:prstGeom>
          <a:noFill/>
          <a:ln>
            <a:noFill/>
          </a:ln>
        </p:spPr>
        <p:txBody>
          <a:bodyPr wrap="none" lIns="0" rIns="0" tIns="0" bIns="0" anchor="t"/>
          <a:lstStyle/>
          <a:p>
            <a:pPr marL="0" indent="0"/>
            <a:r>
              <a:rPr lang="en-US" sz="1275" b="0" i="0" dirty="0">
                <a:solidFill>
                  <a:srgbClr val="485D6B"/>
                </a:solidFill>
                <a:latin typeface="Arial"/>
              </a:rPr>
              <a:t>exactly match the stored experiment traces.</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17 / 24</a:t>
            </a:r>
            <a:endParaRPr lang="en-US" sz="1050"/>
          </a:p>
        </p:txBody>
      </p:sp>
      <p:graphicFrame>
        <p:nvGraphicFramePr>
          <p:cNvPr id="7" name="Cumulative return"/>
          <p:cNvGraphicFramePr/>
          <p:nvPr/>
        </p:nvGraphicFramePr>
        <p:xfrm>
          <a:off x="571500" y="1079500"/>
          <a:ext cx="11049000" cy="2679700"/>
        </p:xfrm>
        <a:graphic>
          <a:graphicData uri="http://schemas.openxmlformats.org/drawingml/2006/chart">
            <c:chart r:id="rId3"/>
          </a:graphicData>
        </a:graphic>
      </p:graphicFrame>
      <p:graphicFrame>
        <p:nvGraphicFramePr>
          <p:cNvPr id="8" name="Drawdown"/>
          <p:cNvGraphicFramePr/>
          <p:nvPr/>
        </p:nvGraphicFramePr>
        <p:xfrm>
          <a:off x="571500" y="3810000"/>
          <a:ext cx="11049000" cy="1841500"/>
        </p:xfrm>
        <a:graphic>
          <a:graphicData uri="http://schemas.openxmlformats.org/drawingml/2006/chart">
            <c:chart r:id="rId4"/>
          </a:graphicData>
        </a:graphic>
      </p:graphicFrame>
    </p:spTree>
  </p:cSld>
  <p:clrMapOvr>
    <a:masterClrMapping/>
  </p:clrMapOvr>
</p:sld>
</file>

<file path=ppt/slides/slide18.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Low drawdown came from almost no market exposure</a:t>
            </a:r>
            <a:endParaRPr lang="en-US" sz="2775"/>
          </a:p>
        </p:txBody>
      </p:sp>
      <p:sp>
        <p:nvSpPr>
          <p:cNvPr id="3" name="Text"/>
          <p:cNvSpPr txBox="1"/>
          <p:nvPr/>
        </p:nvSpPr>
        <p:spPr>
          <a:xfrm>
            <a:off x="571500" y="5666204"/>
            <a:ext cx="11018520" cy="219001"/>
          </a:xfrm>
          <a:prstGeom prst="rect">
            <a:avLst/>
          </a:prstGeom>
          <a:noFill/>
          <a:ln>
            <a:noFill/>
          </a:ln>
        </p:spPr>
        <p:txBody>
          <a:bodyPr wrap="none" lIns="0" rIns="0" tIns="0" bIns="0" anchor="t"/>
          <a:lstStyle/>
          <a:p>
            <a:pPr marL="0" indent="0"/>
            <a:r>
              <a:rPr lang="en-US" sz="1275" b="0" i="0" dirty="0">
                <a:solidFill>
                  <a:srgbClr val="485D6B"/>
                </a:solidFill>
                <a:latin typeface="Arial"/>
              </a:rPr>
              <a:t>Direct replay confirms all 742 cash decisions were caused by disagreement between the three models. They unanimously chose +1 only once, producing</a:t>
            </a:r>
            <a:endParaRPr lang="en-US" sz="1275"/>
          </a:p>
        </p:txBody>
      </p:sp>
      <p:sp>
        <p:nvSpPr>
          <p:cNvPr id="4" name="Text"/>
          <p:cNvSpPr txBox="1"/>
          <p:nvPr/>
        </p:nvSpPr>
        <p:spPr>
          <a:xfrm>
            <a:off x="571500" y="5885279"/>
            <a:ext cx="8269249" cy="219001"/>
          </a:xfrm>
          <a:prstGeom prst="rect">
            <a:avLst/>
          </a:prstGeom>
          <a:noFill/>
          <a:ln>
            <a:noFill/>
          </a:ln>
        </p:spPr>
        <p:txBody>
          <a:bodyPr wrap="none" lIns="0" rIns="0" tIns="0" bIns="0" anchor="t"/>
          <a:lstStyle/>
          <a:p>
            <a:pPr marL="0" indent="0"/>
            <a:r>
              <a:rPr lang="en-US" sz="1275" b="0" i="0" dirty="0">
                <a:solidFill>
                  <a:srgbClr val="485D6B"/>
                </a:solidFill>
                <a:latin typeface="Arial"/>
              </a:rPr>
              <a:t>one holding interval and two position changes (entry and exit). These are decision frequencies, not capital weights.</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18 / 24</a:t>
            </a:r>
            <a:endParaRPr lang="en-US" sz="1050"/>
          </a:p>
        </p:txBody>
      </p:sp>
      <p:graphicFrame>
        <p:nvGraphicFramePr>
          <p:cNvPr id="7" name="Share of 743 decisions at each requested position"/>
          <p:cNvGraphicFramePr/>
          <p:nvPr/>
        </p:nvGraphicFramePr>
        <p:xfrm>
          <a:off x="571500" y="1079500"/>
          <a:ext cx="11049000" cy="4445000"/>
        </p:xfrm>
        <a:graphic>
          <a:graphicData uri="http://schemas.openxmlformats.org/drawingml/2006/chart">
            <c:chart r:id="rId3"/>
          </a:graphicData>
        </a:graphic>
      </p:graphicFrame>
    </p:spTree>
  </p:cSld>
  <p:clrMapOvr>
    <a:masterClrMapping/>
  </p:clrMapOvr>
</p:sld>
</file>

<file path=ppt/slides/slide19.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Seed sensitivity remains material</a:t>
            </a:r>
            <a:endParaRPr lang="en-US" sz="2775"/>
          </a:p>
        </p:txBody>
      </p:sp>
      <p:sp>
        <p:nvSpPr>
          <p:cNvPr id="3" name="Text"/>
          <p:cNvSpPr txBox="1"/>
          <p:nvPr/>
        </p:nvSpPr>
        <p:spPr>
          <a:xfrm>
            <a:off x="571500" y="5666204"/>
            <a:ext cx="10950787" cy="219001"/>
          </a:xfrm>
          <a:prstGeom prst="rect">
            <a:avLst/>
          </a:prstGeom>
          <a:noFill/>
          <a:ln>
            <a:noFill/>
          </a:ln>
        </p:spPr>
        <p:txBody>
          <a:bodyPr wrap="none" lIns="0" rIns="0" tIns="0" bIns="0" anchor="t"/>
          <a:lstStyle/>
          <a:p>
            <a:pPr marL="0" indent="0"/>
            <a:r>
              <a:rPr lang="en-US" sz="1275" b="0" i="0" dirty="0">
                <a:solidFill>
                  <a:srgbClr val="485D6B"/>
                </a:solidFill>
                <a:latin typeface="Arial"/>
              </a:rPr>
              <a:t>These are the same three fitted networks used by both ensembles. The six notebook rows repeat these three members under two policy labels; they are</a:t>
            </a:r>
            <a:endParaRPr lang="en-US" sz="1275"/>
          </a:p>
        </p:txBody>
      </p:sp>
      <p:sp>
        <p:nvSpPr>
          <p:cNvPr id="4" name="Text"/>
          <p:cNvSpPr txBox="1"/>
          <p:nvPr/>
        </p:nvSpPr>
        <p:spPr>
          <a:xfrm>
            <a:off x="571500" y="5885279"/>
            <a:ext cx="6039716" cy="219001"/>
          </a:xfrm>
          <a:prstGeom prst="rect">
            <a:avLst/>
          </a:prstGeom>
          <a:noFill/>
          <a:ln>
            <a:noFill/>
          </a:ln>
        </p:spPr>
        <p:txBody>
          <a:bodyPr wrap="none" lIns="0" rIns="0" tIns="0" bIns="0" anchor="t"/>
          <a:lstStyle/>
          <a:p>
            <a:pPr marL="0" indent="0"/>
            <a:r>
              <a:rPr lang="en-US" sz="1275" b="0" i="0" dirty="0">
                <a:solidFill>
                  <a:srgbClr val="485D6B"/>
                </a:solidFill>
                <a:latin typeface="Arial"/>
              </a:rPr>
              <a:t>not six independent models. An ensemble combines decisions, not realised returns.</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19 / 24</a:t>
            </a:r>
            <a:endParaRPr lang="en-US" sz="1050"/>
          </a:p>
        </p:txBody>
      </p:sp>
      <p:graphicFrame>
        <p:nvGraphicFramePr>
          <p:cNvPr id="7" name="Individual final seeds and ensemble references"/>
          <p:cNvGraphicFramePr/>
          <p:nvPr/>
        </p:nvGraphicFramePr>
        <p:xfrm>
          <a:off x="571500" y="1079500"/>
          <a:ext cx="11049000" cy="4445000"/>
        </p:xfrm>
        <a:graphic>
          <a:graphicData uri="http://schemas.openxmlformats.org/drawingml/2006/chart">
            <c:chart r:id="rId3"/>
          </a:graphicData>
        </a:graphic>
      </p:graphicFrame>
    </p:spTree>
  </p:cSld>
  <p:clrMapOvr>
    <a:masterClrMapping/>
  </p:clrMapOvr>
</p:sld>
</file>

<file path=ppt/slides/slide20.xml><?xml version="1.0" encoding="utf-8"?>
<p:sld xmlns:a="http://schemas.openxmlformats.org/drawingml/2006/main" xmlns:c="http://schemas.openxmlformats.org/drawingml/2006/chart"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Learning diagnostics do not prove convergence</a:t>
            </a:r>
            <a:endParaRPr lang="en-US" sz="2775"/>
          </a:p>
        </p:txBody>
      </p:sp>
      <p:sp>
        <p:nvSpPr>
          <p:cNvPr id="3" name="Text"/>
          <p:cNvSpPr txBox="1"/>
          <p:nvPr/>
        </p:nvSpPr>
        <p:spPr>
          <a:xfrm>
            <a:off x="571500" y="5666204"/>
            <a:ext cx="11083717" cy="219001"/>
          </a:xfrm>
          <a:prstGeom prst="rect">
            <a:avLst/>
          </a:prstGeom>
          <a:noFill/>
          <a:ln>
            <a:noFill/>
          </a:ln>
        </p:spPr>
        <p:txBody>
          <a:bodyPr wrap="none" lIns="0" rIns="0" tIns="0" bIns="0" anchor="t"/>
          <a:lstStyle/>
          <a:p>
            <a:pPr marL="0" indent="0"/>
            <a:r>
              <a:rPr lang="en-US" sz="1275" b="0" i="0" dirty="0">
                <a:solidFill>
                  <a:srgbClr val="485D6B"/>
                </a:solidFill>
                <a:latin typeface="Arial"/>
              </a:rPr>
              <a:t>Final baseline networks: 48 rollout batches × 1,024 transitions = 49,152 per seed; 1,152 minibatch optimiser updates per seed. No KL early stop occurred.</a:t>
            </a:r>
            <a:endParaRPr lang="en-US" sz="1275"/>
          </a:p>
        </p:txBody>
      </p:sp>
      <p:sp>
        <p:nvSpPr>
          <p:cNvPr id="4" name="Text"/>
          <p:cNvSpPr txBox="1"/>
          <p:nvPr/>
        </p:nvSpPr>
        <p:spPr>
          <a:xfrm>
            <a:off x="571500" y="5885279"/>
            <a:ext cx="7380085" cy="219001"/>
          </a:xfrm>
          <a:prstGeom prst="rect">
            <a:avLst/>
          </a:prstGeom>
          <a:noFill/>
          <a:ln>
            <a:noFill/>
          </a:ln>
        </p:spPr>
        <p:txBody>
          <a:bodyPr wrap="none" lIns="0" rIns="0" tIns="0" bIns="0" anchor="t"/>
          <a:lstStyle/>
          <a:p>
            <a:pPr marL="0" indent="0"/>
            <a:r>
              <a:rPr lang="en-US" sz="1275" b="0" i="0" dirty="0">
                <a:solidFill>
                  <a:srgbClr val="485D6B"/>
                </a:solidFill>
                <a:latin typeface="Arial"/>
              </a:rPr>
              <a:t>Entropy declines, but noisy critic explained variance does not establish predictive skill or convergence.</a:t>
            </a:r>
            <a:endParaRPr lang="en-US" sz="1275"/>
          </a:p>
        </p:txBody>
      </p:sp>
      <p:sp>
        <p:nvSpPr>
          <p:cNvPr id="5"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6"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20 / 24</a:t>
            </a:r>
            <a:endParaRPr lang="en-US" sz="1050"/>
          </a:p>
        </p:txBody>
      </p:sp>
      <p:graphicFrame>
        <p:nvGraphicFramePr>
          <p:cNvPr id="7" name="Policy entropy (nats)"/>
          <p:cNvGraphicFramePr/>
          <p:nvPr/>
        </p:nvGraphicFramePr>
        <p:xfrm>
          <a:off x="571500" y="1079500"/>
          <a:ext cx="5397500" cy="2222500"/>
        </p:xfrm>
        <a:graphic>
          <a:graphicData uri="http://schemas.openxmlformats.org/drawingml/2006/chart">
            <c:chart r:id="rId3"/>
          </a:graphicData>
        </a:graphic>
      </p:graphicFrame>
      <p:graphicFrame>
        <p:nvGraphicFramePr>
          <p:cNvPr id="8" name="Critic half-MSE"/>
          <p:cNvGraphicFramePr/>
          <p:nvPr/>
        </p:nvGraphicFramePr>
        <p:xfrm>
          <a:off x="6223000" y="1079500"/>
          <a:ext cx="5397500" cy="2222500"/>
        </p:xfrm>
        <a:graphic>
          <a:graphicData uri="http://schemas.openxmlformats.org/drawingml/2006/chart">
            <c:chart r:id="rId4"/>
          </a:graphicData>
        </a:graphic>
      </p:graphicFrame>
      <p:graphicFrame>
        <p:nvGraphicFramePr>
          <p:cNvPr id="9" name="Approximate KL"/>
          <p:cNvGraphicFramePr/>
          <p:nvPr/>
        </p:nvGraphicFramePr>
        <p:xfrm>
          <a:off x="571500" y="3365500"/>
          <a:ext cx="5397500" cy="2222500"/>
        </p:xfrm>
        <a:graphic>
          <a:graphicData uri="http://schemas.openxmlformats.org/drawingml/2006/chart">
            <c:chart r:id="rId5"/>
          </a:graphicData>
        </a:graphic>
      </p:graphicFrame>
      <p:graphicFrame>
        <p:nvGraphicFramePr>
          <p:cNvPr id="10" name="Critic explained variance"/>
          <p:cNvGraphicFramePr/>
          <p:nvPr/>
        </p:nvGraphicFramePr>
        <p:xfrm>
          <a:off x="6223000" y="3365500"/>
          <a:ext cx="5397500" cy="2222500"/>
        </p:xfrm>
        <a:graphic>
          <a:graphicData uri="http://schemas.openxmlformats.org/drawingml/2006/chart">
            <c:chart r:id="rId6"/>
          </a:graphicData>
        </a:graphic>
      </p:graphicFrame>
    </p:spTree>
  </p:cSld>
  <p:clrMapOvr>
    <a:masterClrMapping/>
  </p:clrMapOvr>
</p:sld>
</file>

<file path=ppt/slides/slide21.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Limitations that affect the conclusion</a:t>
            </a:r>
            <a:endParaRPr lang="en-US" sz="2775"/>
          </a:p>
        </p:txBody>
      </p:sp>
      <p:sp>
        <p:nvSpPr>
          <p:cNvPr id="3" name="Text"/>
          <p:cNvSpPr txBox="1"/>
          <p:nvPr/>
        </p:nvSpPr>
        <p:spPr>
          <a:xfrm>
            <a:off x="914400" y="1082372"/>
            <a:ext cx="8692145" cy="304130"/>
          </a:xfrm>
          <a:prstGeom prst="rect">
            <a:avLst/>
          </a:prstGeom>
          <a:noFill/>
          <a:ln>
            <a:noFill/>
          </a:ln>
        </p:spPr>
        <p:txBody>
          <a:bodyPr wrap="none" lIns="0" rIns="0" tIns="0" bIns="0" anchor="t"/>
          <a:lstStyle/>
          <a:p>
            <a:pPr marL="0" indent="0"/>
            <a:r>
              <a:rPr lang="en-US" sz="1875" b="1" i="0" dirty="0">
                <a:solidFill>
                  <a:srgbClr val="142735"/>
                </a:solidFill>
                <a:latin typeface="Arial"/>
              </a:rPr>
              <a:t>Financing defect:</a:t>
            </a:r>
            <a:r>
              <a:rPr lang="en-US" sz="1875" b="0" i="0" dirty="0">
                <a:solidFill>
                  <a:srgbClr val="142735"/>
                </a:solidFill>
                <a:latin typeface="Arial"/>
              </a:rPr>
              <a:t> interest is overwritten rather than accumulated on a held short.</a:t>
            </a:r>
            <a:endParaRPr lang="en-US" sz="1875"/>
          </a:p>
        </p:txBody>
      </p:sp>
      <p:sp>
        <p:nvSpPr>
          <p:cNvPr id="4" name="Text"/>
          <p:cNvSpPr txBox="1"/>
          <p:nvPr/>
        </p:nvSpPr>
        <p:spPr>
          <a:xfrm>
            <a:off x="914400" y="1596722"/>
            <a:ext cx="7920689" cy="304130"/>
          </a:xfrm>
          <a:prstGeom prst="rect">
            <a:avLst/>
          </a:prstGeom>
          <a:noFill/>
          <a:ln>
            <a:noFill/>
          </a:ln>
        </p:spPr>
        <p:txBody>
          <a:bodyPr wrap="none" lIns="0" rIns="0" tIns="0" bIns="0" anchor="t"/>
          <a:lstStyle/>
          <a:p>
            <a:pPr marL="0" indent="0"/>
            <a:r>
              <a:rPr lang="en-US" sz="1875" b="1" i="0" dirty="0">
                <a:solidFill>
                  <a:srgbClr val="142735"/>
                </a:solidFill>
                <a:latin typeface="Arial"/>
              </a:rPr>
              <a:t>Optimistic execution:</a:t>
            </a:r>
            <a:r>
              <a:rPr lang="en-US" sz="1875" b="0" i="0" dirty="0">
                <a:solidFill>
                  <a:srgbClr val="142735"/>
                </a:solidFill>
                <a:latin typeface="Arial"/>
              </a:rPr>
              <a:t> same-close trading; no spread, slippage or latency.</a:t>
            </a:r>
            <a:endParaRPr lang="en-US" sz="1875"/>
          </a:p>
        </p:txBody>
      </p:sp>
      <p:sp>
        <p:nvSpPr>
          <p:cNvPr id="5" name="Text"/>
          <p:cNvSpPr txBox="1"/>
          <p:nvPr/>
        </p:nvSpPr>
        <p:spPr>
          <a:xfrm>
            <a:off x="914400" y="2111072"/>
            <a:ext cx="7660704" cy="304130"/>
          </a:xfrm>
          <a:prstGeom prst="rect">
            <a:avLst/>
          </a:prstGeom>
          <a:noFill/>
          <a:ln>
            <a:noFill/>
          </a:ln>
        </p:spPr>
        <p:txBody>
          <a:bodyPr wrap="none" lIns="0" rIns="0" tIns="0" bIns="0" anchor="t"/>
          <a:lstStyle/>
          <a:p>
            <a:pPr marL="0" indent="0"/>
            <a:r>
              <a:rPr lang="en-US" sz="1875" b="1" i="0" dirty="0">
                <a:solidFill>
                  <a:srgbClr val="142735"/>
                </a:solidFill>
                <a:latin typeface="Arial"/>
              </a:rPr>
              <a:t>Selection risk:</a:t>
            </a:r>
            <a:r>
              <a:rPr lang="en-US" sz="1875" b="0" i="0" dirty="0">
                <a:solidFill>
                  <a:srgbClr val="142735"/>
                </a:solidFill>
                <a:latin typeface="Arial"/>
              </a:rPr>
              <a:t> only four recent folds; the evaluation month was reused.</a:t>
            </a:r>
            <a:endParaRPr lang="en-US" sz="1875"/>
          </a:p>
        </p:txBody>
      </p:sp>
      <p:sp>
        <p:nvSpPr>
          <p:cNvPr id="6" name="Text"/>
          <p:cNvSpPr txBox="1"/>
          <p:nvPr/>
        </p:nvSpPr>
        <p:spPr>
          <a:xfrm>
            <a:off x="914400" y="2634947"/>
            <a:ext cx="8608800" cy="304130"/>
          </a:xfrm>
          <a:prstGeom prst="rect">
            <a:avLst/>
          </a:prstGeom>
          <a:noFill/>
          <a:ln>
            <a:noFill/>
          </a:ln>
        </p:spPr>
        <p:txBody>
          <a:bodyPr wrap="none" lIns="0" rIns="0" tIns="0" bIns="0" anchor="t"/>
          <a:lstStyle/>
          <a:p>
            <a:pPr marL="0" indent="0"/>
            <a:r>
              <a:rPr lang="en-US" sz="1875" b="1" i="0" dirty="0">
                <a:solidFill>
                  <a:srgbClr val="142735"/>
                </a:solidFill>
                <a:latin typeface="Arial"/>
              </a:rPr>
              <a:t>Weak independence:</a:t>
            </a:r>
            <a:r>
              <a:rPr lang="en-US" sz="1875" b="0" i="0" dirty="0">
                <a:solidFill>
                  <a:srgbClr val="142735"/>
                </a:solidFill>
                <a:latin typeface="Arial"/>
              </a:rPr>
              <a:t> ten repeated episodes replay the same deterministic path.</a:t>
            </a:r>
            <a:endParaRPr lang="en-US" sz="1875"/>
          </a:p>
        </p:txBody>
      </p:sp>
      <p:sp>
        <p:nvSpPr>
          <p:cNvPr id="7" name="Text"/>
          <p:cNvSpPr txBox="1"/>
          <p:nvPr/>
        </p:nvSpPr>
        <p:spPr>
          <a:xfrm>
            <a:off x="914400" y="3149297"/>
            <a:ext cx="7117122" cy="304130"/>
          </a:xfrm>
          <a:prstGeom prst="rect">
            <a:avLst/>
          </a:prstGeom>
          <a:noFill/>
          <a:ln>
            <a:noFill/>
          </a:ln>
        </p:spPr>
        <p:txBody>
          <a:bodyPr wrap="none" lIns="0" rIns="0" tIns="0" bIns="0" anchor="t"/>
          <a:lstStyle/>
          <a:p>
            <a:pPr marL="0" indent="0"/>
            <a:r>
              <a:rPr lang="en-US" sz="1875" b="1" i="0" dirty="0">
                <a:solidFill>
                  <a:srgbClr val="142735"/>
                </a:solidFill>
                <a:latin typeface="Arial"/>
              </a:rPr>
              <a:t>Attribution:</a:t>
            </a:r>
            <a:r>
              <a:rPr lang="en-US" sz="1875" b="0" i="0" dirty="0">
                <a:solidFill>
                  <a:srgbClr val="142735"/>
                </a:solidFill>
                <a:latin typeface="Arial"/>
              </a:rPr>
              <a:t> bundled changes prevent isolated causal conclusions.</a:t>
            </a:r>
            <a:endParaRPr lang="en-US" sz="1875"/>
          </a:p>
        </p:txBody>
      </p:sp>
      <p:sp>
        <p:nvSpPr>
          <p:cNvPr id="8"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9"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21 / 24</a:t>
            </a:r>
            <a:endParaRPr lang="en-US" sz="1050"/>
          </a:p>
        </p:txBody>
      </p:sp>
    </p:spTree>
  </p:cSld>
  <p:clrMapOvr>
    <a:masterClrMapping/>
  </p:clrMapOvr>
</p:sld>
</file>

<file path=ppt/slides/slide22.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Next experiments: improve credibility before complexity</a:t>
            </a:r>
            <a:endParaRPr lang="en-US" sz="2775"/>
          </a:p>
        </p:txBody>
      </p:sp>
      <p:sp>
        <p:nvSpPr>
          <p:cNvPr id="3" name="Text"/>
          <p:cNvSpPr txBox="1"/>
          <p:nvPr/>
        </p:nvSpPr>
        <p:spPr>
          <a:xfrm>
            <a:off x="592485" y="1082372"/>
            <a:ext cx="7002911" cy="304130"/>
          </a:xfrm>
          <a:prstGeom prst="rect">
            <a:avLst/>
          </a:prstGeom>
          <a:noFill/>
          <a:ln>
            <a:noFill/>
          </a:ln>
        </p:spPr>
        <p:txBody>
          <a:bodyPr wrap="none" lIns="0" rIns="0" tIns="0" bIns="0" anchor="t"/>
          <a:lstStyle/>
          <a:p>
            <a:pPr marL="0" indent="0"/>
            <a:r>
              <a:rPr lang="en-US" sz="1875" b="0" i="0" dirty="0">
                <a:solidFill>
                  <a:srgbClr val="142735"/>
                </a:solidFill>
                <a:latin typeface="Arial"/>
              </a:rPr>
              <a:t>1. Correct financing and specify rebalancing and liquidation rules.</a:t>
            </a:r>
            <a:endParaRPr lang="en-US" sz="1875"/>
          </a:p>
        </p:txBody>
      </p:sp>
      <p:sp>
        <p:nvSpPr>
          <p:cNvPr id="4" name="Text"/>
          <p:cNvSpPr txBox="1"/>
          <p:nvPr/>
        </p:nvSpPr>
        <p:spPr>
          <a:xfrm>
            <a:off x="592485" y="1596722"/>
            <a:ext cx="6063031" cy="304130"/>
          </a:xfrm>
          <a:prstGeom prst="rect">
            <a:avLst/>
          </a:prstGeom>
          <a:noFill/>
          <a:ln>
            <a:noFill/>
          </a:ln>
        </p:spPr>
        <p:txBody>
          <a:bodyPr wrap="none" lIns="0" rIns="0" tIns="0" bIns="0" anchor="t"/>
          <a:lstStyle/>
          <a:p>
            <a:pPr marL="0" indent="0"/>
            <a:r>
              <a:rPr lang="en-US" sz="1875" b="0" i="0" dirty="0">
                <a:solidFill>
                  <a:srgbClr val="142735"/>
                </a:solidFill>
                <a:latin typeface="Arial"/>
              </a:rPr>
              <a:t>2. Test feasible execution with measured cost scenarios.</a:t>
            </a:r>
            <a:endParaRPr lang="en-US" sz="1875"/>
          </a:p>
        </p:txBody>
      </p:sp>
      <p:sp>
        <p:nvSpPr>
          <p:cNvPr id="5" name="Text"/>
          <p:cNvSpPr txBox="1"/>
          <p:nvPr/>
        </p:nvSpPr>
        <p:spPr>
          <a:xfrm>
            <a:off x="592485" y="2111072"/>
            <a:ext cx="6685253" cy="304130"/>
          </a:xfrm>
          <a:prstGeom prst="rect">
            <a:avLst/>
          </a:prstGeom>
          <a:noFill/>
          <a:ln>
            <a:noFill/>
          </a:ln>
        </p:spPr>
        <p:txBody>
          <a:bodyPr wrap="none" lIns="0" rIns="0" tIns="0" bIns="0" anchor="t"/>
          <a:lstStyle/>
          <a:p>
            <a:pPr marL="0" indent="0"/>
            <a:r>
              <a:rPr lang="en-US" sz="1875" b="0" i="0" dirty="0">
                <a:solidFill>
                  <a:srgbClr val="142735"/>
                </a:solidFill>
                <a:latin typeface="Arial"/>
              </a:rPr>
              <a:t>3. Allow cash and buy-and-hold to compete in policy selection.</a:t>
            </a:r>
            <a:endParaRPr lang="en-US" sz="1875"/>
          </a:p>
        </p:txBody>
      </p:sp>
      <p:sp>
        <p:nvSpPr>
          <p:cNvPr id="6" name="Text"/>
          <p:cNvSpPr txBox="1"/>
          <p:nvPr/>
        </p:nvSpPr>
        <p:spPr>
          <a:xfrm>
            <a:off x="592485" y="2634947"/>
            <a:ext cx="6566667" cy="304130"/>
          </a:xfrm>
          <a:prstGeom prst="rect">
            <a:avLst/>
          </a:prstGeom>
          <a:noFill/>
          <a:ln>
            <a:noFill/>
          </a:ln>
        </p:spPr>
        <p:txBody>
          <a:bodyPr wrap="none" lIns="0" rIns="0" tIns="0" bIns="0" anchor="t"/>
          <a:lstStyle/>
          <a:p>
            <a:pPr marL="0" indent="0"/>
            <a:r>
              <a:rPr lang="en-US" sz="1875" b="0" i="0" dirty="0">
                <a:solidFill>
                  <a:srgbClr val="142735"/>
                </a:solidFill>
                <a:latin typeface="Arial"/>
              </a:rPr>
              <a:t>4. Freeze choices before a new untouched evaluation period.</a:t>
            </a:r>
            <a:endParaRPr lang="en-US" sz="1875"/>
          </a:p>
        </p:txBody>
      </p:sp>
      <p:sp>
        <p:nvSpPr>
          <p:cNvPr id="7" name="Text"/>
          <p:cNvSpPr txBox="1"/>
          <p:nvPr/>
        </p:nvSpPr>
        <p:spPr>
          <a:xfrm>
            <a:off x="592485" y="3149297"/>
            <a:ext cx="7055538" cy="304130"/>
          </a:xfrm>
          <a:prstGeom prst="rect">
            <a:avLst/>
          </a:prstGeom>
          <a:noFill/>
          <a:ln>
            <a:noFill/>
          </a:ln>
        </p:spPr>
        <p:txBody>
          <a:bodyPr wrap="none" lIns="0" rIns="0" tIns="0" bIns="0" anchor="t"/>
          <a:lstStyle/>
          <a:p>
            <a:pPr marL="0" indent="0"/>
            <a:r>
              <a:rPr lang="en-US" sz="1875" b="0" i="0" dirty="0">
                <a:solidFill>
                  <a:srgbClr val="142735"/>
                </a:solidFill>
                <a:latin typeface="Arial"/>
              </a:rPr>
              <a:t>5. Run matched ablations and test less restrictive ensemble rules.</a:t>
            </a:r>
            <a:endParaRPr lang="en-US" sz="1875"/>
          </a:p>
        </p:txBody>
      </p:sp>
      <p:sp>
        <p:nvSpPr>
          <p:cNvPr id="8" name="Text"/>
          <p:cNvSpPr txBox="1"/>
          <p:nvPr/>
        </p:nvSpPr>
        <p:spPr>
          <a:xfrm>
            <a:off x="571500" y="3929444"/>
            <a:ext cx="9211385" cy="293489"/>
          </a:xfrm>
          <a:prstGeom prst="rect">
            <a:avLst/>
          </a:prstGeom>
          <a:noFill/>
          <a:ln>
            <a:noFill/>
          </a:ln>
        </p:spPr>
        <p:txBody>
          <a:bodyPr wrap="none" lIns="0" rIns="0" tIns="0" bIns="0" anchor="t"/>
          <a:lstStyle/>
          <a:p>
            <a:pPr marL="0" indent="0"/>
            <a:r>
              <a:rPr lang="en-US" sz="1800" b="0" i="0" dirty="0">
                <a:solidFill>
                  <a:srgbClr val="485D6B"/>
                </a:solidFill>
                <a:latin typeface="Arial"/>
              </a:rPr>
              <a:t>These are proposed experiments. No improvement from them has been demonstrated yet.</a:t>
            </a:r>
            <a:endParaRPr lang="en-US" sz="1800"/>
          </a:p>
        </p:txBody>
      </p:sp>
      <p:sp>
        <p:nvSpPr>
          <p:cNvPr id="9"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10"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22 / 24</a:t>
            </a:r>
            <a:endParaRPr lang="en-US" sz="1050"/>
          </a:p>
        </p:txBody>
      </p:sp>
      <p:sp>
        <p:nvSpPr>
          <p:cNvPr id="11" name="Rule"/>
          <p:cNvSpPr txBox="0"/>
          <p:nvPr/>
        </p:nvSpPr>
        <p:spPr>
          <a:xfrm>
            <a:off x="571500" y="3695700"/>
            <a:ext cx="11049000" cy="19050"/>
          </a:xfrm>
          <a:prstGeom prst="rect">
            <a:avLst/>
          </a:prstGeom>
          <a:solidFill>
            <a:srgbClr val="C9D5DE"/>
          </a:solidFill>
          <a:ln>
            <a:noFill/>
          </a:ln>
        </p:spPr>
      </p:sp>
    </p:spTree>
  </p:cSld>
  <p:clrMapOvr>
    <a:masterClrMapping/>
  </p:clrMapOvr>
</p:sld>
</file>

<file path=ppt/slides/slide23.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Conclusion</a:t>
            </a:r>
            <a:endParaRPr lang="en-US" sz="2775"/>
          </a:p>
        </p:txBody>
      </p:sp>
      <p:sp>
        <p:nvSpPr>
          <p:cNvPr id="3" name="Text"/>
          <p:cNvSpPr txBox="1"/>
          <p:nvPr/>
        </p:nvSpPr>
        <p:spPr>
          <a:xfrm>
            <a:off x="571500" y="1071442"/>
            <a:ext cx="11049000" cy="399901"/>
          </a:xfrm>
          <a:prstGeom prst="rect">
            <a:avLst/>
          </a:prstGeom>
          <a:noFill/>
          <a:ln>
            <a:noFill/>
          </a:ln>
        </p:spPr>
        <p:txBody>
          <a:bodyPr wrap="none" lIns="0" rIns="0" tIns="0" bIns="0" anchor="t"/>
          <a:lstStyle/>
          <a:p>
            <a:pPr marL="0" indent="0"/>
            <a:r>
              <a:rPr lang="en-US" sz="2550" b="0" i="0" dirty="0">
                <a:solidFill>
                  <a:srgbClr val="2166AC"/>
                </a:solidFill>
                <a:latin typeface="Arial"/>
              </a:rPr>
              <a:t>The search reduced risk mainly by choosing cash.</a:t>
            </a:r>
            <a:endParaRPr lang="en-US" sz="2550"/>
          </a:p>
        </p:txBody>
      </p:sp>
      <p:sp>
        <p:nvSpPr>
          <p:cNvPr id="4" name="Text"/>
          <p:cNvSpPr txBox="1"/>
          <p:nvPr/>
        </p:nvSpPr>
        <p:spPr>
          <a:xfrm>
            <a:off x="571500" y="1829833"/>
            <a:ext cx="2454085" cy="357336"/>
          </a:xfrm>
          <a:prstGeom prst="rect">
            <a:avLst/>
          </a:prstGeom>
          <a:noFill/>
          <a:ln>
            <a:noFill/>
          </a:ln>
        </p:spPr>
        <p:txBody>
          <a:bodyPr wrap="none" lIns="0" rIns="0" tIns="0" bIns="0" anchor="t"/>
          <a:lstStyle/>
          <a:p>
            <a:pPr marL="0" indent="0"/>
            <a:r>
              <a:rPr lang="en-US" sz="2250" b="1" i="0" dirty="0">
                <a:solidFill>
                  <a:srgbClr val="2166AC"/>
                </a:solidFill>
                <a:latin typeface="Arial"/>
              </a:rPr>
              <a:t>Baseline +14.44%</a:t>
            </a:r>
            <a:endParaRPr lang="en-US" sz="2250"/>
          </a:p>
        </p:txBody>
      </p:sp>
      <p:sp>
        <p:nvSpPr>
          <p:cNvPr id="5" name="Text"/>
          <p:cNvSpPr txBox="1"/>
          <p:nvPr/>
        </p:nvSpPr>
        <p:spPr>
          <a:xfrm>
            <a:off x="3324374" y="1829833"/>
            <a:ext cx="2295207" cy="357336"/>
          </a:xfrm>
          <a:prstGeom prst="rect">
            <a:avLst/>
          </a:prstGeom>
          <a:noFill/>
          <a:ln>
            <a:noFill/>
          </a:ln>
        </p:spPr>
        <p:txBody>
          <a:bodyPr wrap="none" lIns="0" rIns="0" tIns="0" bIns="0" anchor="t"/>
          <a:lstStyle/>
          <a:p>
            <a:pPr marL="0" indent="0"/>
            <a:r>
              <a:rPr lang="en-US" sz="2250" b="1" i="0" dirty="0">
                <a:solidFill>
                  <a:srgbClr val="C66118"/>
                </a:solidFill>
                <a:latin typeface="Arial"/>
              </a:rPr>
              <a:t>Selected −0.57%</a:t>
            </a:r>
            <a:endParaRPr lang="en-US" sz="2250"/>
          </a:p>
        </p:txBody>
      </p:sp>
      <p:sp>
        <p:nvSpPr>
          <p:cNvPr id="6" name="Text"/>
          <p:cNvSpPr txBox="1"/>
          <p:nvPr/>
        </p:nvSpPr>
        <p:spPr>
          <a:xfrm>
            <a:off x="5918299" y="1829833"/>
            <a:ext cx="3104249" cy="357336"/>
          </a:xfrm>
          <a:prstGeom prst="rect">
            <a:avLst/>
          </a:prstGeom>
          <a:noFill/>
          <a:ln>
            <a:noFill/>
          </a:ln>
        </p:spPr>
        <p:txBody>
          <a:bodyPr wrap="none" lIns="0" rIns="0" tIns="0" bIns="0" anchor="t"/>
          <a:lstStyle/>
          <a:p>
            <a:pPr marL="0" indent="0"/>
            <a:r>
              <a:rPr lang="en-US" sz="2250" b="1" i="0" dirty="0">
                <a:solidFill>
                  <a:srgbClr val="237A57"/>
                </a:solidFill>
                <a:latin typeface="Arial"/>
              </a:rPr>
              <a:t>Buy-and-hold +21.11%</a:t>
            </a:r>
            <a:endParaRPr lang="en-US" sz="2250"/>
          </a:p>
        </p:txBody>
      </p:sp>
      <p:sp>
        <p:nvSpPr>
          <p:cNvPr id="7" name="Text"/>
          <p:cNvSpPr txBox="1"/>
          <p:nvPr/>
        </p:nvSpPr>
        <p:spPr>
          <a:xfrm>
            <a:off x="914400" y="2663522"/>
            <a:ext cx="6839783" cy="304130"/>
          </a:xfrm>
          <a:prstGeom prst="rect">
            <a:avLst/>
          </a:prstGeom>
          <a:noFill/>
          <a:ln>
            <a:noFill/>
          </a:ln>
        </p:spPr>
        <p:txBody>
          <a:bodyPr wrap="none" lIns="0" rIns="0" tIns="0" bIns="0" anchor="t"/>
          <a:lstStyle/>
          <a:p>
            <a:pPr marL="0" indent="0"/>
            <a:r>
              <a:rPr lang="en-US" sz="1875" b="0" i="0" dirty="0">
                <a:solidFill>
                  <a:srgbClr val="142735"/>
                </a:solidFill>
                <a:latin typeface="Arial"/>
              </a:rPr>
              <a:t>A complete PPO pipeline ran 67 fits with chronological selection.</a:t>
            </a:r>
            <a:endParaRPr lang="en-US" sz="1875"/>
          </a:p>
        </p:txBody>
      </p:sp>
      <p:sp>
        <p:nvSpPr>
          <p:cNvPr id="8" name="Text"/>
          <p:cNvSpPr txBox="1"/>
          <p:nvPr/>
        </p:nvSpPr>
        <p:spPr>
          <a:xfrm>
            <a:off x="914400" y="3177872"/>
            <a:ext cx="7749699" cy="304130"/>
          </a:xfrm>
          <a:prstGeom prst="rect">
            <a:avLst/>
          </a:prstGeom>
          <a:noFill/>
          <a:ln>
            <a:noFill/>
          </a:ln>
        </p:spPr>
        <p:txBody>
          <a:bodyPr wrap="none" lIns="0" rIns="0" tIns="0" bIns="0" anchor="t"/>
          <a:lstStyle/>
          <a:p>
            <a:pPr marL="0" indent="0"/>
            <a:r>
              <a:rPr lang="en-US" sz="1875" b="0" i="0" dirty="0">
                <a:solidFill>
                  <a:srgbClr val="142735"/>
                </a:solidFill>
                <a:latin typeface="Arial"/>
              </a:rPr>
              <a:t>The selected aggregation improved validation score and reduced activity.</a:t>
            </a:r>
            <a:endParaRPr lang="en-US" sz="1875"/>
          </a:p>
        </p:txBody>
      </p:sp>
      <p:sp>
        <p:nvSpPr>
          <p:cNvPr id="9" name="Text"/>
          <p:cNvSpPr txBox="1"/>
          <p:nvPr/>
        </p:nvSpPr>
        <p:spPr>
          <a:xfrm>
            <a:off x="914400" y="3692222"/>
            <a:ext cx="6125213" cy="304130"/>
          </a:xfrm>
          <a:prstGeom prst="rect">
            <a:avLst/>
          </a:prstGeom>
          <a:noFill/>
          <a:ln>
            <a:noFill/>
          </a:ln>
        </p:spPr>
        <p:txBody>
          <a:bodyPr wrap="none" lIns="0" rIns="0" tIns="0" bIns="0" anchor="t"/>
          <a:lstStyle/>
          <a:p>
            <a:pPr marL="0" indent="0"/>
            <a:r>
              <a:rPr lang="en-US" sz="1875" b="0" i="0" dirty="0">
                <a:solidFill>
                  <a:srgbClr val="142735"/>
                </a:solidFill>
                <a:latin typeface="Arial"/>
              </a:rPr>
              <a:t>It did not improve evaluation return over baseline or cash.</a:t>
            </a:r>
            <a:endParaRPr lang="en-US" sz="1875"/>
          </a:p>
        </p:txBody>
      </p:sp>
      <p:sp>
        <p:nvSpPr>
          <p:cNvPr id="10" name="Text"/>
          <p:cNvSpPr txBox="1"/>
          <p:nvPr/>
        </p:nvSpPr>
        <p:spPr>
          <a:xfrm>
            <a:off x="914400" y="4206572"/>
            <a:ext cx="4828382" cy="304130"/>
          </a:xfrm>
          <a:prstGeom prst="rect">
            <a:avLst/>
          </a:prstGeom>
          <a:noFill/>
          <a:ln>
            <a:noFill/>
          </a:ln>
        </p:spPr>
        <p:txBody>
          <a:bodyPr wrap="none" lIns="0" rIns="0" tIns="0" bIns="0" anchor="t"/>
          <a:lstStyle/>
          <a:p>
            <a:pPr marL="0" indent="0"/>
            <a:r>
              <a:rPr lang="en-US" sz="1875" b="0" i="0" dirty="0">
                <a:solidFill>
                  <a:srgbClr val="142735"/>
                </a:solidFill>
                <a:latin typeface="Arial"/>
              </a:rPr>
              <a:t>Robust trading advantage remains unproven.</a:t>
            </a:r>
            <a:endParaRPr lang="en-US" sz="1875"/>
          </a:p>
        </p:txBody>
      </p:sp>
      <p:sp>
        <p:nvSpPr>
          <p:cNvPr id="11" name="Text"/>
          <p:cNvSpPr txBox="1"/>
          <p:nvPr/>
        </p:nvSpPr>
        <p:spPr>
          <a:xfrm>
            <a:off x="571500" y="6539797"/>
            <a:ext cx="3858373" cy="187077"/>
          </a:xfrm>
          <a:prstGeom prst="rect">
            <a:avLst/>
          </a:prstGeom>
          <a:noFill/>
          <a:ln>
            <a:noFill/>
          </a:ln>
        </p:spPr>
        <p:txBody>
          <a:bodyPr wrap="none" lIns="0" rIns="0" tIns="0" bIns="0" anchor="t"/>
          <a:lstStyle/>
          <a:p>
            <a:pPr marL="0" indent="0"/>
            <a:r>
              <a:rPr lang="en-US" sz="1050" b="0" i="0" dirty="0">
                <a:solidFill>
                  <a:srgbClr val="627885"/>
                </a:solidFill>
                <a:latin typeface="Arial"/>
              </a:rPr>
              <a:t>Source: fixed notebook and captured experiment; all dates UTC.</a:t>
            </a:r>
            <a:endParaRPr lang="en-US" sz="1050"/>
          </a:p>
        </p:txBody>
      </p:sp>
      <p:sp>
        <p:nvSpPr>
          <p:cNvPr id="12"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23 / 24</a:t>
            </a:r>
            <a:endParaRPr lang="en-US" sz="1050"/>
          </a:p>
        </p:txBody>
      </p:sp>
    </p:spTree>
  </p:cSld>
  <p:clrMapOvr>
    <a:masterClrMapping/>
  </p:clrMapOvr>
</p:sld>
</file>

<file path=ppt/slides/slide24.xml><?xml version="1.0" encoding="utf-8"?>
<p:sld xmlns:a="http://schemas.openxmlformats.org/drawingml/2006/main"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p:cNvSpPr txBox="1"/>
          <p:nvPr/>
        </p:nvSpPr>
        <p:spPr>
          <a:xfrm>
            <a:off x="571500" y="397874"/>
            <a:ext cx="11049000" cy="431825"/>
          </a:xfrm>
          <a:prstGeom prst="rect">
            <a:avLst/>
          </a:prstGeom>
          <a:noFill/>
          <a:ln>
            <a:noFill/>
          </a:ln>
        </p:spPr>
        <p:txBody>
          <a:bodyPr wrap="none" lIns="0" rIns="0" tIns="0" bIns="0" anchor="t"/>
          <a:lstStyle/>
          <a:p>
            <a:pPr marL="0" indent="0"/>
            <a:r>
              <a:rPr lang="en-US" sz="2775" b="1" i="0" dirty="0">
                <a:solidFill>
                  <a:srgbClr val="142735"/>
                </a:solidFill>
                <a:latin typeface="Arial"/>
              </a:rPr>
              <a:t>References and evidence</a:t>
            </a:r>
            <a:endParaRPr lang="en-US" sz="2775"/>
          </a:p>
        </p:txBody>
      </p:sp>
      <p:sp>
        <p:nvSpPr>
          <p:cNvPr id="3" name="Text"/>
          <p:cNvSpPr txBox="1"/>
          <p:nvPr/>
        </p:nvSpPr>
        <p:spPr>
          <a:xfrm>
            <a:off x="571500" y="1082372"/>
            <a:ext cx="10373606" cy="304130"/>
          </a:xfrm>
          <a:prstGeom prst="rect">
            <a:avLst/>
          </a:prstGeom>
          <a:noFill/>
          <a:ln>
            <a:noFill/>
          </a:ln>
        </p:spPr>
        <p:txBody>
          <a:bodyPr wrap="none" lIns="0" rIns="0" tIns="0" bIns="0" anchor="t"/>
          <a:lstStyle/>
          <a:p>
            <a:pPr marL="0" indent="0"/>
            <a:r>
              <a:rPr lang="en-US" sz="1875" b="0" i="0" dirty="0">
                <a:solidFill>
                  <a:srgbClr val="142735"/>
                </a:solidFill>
                <a:latin typeface="Arial"/>
              </a:rPr>
              <a:t>Primary evidence: the fixed notebook, its live frozen agents, trial tables and hourly portfolio traces.</a:t>
            </a:r>
            <a:endParaRPr lang="en-US" sz="1875"/>
          </a:p>
        </p:txBody>
      </p:sp>
      <p:sp>
        <p:nvSpPr>
          <p:cNvPr id="4" name="Text"/>
          <p:cNvSpPr txBox="1"/>
          <p:nvPr/>
        </p:nvSpPr>
        <p:spPr>
          <a:xfrm>
            <a:off x="914400" y="1641640"/>
            <a:ext cx="5983580" cy="272207"/>
          </a:xfrm>
          <a:prstGeom prst="rect">
            <a:avLst/>
          </a:prstGeom>
          <a:noFill/>
          <a:ln>
            <a:noFill/>
          </a:ln>
        </p:spPr>
        <p:txBody>
          <a:bodyPr wrap="none" lIns="0" rIns="0" tIns="0" bIns="0" anchor="t"/>
          <a:lstStyle/>
          <a:p>
            <a:pPr marL="0" indent="0"/>
            <a:r>
              <a:rPr lang="en-US" sz="1650" b="0" i="0" dirty="0">
                <a:solidFill>
                  <a:srgbClr val="142735"/>
                </a:solidFill>
                <a:latin typeface="Arial"/>
              </a:rPr>
              <a:t>Schulman et al. </a:t>
            </a:r>
            <a:r>
              <a:rPr lang="en-US" sz="1650" b="0" i="1" dirty="0">
                <a:solidFill>
                  <a:srgbClr val="142735"/>
                </a:solidFill>
                <a:latin typeface="Arial"/>
              </a:rPr>
              <a:t>Proximal Policy Optimization Algorithms</a:t>
            </a:r>
            <a:r>
              <a:rPr lang="en-US" sz="1650" b="0" i="0" dirty="0">
                <a:solidFill>
                  <a:srgbClr val="142735"/>
                </a:solidFill>
                <a:latin typeface="Arial"/>
              </a:rPr>
              <a:t> (2017).</a:t>
            </a:r>
            <a:endParaRPr lang="en-US" sz="1650"/>
          </a:p>
        </p:txBody>
      </p:sp>
      <p:sp>
        <p:nvSpPr>
          <p:cNvPr id="5" name="Text"/>
          <p:cNvSpPr txBox="1"/>
          <p:nvPr/>
        </p:nvSpPr>
        <p:spPr>
          <a:xfrm>
            <a:off x="914400" y="1946440"/>
            <a:ext cx="3041535" cy="272207"/>
          </a:xfrm>
          <a:prstGeom prst="rect">
            <a:avLst/>
          </a:prstGeom>
          <a:noFill/>
          <a:ln>
            <a:noFill/>
          </a:ln>
        </p:spPr>
        <p:txBody>
          <a:bodyPr wrap="none" lIns="0" rIns="0" tIns="0" bIns="0" anchor="t"/>
          <a:lstStyle/>
          <a:p>
            <a:pPr marL="0" indent="0"/>
            <a:r>
              <a:rPr lang="en-US" sz="1650" b="0" i="0" dirty="0">
                <a:solidFill>
                  <a:srgbClr val="142735"/>
                </a:solidFill>
                <a:latin typeface="Arial"/>
              </a:rPr>
              <a:t>https://arxiv.org/abs/1707.06347</a:t>
            </a:r>
            <a:endParaRPr lang="en-US" sz="1650"/>
          </a:p>
        </p:txBody>
      </p:sp>
      <p:sp>
        <p:nvSpPr>
          <p:cNvPr id="6" name="Text"/>
          <p:cNvSpPr txBox="1"/>
          <p:nvPr/>
        </p:nvSpPr>
        <p:spPr>
          <a:xfrm>
            <a:off x="914400" y="2441740"/>
            <a:ext cx="6823365" cy="272207"/>
          </a:xfrm>
          <a:prstGeom prst="rect">
            <a:avLst/>
          </a:prstGeom>
          <a:noFill/>
          <a:ln>
            <a:noFill/>
          </a:ln>
        </p:spPr>
        <p:txBody>
          <a:bodyPr wrap="none" lIns="0" rIns="0" tIns="0" bIns="0" anchor="t"/>
          <a:lstStyle/>
          <a:p>
            <a:pPr marL="0" indent="0"/>
            <a:r>
              <a:rPr lang="en-US" sz="1650" b="0" i="0" dirty="0">
                <a:solidFill>
                  <a:srgbClr val="142735"/>
                </a:solidFill>
                <a:latin typeface="Arial"/>
              </a:rPr>
              <a:t>Schulman et al. </a:t>
            </a:r>
            <a:r>
              <a:rPr lang="en-US" sz="1650" b="0" i="1" dirty="0">
                <a:solidFill>
                  <a:srgbClr val="142735"/>
                </a:solidFill>
                <a:latin typeface="Arial"/>
              </a:rPr>
              <a:t>Generalized Advantage Estimation</a:t>
            </a:r>
            <a:r>
              <a:rPr lang="en-US" sz="1650" b="0" i="0" dirty="0">
                <a:solidFill>
                  <a:srgbClr val="142735"/>
                </a:solidFill>
                <a:latin typeface="Arial"/>
              </a:rPr>
              <a:t> (2015; revised 2018).</a:t>
            </a:r>
            <a:endParaRPr lang="en-US" sz="1650"/>
          </a:p>
        </p:txBody>
      </p:sp>
      <p:sp>
        <p:nvSpPr>
          <p:cNvPr id="7" name="Text"/>
          <p:cNvSpPr txBox="1"/>
          <p:nvPr/>
        </p:nvSpPr>
        <p:spPr>
          <a:xfrm>
            <a:off x="914400" y="2746540"/>
            <a:ext cx="3041535" cy="272207"/>
          </a:xfrm>
          <a:prstGeom prst="rect">
            <a:avLst/>
          </a:prstGeom>
          <a:noFill/>
          <a:ln>
            <a:noFill/>
          </a:ln>
        </p:spPr>
        <p:txBody>
          <a:bodyPr wrap="none" lIns="0" rIns="0" tIns="0" bIns="0" anchor="t"/>
          <a:lstStyle/>
          <a:p>
            <a:pPr marL="0" indent="0"/>
            <a:r>
              <a:rPr lang="en-US" sz="1650" b="0" i="0" dirty="0">
                <a:solidFill>
                  <a:srgbClr val="142735"/>
                </a:solidFill>
                <a:latin typeface="Arial"/>
              </a:rPr>
              <a:t>https://arxiv.org/abs/1506.02438</a:t>
            </a:r>
            <a:endParaRPr lang="en-US" sz="1650"/>
          </a:p>
        </p:txBody>
      </p:sp>
      <p:sp>
        <p:nvSpPr>
          <p:cNvPr id="8" name="Text"/>
          <p:cNvSpPr txBox="1"/>
          <p:nvPr/>
        </p:nvSpPr>
        <p:spPr>
          <a:xfrm>
            <a:off x="914400" y="3241840"/>
            <a:ext cx="3394716" cy="272207"/>
          </a:xfrm>
          <a:prstGeom prst="rect">
            <a:avLst/>
          </a:prstGeom>
          <a:noFill/>
          <a:ln>
            <a:noFill/>
          </a:ln>
        </p:spPr>
        <p:txBody>
          <a:bodyPr wrap="none" lIns="0" rIns="0" tIns="0" bIns="0" anchor="t"/>
          <a:lstStyle/>
          <a:p>
            <a:pPr marL="0" indent="0"/>
            <a:r>
              <a:rPr lang="en-US" sz="1650" b="0" i="0" dirty="0">
                <a:solidFill>
                  <a:srgbClr val="142735"/>
                </a:solidFill>
                <a:latin typeface="Arial"/>
              </a:rPr>
              <a:t>Binance public-data documentation.</a:t>
            </a:r>
            <a:endParaRPr lang="en-US" sz="1650"/>
          </a:p>
        </p:txBody>
      </p:sp>
      <p:sp>
        <p:nvSpPr>
          <p:cNvPr id="9" name="Text"/>
          <p:cNvSpPr txBox="1"/>
          <p:nvPr/>
        </p:nvSpPr>
        <p:spPr>
          <a:xfrm>
            <a:off x="914400" y="3546640"/>
            <a:ext cx="4396365" cy="272207"/>
          </a:xfrm>
          <a:prstGeom prst="rect">
            <a:avLst/>
          </a:prstGeom>
          <a:noFill/>
          <a:ln>
            <a:noFill/>
          </a:ln>
        </p:spPr>
        <p:txBody>
          <a:bodyPr wrap="none" lIns="0" rIns="0" tIns="0" bIns="0" anchor="t"/>
          <a:lstStyle/>
          <a:p>
            <a:pPr marL="0" indent="0"/>
            <a:r>
              <a:rPr lang="en-US" sz="1650" b="0" i="0" dirty="0">
                <a:solidFill>
                  <a:srgbClr val="142735"/>
                </a:solidFill>
                <a:latin typeface="Arial"/>
              </a:rPr>
              <a:t>https://github.com/binance/binance-public-data</a:t>
            </a:r>
            <a:endParaRPr lang="en-US" sz="1650"/>
          </a:p>
        </p:txBody>
      </p:sp>
      <p:sp>
        <p:nvSpPr>
          <p:cNvPr id="10" name="Text"/>
          <p:cNvSpPr txBox="1"/>
          <p:nvPr/>
        </p:nvSpPr>
        <p:spPr>
          <a:xfrm>
            <a:off x="914400" y="4041940"/>
            <a:ext cx="6480828" cy="272207"/>
          </a:xfrm>
          <a:prstGeom prst="rect">
            <a:avLst/>
          </a:prstGeom>
          <a:noFill/>
          <a:ln>
            <a:noFill/>
          </a:ln>
        </p:spPr>
        <p:txBody>
          <a:bodyPr wrap="none" lIns="0" rIns="0" tIns="0" bIns="0" anchor="t"/>
          <a:lstStyle/>
          <a:p>
            <a:pPr marL="0" indent="0"/>
            <a:r>
              <a:rPr lang="en-US" sz="1650" b="0" i="0" dirty="0">
                <a:solidFill>
                  <a:srgbClr val="142735"/>
                </a:solidFill>
                <a:latin typeface="Arial"/>
              </a:rPr>
              <a:t>Gym Trading Environment documentation and installed version 0.3.5.</a:t>
            </a:r>
            <a:endParaRPr lang="en-US" sz="1650"/>
          </a:p>
        </p:txBody>
      </p:sp>
      <p:sp>
        <p:nvSpPr>
          <p:cNvPr id="11" name="Text"/>
          <p:cNvSpPr txBox="1"/>
          <p:nvPr/>
        </p:nvSpPr>
        <p:spPr>
          <a:xfrm>
            <a:off x="914400" y="4337215"/>
            <a:ext cx="6698345" cy="272207"/>
          </a:xfrm>
          <a:prstGeom prst="rect">
            <a:avLst/>
          </a:prstGeom>
          <a:noFill/>
          <a:ln>
            <a:noFill/>
          </a:ln>
        </p:spPr>
        <p:txBody>
          <a:bodyPr wrap="none" lIns="0" rIns="0" tIns="0" bIns="0" anchor="t"/>
          <a:lstStyle/>
          <a:p>
            <a:pPr marL="0" indent="0"/>
            <a:r>
              <a:rPr lang="en-US" sz="1650" b="0" i="0" dirty="0">
                <a:solidFill>
                  <a:srgbClr val="142735"/>
                </a:solidFill>
                <a:latin typeface="Arial"/>
              </a:rPr>
              <a:t>https://gym-trading-env.readthedocs.io/en/latest/environment_desc.html</a:t>
            </a:r>
            <a:endParaRPr lang="en-US" sz="1650"/>
          </a:p>
        </p:txBody>
      </p:sp>
      <p:sp>
        <p:nvSpPr>
          <p:cNvPr id="12" name="Text"/>
          <p:cNvSpPr txBox="1"/>
          <p:nvPr/>
        </p:nvSpPr>
        <p:spPr>
          <a:xfrm>
            <a:off x="571500" y="6539797"/>
            <a:ext cx="4999745" cy="187077"/>
          </a:xfrm>
          <a:prstGeom prst="rect">
            <a:avLst/>
          </a:prstGeom>
          <a:noFill/>
          <a:ln>
            <a:noFill/>
          </a:ln>
        </p:spPr>
        <p:txBody>
          <a:bodyPr wrap="none" lIns="0" rIns="0" tIns="0" bIns="0" anchor="t"/>
          <a:lstStyle/>
          <a:p>
            <a:pPr marL="0" indent="0"/>
            <a:r>
              <a:rPr lang="en-US" sz="1050" b="0" i="0" dirty="0">
                <a:solidFill>
                  <a:srgbClr val="627885"/>
                </a:solidFill>
                <a:latin typeface="Arial"/>
              </a:rPr>
              <a:t>Captured runtime: pandas 3.0.6 · NumPy 1.26.4 · PyTorch 2.2.2 · Gymnasium 1.3.0</a:t>
            </a:r>
            <a:endParaRPr lang="en-US" sz="1050"/>
          </a:p>
        </p:txBody>
      </p:sp>
      <p:sp>
        <p:nvSpPr>
          <p:cNvPr id="13" name="Text"/>
          <p:cNvSpPr txBox="1"/>
          <p:nvPr/>
        </p:nvSpPr>
        <p:spPr>
          <a:xfrm>
            <a:off x="11212562" y="6539797"/>
            <a:ext cx="471285" cy="187077"/>
          </a:xfrm>
          <a:prstGeom prst="rect">
            <a:avLst/>
          </a:prstGeom>
          <a:noFill/>
          <a:ln>
            <a:noFill/>
          </a:ln>
        </p:spPr>
        <p:txBody>
          <a:bodyPr wrap="none" lIns="0" rIns="0" tIns="0" bIns="0" anchor="t"/>
          <a:lstStyle/>
          <a:p>
            <a:pPr marL="0" indent="0"/>
            <a:r>
              <a:rPr lang="en-US" sz="1050" b="0" i="0" dirty="0">
                <a:solidFill>
                  <a:srgbClr val="627885"/>
                </a:solidFill>
                <a:latin typeface="Arial"/>
              </a:rPr>
              <a:t>24 / 24</a:t>
            </a:r>
            <a:endParaRPr lang="en-US" sz="1050"/>
          </a:p>
        </p:txBody>
      </p:sp>
    </p:spTree>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